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 id="2147483784" r:id="rId5"/>
    <p:sldMasterId id="2147483804" r:id="rId6"/>
    <p:sldMasterId id="2147483813" r:id="rId7"/>
  </p:sldMasterIdLst>
  <p:notesMasterIdLst>
    <p:notesMasterId r:id="rId25"/>
  </p:notesMasterIdLst>
  <p:handoutMasterIdLst>
    <p:handoutMasterId r:id="rId26"/>
  </p:handoutMasterIdLst>
  <p:sldIdLst>
    <p:sldId id="302" r:id="rId8"/>
    <p:sldId id="259" r:id="rId9"/>
    <p:sldId id="261" r:id="rId10"/>
    <p:sldId id="263" r:id="rId11"/>
    <p:sldId id="264" r:id="rId12"/>
    <p:sldId id="269" r:id="rId13"/>
    <p:sldId id="265" r:id="rId14"/>
    <p:sldId id="266" r:id="rId15"/>
    <p:sldId id="267" r:id="rId16"/>
    <p:sldId id="268" r:id="rId17"/>
    <p:sldId id="270" r:id="rId18"/>
    <p:sldId id="271" r:id="rId19"/>
    <p:sldId id="272" r:id="rId20"/>
    <p:sldId id="273" r:id="rId21"/>
    <p:sldId id="274" r:id="rId22"/>
    <p:sldId id="275" r:id="rId23"/>
    <p:sldId id="258" r:id="rId24"/>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318353-53B5-FE28-2A86-8FEE1BF5D5A8}" name="Kinga Draczyńska" initials="KD" userId="S::kinga.draczynska@admindagency.com::99a260f6-1de1-4b51-a165-bbd14e564eb4" providerId="AD"/>
  <p188:author id="{D57798D8-D012-1AA1-10B4-735C0AAE5FDE}" name="Bird Michael GBJH" initials="MB" userId="S::Michael.Bird@syngenta.com::c31ca6ff-b75d-4b5d-9b79-0410304578a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388119-4766-4557-9067-EF98894966B0}" v="103" dt="2025-06-06T10:13:51.121"/>
  </p1510:revLst>
</p1510:revInfo>
</file>

<file path=ppt/tableStyles.xml><?xml version="1.0" encoding="utf-8"?>
<a:tblStyleLst xmlns:a="http://schemas.openxmlformats.org/drawingml/2006/main" def="{7A3865B4-4F64-B3FE-C469-865558F4E1D9}">
  <a:tblStyle styleId="{7A3865B4-4F64-B3FE-C469-865558F4E1D9}" styleName="Syngenta Default Table">
    <a:wholeTbl>
      <a:tcTxStyle>
        <a:fontRef idx="minor">
          <a:prstClr val="black"/>
        </a:fontRef>
        <a:schemeClr val="dk1"/>
      </a:tcTxStyle>
      <a:tcStyle>
        <a:tcBdr>
          <a:left>
            <a:ln>
              <a:noFill/>
            </a:ln>
          </a:left>
          <a:right>
            <a:ln>
              <a:noFill/>
            </a:ln>
          </a:right>
          <a:top>
            <a:ln>
              <a:noFill/>
            </a:ln>
          </a:top>
          <a:bottom>
            <a:ln w="0" cmpd="sng">
              <a:solidFill>
                <a:schemeClr val="dk1"/>
              </a:solidFill>
            </a:ln>
          </a:bottom>
          <a:insideH>
            <a:ln w="7500" cmpd="sng">
              <a:solidFill>
                <a:srgbClr val="A6A6A6"/>
              </a:solidFill>
            </a:ln>
          </a:insideH>
          <a:insideV>
            <a:ln>
              <a:noFill/>
            </a:ln>
          </a:insideV>
        </a:tcBdr>
        <a:fill>
          <a:solidFill>
            <a:schemeClr val="lt1"/>
          </a:solidFill>
        </a:fill>
      </a:tcStyle>
    </a:wholeTbl>
    <a:band1H>
      <a:tcStyle>
        <a:tcBdr/>
        <a:fill>
          <a:solidFill>
            <a:schemeClr val="lt1"/>
          </a:solidFill>
        </a:fill>
      </a:tcStyle>
    </a:band1H>
    <a:band2H>
      <a:tcStyle>
        <a:tcBdr/>
      </a:tcStyle>
    </a:band2H>
    <a:band1V>
      <a:tcStyle>
        <a:tcBdr/>
        <a:fill>
          <a:solidFill>
            <a:schemeClr val="lt1"/>
          </a:solidFill>
        </a:fill>
      </a:tcStyle>
    </a:band1V>
    <a:band2V>
      <a:tcStyle>
        <a:tcBdr/>
      </a:tcStyle>
    </a:band2V>
    <a:lastCol>
      <a:tcTxStyle b="off">
        <a:fontRef idx="minor">
          <a:schemeClr val="dk1"/>
        </a:fontRef>
        <a:schemeClr val="dk1"/>
      </a:tcTxStyle>
      <a:tcStyle>
        <a:tcBdr/>
        <a:fill>
          <a:solidFill>
            <a:schemeClr val="accent6"/>
          </a:solidFill>
        </a:fill>
      </a:tcStyle>
    </a:lastCol>
    <a:firstCol>
      <a:tcTxStyle b="on">
        <a:fontRef idx="minor">
          <a:schemeClr val="dk1"/>
        </a:fontRef>
        <a:schemeClr val="dk1"/>
      </a:tcTxStyle>
      <a:tcStyle>
        <a:tcBdr/>
        <a:fill>
          <a:solidFill>
            <a:srgbClr val="F2F2F2"/>
          </a:solidFill>
        </a:fill>
      </a:tcStyle>
    </a:firstCol>
    <a:lastRow>
      <a:tcTxStyle b="on">
        <a:fontRef idx="minor">
          <a:prstClr val="black"/>
        </a:fontRef>
        <a:schemeClr val="dk1"/>
      </a:tcTxStyle>
      <a:tcStyle>
        <a:tcBdr>
          <a:top>
            <a:ln w="12700" cmpd="sng">
              <a:solidFill>
                <a:schemeClr val="dk1"/>
              </a:solidFill>
            </a:ln>
          </a:top>
        </a:tcBdr>
        <a:fill>
          <a:solidFill>
            <a:schemeClr val="lt1"/>
          </a:solidFill>
        </a:fill>
      </a:tcStyle>
    </a:lastRow>
    <a:firstRow>
      <a:tcTxStyle b="on">
        <a:fontRef idx="minor">
          <a:prstClr val="black"/>
        </a:fontRef>
        <a:srgbClr val="23BAB0"/>
      </a:tcTxStyle>
      <a:tcStyle>
        <a:tcBdr>
          <a:bottom>
            <a:ln w="19050" cmpd="sng">
              <a:solidFill>
                <a:srgbClr val="00E6BE"/>
              </a:solidFill>
            </a:ln>
          </a:bottom>
        </a:tcBdr>
        <a:fill>
          <a:solidFill>
            <a:schemeClr val="l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35" autoAdjust="0"/>
    <p:restoredTop sz="85160" autoAdjust="0"/>
  </p:normalViewPr>
  <p:slideViewPr>
    <p:cSldViewPr snapToGrid="0" showGuides="1">
      <p:cViewPr varScale="1">
        <p:scale>
          <a:sx n="79" d="100"/>
          <a:sy n="79" d="100"/>
        </p:scale>
        <p:origin x="114" y="51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notesViewPr>
    <p:cSldViewPr snapToGrid="0" showGuides="1">
      <p:cViewPr varScale="1">
        <p:scale>
          <a:sx n="121" d="100"/>
          <a:sy n="121" d="100"/>
        </p:scale>
        <p:origin x="502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8F07DB1-A2C8-4644-817D-1616AA711C6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F962210-727D-4477-84E0-C51F8551D2F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0CEA8E-C407-4495-BBAE-095ECE71BB9D}" type="datetimeFigureOut">
              <a:rPr lang="en-GB" smtClean="0"/>
              <a:t>25/06/2025</a:t>
            </a:fld>
            <a:endParaRPr lang="en-GB"/>
          </a:p>
        </p:txBody>
      </p:sp>
      <p:sp>
        <p:nvSpPr>
          <p:cNvPr id="4" name="Footer Placeholder 3">
            <a:extLst>
              <a:ext uri="{FF2B5EF4-FFF2-40B4-BE49-F238E27FC236}">
                <a16:creationId xmlns:a16="http://schemas.microsoft.com/office/drawing/2014/main" id="{9BA37E58-ED6A-4025-87BD-9E131B9602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DA55646-EDE4-4814-80F7-FF5C8C1B314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3BF48A-D947-462A-9BD2-B72ED9AE1806}" type="slidenum">
              <a:rPr lang="en-GB" smtClean="0"/>
              <a:t>‹#›</a:t>
            </a:fld>
            <a:endParaRPr lang="en-GB"/>
          </a:p>
        </p:txBody>
      </p:sp>
    </p:spTree>
    <p:extLst>
      <p:ext uri="{BB962C8B-B14F-4D97-AF65-F5344CB8AC3E}">
        <p14:creationId xmlns:p14="http://schemas.microsoft.com/office/powerpoint/2010/main" val="10632690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33888F-6595-4B7E-BDA8-E70446B006A3}" type="datetimeFigureOut">
              <a:rPr lang="en-GB" smtClean="0"/>
              <a:t>25/06/2025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A29B99-CA93-4CA8-B379-E8EFF02B94CC}" type="slidenum">
              <a:rPr lang="en-GB" smtClean="0"/>
              <a:t>‹#›</a:t>
            </a:fld>
            <a:endParaRPr lang="en-GB"/>
          </a:p>
        </p:txBody>
      </p:sp>
    </p:spTree>
    <p:extLst>
      <p:ext uri="{BB962C8B-B14F-4D97-AF65-F5344CB8AC3E}">
        <p14:creationId xmlns:p14="http://schemas.microsoft.com/office/powerpoint/2010/main" val="3053636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those reading after the 9</a:t>
            </a:r>
            <a:r>
              <a:rPr lang="en-GB" baseline="30000" dirty="0"/>
              <a:t>th</a:t>
            </a:r>
            <a:r>
              <a:rPr lang="en-GB" dirty="0"/>
              <a:t> June, these slides make use of animations so are best viewed in Slideshow or Reading View*</a:t>
            </a:r>
          </a:p>
        </p:txBody>
      </p:sp>
      <p:sp>
        <p:nvSpPr>
          <p:cNvPr id="4" name="Slide Number Placeholder 3"/>
          <p:cNvSpPr>
            <a:spLocks noGrp="1"/>
          </p:cNvSpPr>
          <p:nvPr>
            <p:ph type="sldNum" sz="quarter" idx="5"/>
          </p:nvPr>
        </p:nvSpPr>
        <p:spPr/>
        <p:txBody>
          <a:bodyPr/>
          <a:lstStyle/>
          <a:p>
            <a:fld id="{ECA29B99-CA93-4CA8-B379-E8EFF02B94CC}" type="slidenum">
              <a:rPr lang="en-GB" smtClean="0"/>
              <a:t>1</a:t>
            </a:fld>
            <a:endParaRPr lang="en-GB"/>
          </a:p>
        </p:txBody>
      </p:sp>
    </p:spTree>
    <p:extLst>
      <p:ext uri="{BB962C8B-B14F-4D97-AF65-F5344CB8AC3E}">
        <p14:creationId xmlns:p14="http://schemas.microsoft.com/office/powerpoint/2010/main" val="2333966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I'll give you the context to where the idea for this novel method came from and what we want to achieve</a:t>
            </a:r>
          </a:p>
          <a:p>
            <a:r>
              <a:rPr lang="en-GB" dirty="0"/>
              <a:t>  - Next we'll go through the theory with both:</a:t>
            </a:r>
          </a:p>
          <a:p>
            <a:r>
              <a:rPr lang="en-GB" dirty="0"/>
              <a:t>    - Mathematics for the numerate</a:t>
            </a:r>
          </a:p>
          <a:p>
            <a:r>
              <a:rPr lang="en-GB" dirty="0"/>
              <a:t>    - Visuals of fields for the visual learners.</a:t>
            </a:r>
          </a:p>
          <a:p>
            <a:r>
              <a:rPr lang="en-GB" dirty="0"/>
              <a:t>  - Then we'll explore the potential reduction of spray drift compared to Full Field, </a:t>
            </a:r>
          </a:p>
          <a:p>
            <a:r>
              <a:rPr lang="en-GB" dirty="0"/>
              <a:t>  - I'll also briefly show an open source web app </a:t>
            </a:r>
            <a:r>
              <a:rPr lang="en-GB" dirty="0" err="1"/>
              <a:t>i've</a:t>
            </a:r>
            <a:r>
              <a:rPr lang="en-GB" dirty="0"/>
              <a:t> made so anyone can explore the methods presented here today.</a:t>
            </a:r>
          </a:p>
          <a:p>
            <a:r>
              <a:rPr lang="en-GB" dirty="0"/>
              <a:t>  - And finally I'll go over where we want to go next with this</a:t>
            </a:r>
          </a:p>
        </p:txBody>
      </p:sp>
      <p:sp>
        <p:nvSpPr>
          <p:cNvPr id="4" name="Slide Number Placeholder 3"/>
          <p:cNvSpPr>
            <a:spLocks noGrp="1"/>
          </p:cNvSpPr>
          <p:nvPr>
            <p:ph type="sldNum" sz="quarter" idx="5"/>
          </p:nvPr>
        </p:nvSpPr>
        <p:spPr/>
        <p:txBody>
          <a:bodyPr/>
          <a:lstStyle/>
          <a:p>
            <a:fld id="{ECA29B99-CA93-4CA8-B379-E8EFF02B94CC}" type="slidenum">
              <a:rPr lang="en-GB" smtClean="0"/>
              <a:t>2</a:t>
            </a:fld>
            <a:endParaRPr lang="en-GB"/>
          </a:p>
        </p:txBody>
      </p:sp>
    </p:spTree>
    <p:extLst>
      <p:ext uri="{BB962C8B-B14F-4D97-AF65-F5344CB8AC3E}">
        <p14:creationId xmlns:p14="http://schemas.microsoft.com/office/powerpoint/2010/main" val="1090916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This work was inspired by the work of some colleagues at Bayer; Anastasiia, Andrew, Johannes, and Prakash who presented at Piacenza last year about patch spraying and the subsequent loading of Pesticide into </a:t>
            </a:r>
            <a:r>
              <a:rPr lang="en-GB" dirty="0" err="1"/>
              <a:t>Toxswa</a:t>
            </a:r>
            <a:r>
              <a:rPr lang="en-GB" dirty="0"/>
              <a:t>.</a:t>
            </a:r>
          </a:p>
          <a:p>
            <a:r>
              <a:rPr lang="en-GB" dirty="0"/>
              <a:t>  - This visual in the bottom right got our imaginations going about how we could apply this further ...</a:t>
            </a:r>
          </a:p>
        </p:txBody>
      </p:sp>
      <p:sp>
        <p:nvSpPr>
          <p:cNvPr id="4" name="Slide Number Placeholder 3"/>
          <p:cNvSpPr>
            <a:spLocks noGrp="1"/>
          </p:cNvSpPr>
          <p:nvPr>
            <p:ph type="sldNum" sz="quarter" idx="5"/>
          </p:nvPr>
        </p:nvSpPr>
        <p:spPr/>
        <p:txBody>
          <a:bodyPr/>
          <a:lstStyle/>
          <a:p>
            <a:fld id="{ECA29B99-CA93-4CA8-B379-E8EFF02B94CC}" type="slidenum">
              <a:rPr lang="en-GB" smtClean="0"/>
              <a:t>3</a:t>
            </a:fld>
            <a:endParaRPr lang="en-GB"/>
          </a:p>
        </p:txBody>
      </p:sp>
    </p:spTree>
    <p:extLst>
      <p:ext uri="{BB962C8B-B14F-4D97-AF65-F5344CB8AC3E}">
        <p14:creationId xmlns:p14="http://schemas.microsoft.com/office/powerpoint/2010/main" val="2290439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We want to:</a:t>
            </a:r>
          </a:p>
          <a:p>
            <a:r>
              <a:rPr lang="en-GB" dirty="0"/>
              <a:t>    - Adapt this idea of patch drift to more structured application patterns, banded (parallel and perpendicular) and Regular spot</a:t>
            </a:r>
          </a:p>
          <a:p>
            <a:r>
              <a:rPr lang="en-GB" dirty="0"/>
              <a:t>    - Because different regulators (and crops) use different drift curves, it'd be ideal to keep the method able to use any drift curve.</a:t>
            </a:r>
          </a:p>
          <a:p>
            <a:r>
              <a:rPr lang="en-GB" dirty="0"/>
              <a:t>    - We also want to not have to discretise the field so we can calculate any geometry or row and inter-row width</a:t>
            </a:r>
          </a:p>
          <a:p>
            <a:r>
              <a:rPr lang="en-GB" dirty="0"/>
              <a:t>    - We want to be as open as possible to get feedback from our piers.</a:t>
            </a:r>
          </a:p>
          <a:p>
            <a:r>
              <a:rPr lang="en-GB" dirty="0"/>
              <a:t>    - </a:t>
            </a:r>
            <a:r>
              <a:rPr lang="en-GB" b="1" dirty="0"/>
              <a:t>A note</a:t>
            </a:r>
            <a:r>
              <a:rPr lang="en-GB" dirty="0"/>
              <a:t> on the graphics for today. We’ll use a lot of diagrams like these:</a:t>
            </a:r>
          </a:p>
          <a:p>
            <a:r>
              <a:rPr lang="en-GB" dirty="0"/>
              <a:t>      - Green equals the row being sprayed</a:t>
            </a:r>
          </a:p>
          <a:p>
            <a:r>
              <a:rPr lang="en-GB" dirty="0"/>
              <a:t>      - Brown equals the inter-row, not being sprayed</a:t>
            </a:r>
          </a:p>
          <a:p>
            <a:r>
              <a:rPr lang="en-GB" dirty="0"/>
              <a:t>      - Blue is surface water and today it's always on the RHS</a:t>
            </a:r>
          </a:p>
          <a:p>
            <a:r>
              <a:rPr lang="en-GB" dirty="0"/>
              <a:t>    - In this talk, we think of regular spot application mathematically as the intersection of parallel and perpendicular banded application. If you overlay-ed the top two fields, regular spot sprays where both banded applications spray.</a:t>
            </a:r>
          </a:p>
        </p:txBody>
      </p:sp>
      <p:sp>
        <p:nvSpPr>
          <p:cNvPr id="4" name="Slide Number Placeholder 3"/>
          <p:cNvSpPr>
            <a:spLocks noGrp="1"/>
          </p:cNvSpPr>
          <p:nvPr>
            <p:ph type="sldNum" sz="quarter" idx="5"/>
          </p:nvPr>
        </p:nvSpPr>
        <p:spPr/>
        <p:txBody>
          <a:bodyPr/>
          <a:lstStyle/>
          <a:p>
            <a:fld id="{ECA29B99-CA93-4CA8-B379-E8EFF02B94CC}" type="slidenum">
              <a:rPr lang="en-GB" smtClean="0"/>
              <a:t>4</a:t>
            </a:fld>
            <a:endParaRPr lang="en-GB"/>
          </a:p>
        </p:txBody>
      </p:sp>
    </p:spTree>
    <p:extLst>
      <p:ext uri="{BB962C8B-B14F-4D97-AF65-F5344CB8AC3E}">
        <p14:creationId xmlns:p14="http://schemas.microsoft.com/office/powerpoint/2010/main" val="3357536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Moving on to the theory now, most authorities estimate spray drift deposition via drift curves, these are empirically fitted mathematical functions that take distance from crop edge to return deposition as a percentage of full field rate. </a:t>
            </a:r>
          </a:p>
          <a:p>
            <a:r>
              <a:rPr lang="en-GB" dirty="0"/>
              <a:t>    - To estimate the total deposition over an area (</a:t>
            </a:r>
            <a:r>
              <a:rPr lang="en-GB" dirty="0" err="1"/>
              <a:t>ie</a:t>
            </a:r>
            <a:r>
              <a:rPr lang="en-GB" dirty="0"/>
              <a:t> a SW body) you can integrate this curve over the interval of the near and far edge of the water body measured from the crop edge.</a:t>
            </a:r>
          </a:p>
          <a:p>
            <a:r>
              <a:rPr lang="en-GB" dirty="0"/>
              <a:t>    - In Risk Assessment various drift functions (here called $f(z)$) and water body dimensions ($a$ and $b$) are used. Rautmann's curves are used in the UK and EU, the US use curves made for </a:t>
            </a:r>
            <a:r>
              <a:rPr lang="en-GB" dirty="0" err="1"/>
              <a:t>AgDrift</a:t>
            </a:r>
            <a:r>
              <a:rPr lang="en-GB" dirty="0"/>
              <a:t>. *These are all derived from full field applications*</a:t>
            </a:r>
          </a:p>
        </p:txBody>
      </p:sp>
      <p:sp>
        <p:nvSpPr>
          <p:cNvPr id="4" name="Slide Number Placeholder 3"/>
          <p:cNvSpPr>
            <a:spLocks noGrp="1"/>
          </p:cNvSpPr>
          <p:nvPr>
            <p:ph type="sldNum" sz="quarter" idx="5"/>
          </p:nvPr>
        </p:nvSpPr>
        <p:spPr/>
        <p:txBody>
          <a:bodyPr/>
          <a:lstStyle/>
          <a:p>
            <a:fld id="{ECA29B99-CA93-4CA8-B379-E8EFF02B94CC}" type="slidenum">
              <a:rPr lang="en-GB" smtClean="0"/>
              <a:t>5</a:t>
            </a:fld>
            <a:endParaRPr lang="en-GB"/>
          </a:p>
        </p:txBody>
      </p:sp>
    </p:spTree>
    <p:extLst>
      <p:ext uri="{BB962C8B-B14F-4D97-AF65-F5344CB8AC3E}">
        <p14:creationId xmlns:p14="http://schemas.microsoft.com/office/powerpoint/2010/main" val="2452021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If we wanted to estimate SW deposition from perpendicular bands we can make an okay assumption that pesticide mixes in the water body and scale our drift loading by the % of the field that gets sprayed. </a:t>
            </a:r>
          </a:p>
          <a:p>
            <a:r>
              <a:rPr lang="en-GB" dirty="0"/>
              <a:t>    - You can easily express that % as a function of row width and inter row width</a:t>
            </a:r>
          </a:p>
          <a:p>
            <a:r>
              <a:rPr lang="en-GB" dirty="0"/>
              <a:t>    - This is an old idea and quite easy to implement but parallel bands is a little harder</a:t>
            </a:r>
          </a:p>
        </p:txBody>
      </p:sp>
      <p:sp>
        <p:nvSpPr>
          <p:cNvPr id="4" name="Slide Number Placeholder 3"/>
          <p:cNvSpPr>
            <a:spLocks noGrp="1"/>
          </p:cNvSpPr>
          <p:nvPr>
            <p:ph type="sldNum" sz="quarter" idx="5"/>
          </p:nvPr>
        </p:nvSpPr>
        <p:spPr/>
        <p:txBody>
          <a:bodyPr/>
          <a:lstStyle/>
          <a:p>
            <a:fld id="{ECA29B99-CA93-4CA8-B379-E8EFF02B94CC}" type="slidenum">
              <a:rPr lang="en-GB" smtClean="0"/>
              <a:t>6</a:t>
            </a:fld>
            <a:endParaRPr lang="en-GB"/>
          </a:p>
        </p:txBody>
      </p:sp>
    </p:spTree>
    <p:extLst>
      <p:ext uri="{BB962C8B-B14F-4D97-AF65-F5344CB8AC3E}">
        <p14:creationId xmlns:p14="http://schemas.microsoft.com/office/powerpoint/2010/main" val="3223933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The critical observation for this new approach is that deposition to SW from full field should be equal to the sum of the deposition from the field split in two. </a:t>
            </a:r>
          </a:p>
          <a:p>
            <a:r>
              <a:rPr lang="en-GB" dirty="0"/>
              <a:t>- Here, we've split full field into a full field offset further away from the water, and a single band of width r</a:t>
            </a:r>
          </a:p>
        </p:txBody>
      </p:sp>
      <p:sp>
        <p:nvSpPr>
          <p:cNvPr id="4" name="Slide Number Placeholder 3"/>
          <p:cNvSpPr>
            <a:spLocks noGrp="1"/>
          </p:cNvSpPr>
          <p:nvPr>
            <p:ph type="sldNum" sz="quarter" idx="5"/>
          </p:nvPr>
        </p:nvSpPr>
        <p:spPr/>
        <p:txBody>
          <a:bodyPr/>
          <a:lstStyle/>
          <a:p>
            <a:fld id="{ECA29B99-CA93-4CA8-B379-E8EFF02B94CC}" type="slidenum">
              <a:rPr lang="en-GB" smtClean="0"/>
              <a:t>7</a:t>
            </a:fld>
            <a:endParaRPr lang="en-GB"/>
          </a:p>
        </p:txBody>
      </p:sp>
    </p:spTree>
    <p:extLst>
      <p:ext uri="{BB962C8B-B14F-4D97-AF65-F5344CB8AC3E}">
        <p14:creationId xmlns:p14="http://schemas.microsoft.com/office/powerpoint/2010/main" val="3004223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We can rearrange this equation to give us the drift resulting from a single band at the edge of the field. </a:t>
            </a:r>
          </a:p>
          <a:p>
            <a:r>
              <a:rPr lang="en-GB" dirty="0"/>
              <a:t> - Note: the drift from a single band is equal to full field drift up to the right side minus the full field drift up to the left side</a:t>
            </a:r>
          </a:p>
        </p:txBody>
      </p:sp>
      <p:sp>
        <p:nvSpPr>
          <p:cNvPr id="4" name="Slide Number Placeholder 3"/>
          <p:cNvSpPr>
            <a:spLocks noGrp="1"/>
          </p:cNvSpPr>
          <p:nvPr>
            <p:ph type="sldNum" sz="quarter" idx="5"/>
          </p:nvPr>
        </p:nvSpPr>
        <p:spPr/>
        <p:txBody>
          <a:bodyPr/>
          <a:lstStyle/>
          <a:p>
            <a:fld id="{ECA29B99-CA93-4CA8-B379-E8EFF02B94CC}" type="slidenum">
              <a:rPr lang="en-GB" smtClean="0"/>
              <a:t>8</a:t>
            </a:fld>
            <a:endParaRPr lang="en-GB"/>
          </a:p>
        </p:txBody>
      </p:sp>
    </p:spTree>
    <p:extLst>
      <p:ext uri="{BB962C8B-B14F-4D97-AF65-F5344CB8AC3E}">
        <p14:creationId xmlns:p14="http://schemas.microsoft.com/office/powerpoint/2010/main" val="3308337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This exact thing can be applied to another band further into the field</a:t>
            </a:r>
          </a:p>
          <a:p>
            <a:r>
              <a:rPr lang="en-GB" dirty="0"/>
              <a:t> - This time the right side of the band is now offset by the row width of the first band plus the inter row width. the left side of the band is offset by two row widths and one inter row widths</a:t>
            </a:r>
          </a:p>
        </p:txBody>
      </p:sp>
      <p:sp>
        <p:nvSpPr>
          <p:cNvPr id="4" name="Slide Number Placeholder 3"/>
          <p:cNvSpPr>
            <a:spLocks noGrp="1"/>
          </p:cNvSpPr>
          <p:nvPr>
            <p:ph type="sldNum" sz="quarter" idx="5"/>
          </p:nvPr>
        </p:nvSpPr>
        <p:spPr/>
        <p:txBody>
          <a:bodyPr/>
          <a:lstStyle/>
          <a:p>
            <a:fld id="{ECA29B99-CA93-4CA8-B379-E8EFF02B94CC}" type="slidenum">
              <a:rPr lang="en-GB" smtClean="0"/>
              <a:t>9</a:t>
            </a:fld>
            <a:endParaRPr lang="en-GB"/>
          </a:p>
        </p:txBody>
      </p:sp>
    </p:spTree>
    <p:extLst>
      <p:ext uri="{BB962C8B-B14F-4D97-AF65-F5344CB8AC3E}">
        <p14:creationId xmlns:p14="http://schemas.microsoft.com/office/powerpoint/2010/main" val="19280660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Now we can derive a formula for any given band, and by summing over all bands, we can derive this formula for banded drift for arbitrary:</a:t>
            </a:r>
          </a:p>
          <a:p>
            <a:r>
              <a:rPr lang="en-GB" dirty="0"/>
              <a:t>      - Water body dimensions</a:t>
            </a:r>
          </a:p>
          <a:p>
            <a:r>
              <a:rPr lang="en-GB" dirty="0"/>
              <a:t>      - Drift curve</a:t>
            </a:r>
          </a:p>
          <a:p>
            <a:r>
              <a:rPr lang="en-GB" dirty="0"/>
              <a:t>      - Row and inter-row widths *build*</a:t>
            </a:r>
          </a:p>
          <a:p>
            <a:r>
              <a:rPr lang="en-GB" dirty="0"/>
              <a:t>    - The first term is all the drift from the right side of the bands</a:t>
            </a:r>
          </a:p>
          <a:p>
            <a:r>
              <a:rPr lang="en-GB" dirty="0"/>
              <a:t>    - The second negative term is the drift from the left side of the bands</a:t>
            </a:r>
          </a:p>
        </p:txBody>
      </p:sp>
      <p:sp>
        <p:nvSpPr>
          <p:cNvPr id="4" name="Slide Number Placeholder 3"/>
          <p:cNvSpPr>
            <a:spLocks noGrp="1"/>
          </p:cNvSpPr>
          <p:nvPr>
            <p:ph type="sldNum" sz="quarter" idx="5"/>
          </p:nvPr>
        </p:nvSpPr>
        <p:spPr/>
        <p:txBody>
          <a:bodyPr/>
          <a:lstStyle/>
          <a:p>
            <a:fld id="{ECA29B99-CA93-4CA8-B379-E8EFF02B94CC}" type="slidenum">
              <a:rPr lang="en-GB" smtClean="0"/>
              <a:t>10</a:t>
            </a:fld>
            <a:endParaRPr lang="en-GB"/>
          </a:p>
        </p:txBody>
      </p:sp>
    </p:spTree>
    <p:extLst>
      <p:ext uri="{BB962C8B-B14F-4D97-AF65-F5344CB8AC3E}">
        <p14:creationId xmlns:p14="http://schemas.microsoft.com/office/powerpoint/2010/main" val="1378126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Now for Regular spot, we mentioned at the start that it's the intersect of parallel and perpendicular banded. So combining the two methods is very easy. </a:t>
            </a:r>
          </a:p>
          <a:p>
            <a:r>
              <a:rPr lang="en-GB" dirty="0"/>
              <a:t>    - We can scale the drift coming from each parallel band by the % of each parallel band sprayed. The equation is linear so we can factor out scaling parameter, giving us this nice simple expression.</a:t>
            </a:r>
          </a:p>
        </p:txBody>
      </p:sp>
      <p:sp>
        <p:nvSpPr>
          <p:cNvPr id="4" name="Slide Number Placeholder 3"/>
          <p:cNvSpPr>
            <a:spLocks noGrp="1"/>
          </p:cNvSpPr>
          <p:nvPr>
            <p:ph type="sldNum" sz="quarter" idx="5"/>
          </p:nvPr>
        </p:nvSpPr>
        <p:spPr/>
        <p:txBody>
          <a:bodyPr/>
          <a:lstStyle/>
          <a:p>
            <a:fld id="{ECA29B99-CA93-4CA8-B379-E8EFF02B94CC}" type="slidenum">
              <a:rPr lang="en-GB" smtClean="0"/>
              <a:t>11</a:t>
            </a:fld>
            <a:endParaRPr lang="en-GB"/>
          </a:p>
        </p:txBody>
      </p:sp>
    </p:spTree>
    <p:extLst>
      <p:ext uri="{BB962C8B-B14F-4D97-AF65-F5344CB8AC3E}">
        <p14:creationId xmlns:p14="http://schemas.microsoft.com/office/powerpoint/2010/main" val="3484598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What kind of refinement can this give us?</a:t>
            </a:r>
          </a:p>
          <a:p>
            <a:r>
              <a:rPr lang="en-GB" dirty="0"/>
              <a:t>    - The refinement for banded and regular spot relies on </a:t>
            </a:r>
          </a:p>
          <a:p>
            <a:r>
              <a:rPr lang="en-GB" dirty="0"/>
              <a:t>      - the water body dimensions</a:t>
            </a:r>
          </a:p>
          <a:p>
            <a:r>
              <a:rPr lang="en-GB" dirty="0"/>
              <a:t>      - row and inter-row widths</a:t>
            </a:r>
          </a:p>
          <a:p>
            <a:r>
              <a:rPr lang="en-GB" dirty="0"/>
              <a:t>      - and the Drift Deposition Curve used</a:t>
            </a:r>
          </a:p>
          <a:p>
            <a:r>
              <a:rPr lang="en-GB" dirty="0"/>
              <a:t>    - Today </a:t>
            </a:r>
            <a:r>
              <a:rPr lang="en-GB" dirty="0" err="1"/>
              <a:t>i've</a:t>
            </a:r>
            <a:r>
              <a:rPr lang="en-GB" dirty="0"/>
              <a:t> picked the </a:t>
            </a:r>
            <a:r>
              <a:rPr lang="en-GB" dirty="0" err="1"/>
              <a:t>Rautman</a:t>
            </a:r>
            <a:r>
              <a:rPr lang="en-GB" dirty="0"/>
              <a:t> Drift Curves and the FOCUS definitions for water bodies and we can have a look at how much reduction we get.</a:t>
            </a:r>
          </a:p>
        </p:txBody>
      </p:sp>
      <p:sp>
        <p:nvSpPr>
          <p:cNvPr id="4" name="Slide Number Placeholder 3"/>
          <p:cNvSpPr>
            <a:spLocks noGrp="1"/>
          </p:cNvSpPr>
          <p:nvPr>
            <p:ph type="sldNum" sz="quarter" idx="5"/>
          </p:nvPr>
        </p:nvSpPr>
        <p:spPr/>
        <p:txBody>
          <a:bodyPr/>
          <a:lstStyle/>
          <a:p>
            <a:fld id="{ECA29B99-CA93-4CA8-B379-E8EFF02B94CC}" type="slidenum">
              <a:rPr lang="en-GB" smtClean="0"/>
              <a:t>12</a:t>
            </a:fld>
            <a:endParaRPr lang="en-GB"/>
          </a:p>
        </p:txBody>
      </p:sp>
    </p:spTree>
    <p:extLst>
      <p:ext uri="{BB962C8B-B14F-4D97-AF65-F5344CB8AC3E}">
        <p14:creationId xmlns:p14="http://schemas.microsoft.com/office/powerpoint/2010/main" val="27728080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As an example, I've chosen the FOCUS definition of Vegetables, meaning it uses the </a:t>
            </a:r>
            <a:r>
              <a:rPr lang="en-GB" dirty="0" err="1"/>
              <a:t>Rautman</a:t>
            </a:r>
            <a:r>
              <a:rPr lang="en-GB" dirty="0"/>
              <a:t> "Arable and veg sub 50cm" curve with 50cm from the crop to the bank.</a:t>
            </a:r>
          </a:p>
          <a:p>
            <a:r>
              <a:rPr lang="en-GB" dirty="0"/>
              <a:t>    - </a:t>
            </a:r>
            <a:r>
              <a:rPr lang="en-GB" dirty="0" err="1"/>
              <a:t>ANd</a:t>
            </a:r>
            <a:r>
              <a:rPr lang="en-GB" dirty="0"/>
              <a:t> the FOCUS Ditch definition which means the water body is 1m wide and a further 50cm separates the bank from the water</a:t>
            </a:r>
          </a:p>
          <a:p>
            <a:r>
              <a:rPr lang="en-GB" dirty="0"/>
              <a:t>    - I'm using this as example, but I have these for all crops, all water bodies, and a few other Drift Curves</a:t>
            </a:r>
          </a:p>
          <a:p>
            <a:r>
              <a:rPr lang="en-GB" dirty="0"/>
              <a:t>    - On the right you can see a heatmap for various row and inter-row widths which plots the *% reduction in drift from a full field broadcast application*. </a:t>
            </a:r>
          </a:p>
          <a:p>
            <a:r>
              <a:rPr lang="en-GB" dirty="0"/>
              <a:t>    - As you'd expect, large row and small inter-row shows little reduction (maybe 10%) and the opposite shows a large reduction (up to around 80%) </a:t>
            </a:r>
          </a:p>
        </p:txBody>
      </p:sp>
      <p:sp>
        <p:nvSpPr>
          <p:cNvPr id="4" name="Slide Number Placeholder 3"/>
          <p:cNvSpPr>
            <a:spLocks noGrp="1"/>
          </p:cNvSpPr>
          <p:nvPr>
            <p:ph type="sldNum" sz="quarter" idx="5"/>
          </p:nvPr>
        </p:nvSpPr>
        <p:spPr/>
        <p:txBody>
          <a:bodyPr/>
          <a:lstStyle/>
          <a:p>
            <a:fld id="{ECA29B99-CA93-4CA8-B379-E8EFF02B94CC}" type="slidenum">
              <a:rPr lang="en-GB" smtClean="0"/>
              <a:t>13</a:t>
            </a:fld>
            <a:endParaRPr lang="en-GB"/>
          </a:p>
        </p:txBody>
      </p:sp>
    </p:spTree>
    <p:extLst>
      <p:ext uri="{BB962C8B-B14F-4D97-AF65-F5344CB8AC3E}">
        <p14:creationId xmlns:p14="http://schemas.microsoft.com/office/powerpoint/2010/main" val="3466745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    - What's interesting is that you can plot a crop's growth cycle as line over this plot. Here I've made up theoretical crop where rows are 1.1m apart. As the crop grows, the row width to be sprayed grows and the inter-row shrinks the same amount.</a:t>
            </a:r>
          </a:p>
          <a:p>
            <a:r>
              <a:rPr lang="en-GB" dirty="0"/>
              <a:t>    - This means that drift refinement for banded applications can be made just by knowing the row spacing, and the expected diameter of a crop at various growth stages. </a:t>
            </a:r>
          </a:p>
        </p:txBody>
      </p:sp>
      <p:sp>
        <p:nvSpPr>
          <p:cNvPr id="4" name="Slide Number Placeholder 3"/>
          <p:cNvSpPr>
            <a:spLocks noGrp="1"/>
          </p:cNvSpPr>
          <p:nvPr>
            <p:ph type="sldNum" sz="quarter" idx="5"/>
          </p:nvPr>
        </p:nvSpPr>
        <p:spPr/>
        <p:txBody>
          <a:bodyPr/>
          <a:lstStyle/>
          <a:p>
            <a:fld id="{ECA29B99-CA93-4CA8-B379-E8EFF02B94CC}" type="slidenum">
              <a:rPr lang="en-GB" smtClean="0"/>
              <a:t>14</a:t>
            </a:fld>
            <a:endParaRPr lang="en-GB"/>
          </a:p>
        </p:txBody>
      </p:sp>
    </p:spTree>
    <p:extLst>
      <p:ext uri="{BB962C8B-B14F-4D97-AF65-F5344CB8AC3E}">
        <p14:creationId xmlns:p14="http://schemas.microsoft.com/office/powerpoint/2010/main" val="4253475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    - I've made a publicly web-app for anyone to see the drift loadings and % reductions from the methods described today. </a:t>
            </a:r>
          </a:p>
          <a:p>
            <a:r>
              <a:rPr lang="en-GB" dirty="0"/>
              <a:t>    - In addition, the project repository containing all R code and the plots for other crops and water bodies is publicly available on Syngenta's GitHub. </a:t>
            </a:r>
          </a:p>
          <a:p>
            <a:r>
              <a:rPr lang="en-GB" dirty="0"/>
              <a:t>    - I am happy to help people with these, just email me</a:t>
            </a:r>
          </a:p>
        </p:txBody>
      </p:sp>
      <p:sp>
        <p:nvSpPr>
          <p:cNvPr id="4" name="Slide Number Placeholder 3"/>
          <p:cNvSpPr>
            <a:spLocks noGrp="1"/>
          </p:cNvSpPr>
          <p:nvPr>
            <p:ph type="sldNum" sz="quarter" idx="5"/>
          </p:nvPr>
        </p:nvSpPr>
        <p:spPr/>
        <p:txBody>
          <a:bodyPr/>
          <a:lstStyle/>
          <a:p>
            <a:fld id="{ECA29B99-CA93-4CA8-B379-E8EFF02B94CC}" type="slidenum">
              <a:rPr lang="en-GB" smtClean="0"/>
              <a:t>15</a:t>
            </a:fld>
            <a:endParaRPr lang="en-GB"/>
          </a:p>
        </p:txBody>
      </p:sp>
    </p:spTree>
    <p:extLst>
      <p:ext uri="{BB962C8B-B14F-4D97-AF65-F5344CB8AC3E}">
        <p14:creationId xmlns:p14="http://schemas.microsoft.com/office/powerpoint/2010/main" val="1463275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Next steps, we want engagement, we want:</a:t>
            </a:r>
          </a:p>
          <a:p>
            <a:r>
              <a:rPr lang="en-GB" dirty="0"/>
              <a:t>      - Scrutiny of the method</a:t>
            </a:r>
          </a:p>
          <a:p>
            <a:r>
              <a:rPr lang="en-GB" dirty="0"/>
              <a:t>      - Thoughts on turning a theoretical approach to a practical RA tool</a:t>
            </a:r>
          </a:p>
          <a:p>
            <a:r>
              <a:rPr lang="en-GB" dirty="0"/>
              <a:t>      - Direction</a:t>
            </a:r>
          </a:p>
          <a:p>
            <a:r>
              <a:rPr lang="en-GB" dirty="0"/>
              <a:t>        - Is this something the UK would consider as a mitigation?</a:t>
            </a:r>
          </a:p>
          <a:p>
            <a:r>
              <a:rPr lang="en-GB" dirty="0"/>
              <a:t>    - On the right there is a moonshot idea of applying this method to patch application for a predetermined spray map. You could adjust this method to estimate the drift loading, then add spray buffer until the loading was acceptable to the RA. </a:t>
            </a:r>
          </a:p>
          <a:p>
            <a:r>
              <a:rPr lang="en-GB" dirty="0"/>
              <a:t>    - We know "Real time risk assessment" is a way off, but </a:t>
            </a:r>
            <a:r>
              <a:rPr lang="en-GB" dirty="0" err="1"/>
              <a:t>i</a:t>
            </a:r>
            <a:r>
              <a:rPr lang="en-GB" dirty="0"/>
              <a:t> think that's quite an exciting idea</a:t>
            </a:r>
          </a:p>
        </p:txBody>
      </p:sp>
      <p:sp>
        <p:nvSpPr>
          <p:cNvPr id="4" name="Slide Number Placeholder 3"/>
          <p:cNvSpPr>
            <a:spLocks noGrp="1"/>
          </p:cNvSpPr>
          <p:nvPr>
            <p:ph type="sldNum" sz="quarter" idx="5"/>
          </p:nvPr>
        </p:nvSpPr>
        <p:spPr/>
        <p:txBody>
          <a:bodyPr/>
          <a:lstStyle/>
          <a:p>
            <a:fld id="{ECA29B99-CA93-4CA8-B379-E8EFF02B94CC}" type="slidenum">
              <a:rPr lang="en-GB" smtClean="0"/>
              <a:t>16</a:t>
            </a:fld>
            <a:endParaRPr lang="en-GB"/>
          </a:p>
        </p:txBody>
      </p:sp>
    </p:spTree>
    <p:extLst>
      <p:ext uri="{BB962C8B-B14F-4D97-AF65-F5344CB8AC3E}">
        <p14:creationId xmlns:p14="http://schemas.microsoft.com/office/powerpoint/2010/main" val="40647487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4.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g"/><Relationship Id="rId1" Type="http://schemas.openxmlformats.org/officeDocument/2006/relationships/slideMaster" Target="../slideMasters/slideMaster4.xml"/><Relationship Id="rId4" Type="http://schemas.openxmlformats.org/officeDocument/2006/relationships/image" Target="../media/image2.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g"/><Relationship Id="rId1" Type="http://schemas.openxmlformats.org/officeDocument/2006/relationships/slideMaster" Target="../slideMasters/slideMaster4.xml"/><Relationship Id="rId4" Type="http://schemas.openxmlformats.org/officeDocument/2006/relationships/image" Target="../media/image5.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01_Cov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5816-EB3A-42CC-8EB6-2116CB7A6FEC}"/>
              </a:ext>
            </a:extLst>
          </p:cNvPr>
          <p:cNvSpPr>
            <a:spLocks noGrp="1"/>
          </p:cNvSpPr>
          <p:nvPr>
            <p:ph type="ctrTitle"/>
          </p:nvPr>
        </p:nvSpPr>
        <p:spPr>
          <a:xfrm>
            <a:off x="304800" y="1592263"/>
            <a:ext cx="5029200" cy="2503487"/>
          </a:xfrm>
        </p:spPr>
        <p:txBody>
          <a:bodyPr anchor="b" anchorCtr="0"/>
          <a:lstStyle>
            <a:lvl1pPr algn="l">
              <a:defRPr sz="44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551F0510-29DA-413B-BAC3-98B769B38B6B}"/>
              </a:ext>
            </a:extLst>
          </p:cNvPr>
          <p:cNvSpPr>
            <a:spLocks noGrp="1"/>
          </p:cNvSpPr>
          <p:nvPr>
            <p:ph type="subTitle" idx="1"/>
          </p:nvPr>
        </p:nvSpPr>
        <p:spPr>
          <a:xfrm>
            <a:off x="304800" y="4208211"/>
            <a:ext cx="5029200" cy="891791"/>
          </a:xfrm>
        </p:spPr>
        <p:txBody>
          <a:bodyPr lIns="0" tIns="0" rIns="0" bIns="0"/>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3082E7E1-A232-40B7-9C0B-4B0C65E7DA72}"/>
              </a:ext>
            </a:extLst>
          </p:cNvPr>
          <p:cNvSpPr>
            <a:spLocks noGrp="1"/>
          </p:cNvSpPr>
          <p:nvPr>
            <p:ph type="dt" sz="half" idx="10"/>
          </p:nvPr>
        </p:nvSpPr>
        <p:spPr>
          <a:xfrm>
            <a:off x="304800" y="5844101"/>
            <a:ext cx="2121408" cy="411480"/>
          </a:xfrm>
          <a:prstGeom prst="rect">
            <a:avLst/>
          </a:prstGeom>
        </p:spPr>
        <p:txBody>
          <a:bodyPr lIns="0" tIns="0" rIns="0" bIns="0"/>
          <a:lstStyle>
            <a:lvl1pPr algn="l">
              <a:defRPr sz="1000"/>
            </a:lvl1pPr>
          </a:lstStyle>
          <a:p>
            <a:r>
              <a:rPr lang="pl-PL"/>
              <a:t>Date</a:t>
            </a:r>
            <a:endParaRPr lang="en-GB" dirty="0"/>
          </a:p>
        </p:txBody>
      </p:sp>
      <p:sp>
        <p:nvSpPr>
          <p:cNvPr id="5" name="Footer Placeholder 4">
            <a:extLst>
              <a:ext uri="{FF2B5EF4-FFF2-40B4-BE49-F238E27FC236}">
                <a16:creationId xmlns:a16="http://schemas.microsoft.com/office/drawing/2014/main" id="{1BE80F68-B7EB-4CFA-B511-76AC6EA50029}"/>
              </a:ext>
            </a:extLst>
          </p:cNvPr>
          <p:cNvSpPr>
            <a:spLocks noGrp="1"/>
          </p:cNvSpPr>
          <p:nvPr>
            <p:ph type="ftr" sz="quarter" idx="11"/>
          </p:nvPr>
        </p:nvSpPr>
        <p:spPr>
          <a:xfrm>
            <a:off x="304800" y="5436099"/>
            <a:ext cx="2121408" cy="411480"/>
          </a:xfrm>
          <a:ln>
            <a:solidFill>
              <a:schemeClr val="tx1"/>
            </a:solidFill>
          </a:ln>
        </p:spPr>
        <p:txBody>
          <a:bodyPr lIns="0" tIns="128016" rIns="0" bIns="0"/>
          <a:lstStyle>
            <a:lvl1pPr algn="l">
              <a:defRPr sz="1000"/>
            </a:lvl1pPr>
          </a:lstStyle>
          <a:p>
            <a:r>
              <a:rPr lang="en-GB" dirty="0"/>
              <a:t>Classification: Public</a:t>
            </a:r>
          </a:p>
        </p:txBody>
      </p:sp>
      <p:pic>
        <p:nvPicPr>
          <p:cNvPr id="7" name="Graphic 6">
            <a:extLst>
              <a:ext uri="{FF2B5EF4-FFF2-40B4-BE49-F238E27FC236}">
                <a16:creationId xmlns:a16="http://schemas.microsoft.com/office/drawing/2014/main" id="{A22387D7-CE2A-8F15-D34A-56673FC3C92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4800" y="228600"/>
            <a:ext cx="1788072" cy="532946"/>
          </a:xfrm>
          <a:prstGeom prst="rect">
            <a:avLst/>
          </a:prstGeom>
        </p:spPr>
      </p:pic>
      <p:sp>
        <p:nvSpPr>
          <p:cNvPr id="17" name="Text Placeholder 16">
            <a:extLst>
              <a:ext uri="{FF2B5EF4-FFF2-40B4-BE49-F238E27FC236}">
                <a16:creationId xmlns:a16="http://schemas.microsoft.com/office/drawing/2014/main" id="{F2969447-42C1-9F03-2F90-B5D695764FF4}"/>
              </a:ext>
            </a:extLst>
          </p:cNvPr>
          <p:cNvSpPr>
            <a:spLocks noGrp="1"/>
          </p:cNvSpPr>
          <p:nvPr>
            <p:ph type="body" sz="quarter" idx="12"/>
          </p:nvPr>
        </p:nvSpPr>
        <p:spPr>
          <a:xfrm>
            <a:off x="6441902" y="798789"/>
            <a:ext cx="5330999" cy="5276193"/>
          </a:xfrm>
          <a:custGeom>
            <a:avLst/>
            <a:gdLst>
              <a:gd name="connsiteX0" fmla="*/ 4529963 w 5330999"/>
              <a:gd name="connsiteY0" fmla="*/ 550532 h 5276193"/>
              <a:gd name="connsiteX1" fmla="*/ 1050420 w 5330999"/>
              <a:gd name="connsiteY1" fmla="*/ 1915694 h 5276193"/>
              <a:gd name="connsiteX2" fmla="*/ 429947 w 5330999"/>
              <a:gd name="connsiteY2" fmla="*/ 3653385 h 5276193"/>
              <a:gd name="connsiteX3" fmla="*/ 537045 w 5330999"/>
              <a:gd name="connsiteY3" fmla="*/ 4621975 h 5276193"/>
              <a:gd name="connsiteX4" fmla="*/ 1401680 w 5330999"/>
              <a:gd name="connsiteY4" fmla="*/ 4524044 h 5276193"/>
              <a:gd name="connsiteX5" fmla="*/ 1471570 w 5330999"/>
              <a:gd name="connsiteY5" fmla="*/ 4524044 h 5276193"/>
              <a:gd name="connsiteX6" fmla="*/ 3379161 w 5330999"/>
              <a:gd name="connsiteY6" fmla="*/ 3903462 h 5276193"/>
              <a:gd name="connsiteX7" fmla="*/ 4021439 w 5330999"/>
              <a:gd name="connsiteY7" fmla="*/ 2289290 h 5276193"/>
              <a:gd name="connsiteX8" fmla="*/ 4529963 w 5330999"/>
              <a:gd name="connsiteY8" fmla="*/ 550532 h 5276193"/>
              <a:gd name="connsiteX9" fmla="*/ 5330999 w 5330999"/>
              <a:gd name="connsiteY9" fmla="*/ 0 h 5276193"/>
              <a:gd name="connsiteX10" fmla="*/ 5103792 w 5330999"/>
              <a:gd name="connsiteY10" fmla="*/ 385005 h 5276193"/>
              <a:gd name="connsiteX11" fmla="*/ 4443708 w 5330999"/>
              <a:gd name="connsiteY11" fmla="*/ 2370321 h 5276193"/>
              <a:gd name="connsiteX12" fmla="*/ 3683241 w 5330999"/>
              <a:gd name="connsiteY12" fmla="*/ 4207436 h 5276193"/>
              <a:gd name="connsiteX13" fmla="*/ 1471143 w 5330999"/>
              <a:gd name="connsiteY13" fmla="*/ 4953935 h 5276193"/>
              <a:gd name="connsiteX14" fmla="*/ 1401680 w 5330999"/>
              <a:gd name="connsiteY14" fmla="*/ 4953935 h 5276193"/>
              <a:gd name="connsiteX15" fmla="*/ 539284 w 5330999"/>
              <a:gd name="connsiteY15" fmla="*/ 5082306 h 5276193"/>
              <a:gd name="connsiteX16" fmla="*/ 325245 w 5330999"/>
              <a:gd name="connsiteY16" fmla="*/ 5236692 h 5276193"/>
              <a:gd name="connsiteX17" fmla="*/ 282810 w 5330999"/>
              <a:gd name="connsiteY17" fmla="*/ 5276193 h 5276193"/>
              <a:gd name="connsiteX18" fmla="*/ 190904 w 5330999"/>
              <a:gd name="connsiteY18" fmla="*/ 4984642 h 5276193"/>
              <a:gd name="connsiteX19" fmla="*/ 0 w 5330999"/>
              <a:gd name="connsiteY19" fmla="*/ 3653385 h 5276193"/>
              <a:gd name="connsiteX20" fmla="*/ 746553 w 5330999"/>
              <a:gd name="connsiteY20" fmla="*/ 1611507 h 5276193"/>
              <a:gd name="connsiteX21" fmla="*/ 4888314 w 5330999"/>
              <a:gd name="connsiteY21" fmla="*/ 62959 h 527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30999" h="5276193">
                <a:moveTo>
                  <a:pt x="4529963" y="550532"/>
                </a:moveTo>
                <a:cubicBezTo>
                  <a:pt x="2841369" y="816442"/>
                  <a:pt x="1702776" y="1263233"/>
                  <a:pt x="1050420" y="1915694"/>
                </a:cubicBezTo>
                <a:cubicBezTo>
                  <a:pt x="627086" y="2338281"/>
                  <a:pt x="429947" y="2890466"/>
                  <a:pt x="429947" y="3653385"/>
                </a:cubicBezTo>
                <a:cubicBezTo>
                  <a:pt x="429947" y="3990251"/>
                  <a:pt x="466943" y="4324185"/>
                  <a:pt x="537045" y="4621975"/>
                </a:cubicBezTo>
                <a:cubicBezTo>
                  <a:pt x="804928" y="4541369"/>
                  <a:pt x="1152189" y="4524044"/>
                  <a:pt x="1401680" y="4524044"/>
                </a:cubicBezTo>
                <a:lnTo>
                  <a:pt x="1471570" y="4524044"/>
                </a:lnTo>
                <a:cubicBezTo>
                  <a:pt x="2189708" y="4524844"/>
                  <a:pt x="2757940" y="4525376"/>
                  <a:pt x="3379161" y="3903462"/>
                </a:cubicBezTo>
                <a:cubicBezTo>
                  <a:pt x="3789754" y="3493242"/>
                  <a:pt x="3897121" y="2935300"/>
                  <a:pt x="4021439" y="2289290"/>
                </a:cubicBezTo>
                <a:cubicBezTo>
                  <a:pt x="4122355" y="1764667"/>
                  <a:pt x="4236278" y="1172553"/>
                  <a:pt x="4529963" y="550532"/>
                </a:cubicBezTo>
                <a:close/>
                <a:moveTo>
                  <a:pt x="5330999" y="0"/>
                </a:moveTo>
                <a:lnTo>
                  <a:pt x="5103792" y="385005"/>
                </a:lnTo>
                <a:cubicBezTo>
                  <a:pt x="4691226" y="1083952"/>
                  <a:pt x="4559711" y="1767332"/>
                  <a:pt x="4443708" y="2370321"/>
                </a:cubicBezTo>
                <a:cubicBezTo>
                  <a:pt x="4311712" y="3056207"/>
                  <a:pt x="4187073" y="3704030"/>
                  <a:pt x="3683241" y="4207436"/>
                </a:cubicBezTo>
                <a:cubicBezTo>
                  <a:pt x="2935568" y="4955855"/>
                  <a:pt x="2224040" y="4954948"/>
                  <a:pt x="1471143" y="4953935"/>
                </a:cubicBezTo>
                <a:lnTo>
                  <a:pt x="1401680" y="4953935"/>
                </a:lnTo>
                <a:cubicBezTo>
                  <a:pt x="993539" y="4953935"/>
                  <a:pt x="687220" y="4999515"/>
                  <a:pt x="539284" y="5082306"/>
                </a:cubicBezTo>
                <a:cubicBezTo>
                  <a:pt x="420083" y="5148943"/>
                  <a:pt x="326204" y="5235838"/>
                  <a:pt x="325245" y="5236692"/>
                </a:cubicBezTo>
                <a:lnTo>
                  <a:pt x="282810" y="5276193"/>
                </a:lnTo>
                <a:lnTo>
                  <a:pt x="190904" y="4984642"/>
                </a:lnTo>
                <a:cubicBezTo>
                  <a:pt x="65999" y="4588336"/>
                  <a:pt x="0" y="4128004"/>
                  <a:pt x="0" y="3653385"/>
                </a:cubicBezTo>
                <a:cubicBezTo>
                  <a:pt x="0" y="2768813"/>
                  <a:pt x="237230" y="2119978"/>
                  <a:pt x="746553" y="1611507"/>
                </a:cubicBezTo>
                <a:cubicBezTo>
                  <a:pt x="1732043" y="625913"/>
                  <a:pt x="3393288" y="275612"/>
                  <a:pt x="4888314" y="62959"/>
                </a:cubicBezTo>
                <a:close/>
              </a:path>
            </a:pathLst>
          </a:custGeom>
          <a:solidFill>
            <a:schemeClr val="tx2"/>
          </a:solidFill>
        </p:spPr>
        <p:txBody>
          <a:bodyPr wrap="square">
            <a:noAutofit/>
          </a:bodyPr>
          <a:lstStyle>
            <a:lvl1pPr>
              <a:defRPr>
                <a:noFill/>
              </a:defRPr>
            </a:lvl1pPr>
          </a:lstStyle>
          <a:p>
            <a:pPr lvl="0"/>
            <a:r>
              <a:rPr lang="en-US"/>
              <a:t>Click to edit Master text styles</a:t>
            </a:r>
          </a:p>
        </p:txBody>
      </p:sp>
    </p:spTree>
    <p:extLst>
      <p:ext uri="{BB962C8B-B14F-4D97-AF65-F5344CB8AC3E}">
        <p14:creationId xmlns:p14="http://schemas.microsoft.com/office/powerpoint/2010/main" val="837461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02_Cov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5816-EB3A-42CC-8EB6-2116CB7A6FEC}"/>
              </a:ext>
            </a:extLst>
          </p:cNvPr>
          <p:cNvSpPr>
            <a:spLocks noGrp="1"/>
          </p:cNvSpPr>
          <p:nvPr>
            <p:ph type="ctrTitle"/>
          </p:nvPr>
        </p:nvSpPr>
        <p:spPr>
          <a:xfrm>
            <a:off x="304800" y="1592263"/>
            <a:ext cx="5029200" cy="2503487"/>
          </a:xfrm>
        </p:spPr>
        <p:txBody>
          <a:bodyPr anchor="b" anchorCtr="0"/>
          <a:lstStyle>
            <a:lvl1pPr algn="l">
              <a:defRPr sz="44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551F0510-29DA-413B-BAC3-98B769B38B6B}"/>
              </a:ext>
            </a:extLst>
          </p:cNvPr>
          <p:cNvSpPr>
            <a:spLocks noGrp="1"/>
          </p:cNvSpPr>
          <p:nvPr>
            <p:ph type="subTitle" idx="1"/>
          </p:nvPr>
        </p:nvSpPr>
        <p:spPr>
          <a:xfrm>
            <a:off x="304800" y="4208211"/>
            <a:ext cx="5029200" cy="891791"/>
          </a:xfrm>
        </p:spPr>
        <p:txBody>
          <a:bodyPr lIns="0" tIns="0" rIns="0" bIns="0"/>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3082E7E1-A232-40B7-9C0B-4B0C65E7DA72}"/>
              </a:ext>
            </a:extLst>
          </p:cNvPr>
          <p:cNvSpPr>
            <a:spLocks noGrp="1"/>
          </p:cNvSpPr>
          <p:nvPr>
            <p:ph type="dt" sz="half" idx="10"/>
          </p:nvPr>
        </p:nvSpPr>
        <p:spPr>
          <a:xfrm>
            <a:off x="304800" y="5844101"/>
            <a:ext cx="2121408" cy="411480"/>
          </a:xfrm>
          <a:prstGeom prst="rect">
            <a:avLst/>
          </a:prstGeom>
        </p:spPr>
        <p:txBody>
          <a:bodyPr lIns="0" tIns="0" rIns="0" bIns="0"/>
          <a:lstStyle>
            <a:lvl1pPr algn="l">
              <a:defRPr sz="1000"/>
            </a:lvl1pPr>
          </a:lstStyle>
          <a:p>
            <a:r>
              <a:rPr lang="pl-PL"/>
              <a:t>Date</a:t>
            </a:r>
            <a:endParaRPr lang="en-GB" dirty="0"/>
          </a:p>
        </p:txBody>
      </p:sp>
      <p:sp>
        <p:nvSpPr>
          <p:cNvPr id="5" name="Footer Placeholder 4">
            <a:extLst>
              <a:ext uri="{FF2B5EF4-FFF2-40B4-BE49-F238E27FC236}">
                <a16:creationId xmlns:a16="http://schemas.microsoft.com/office/drawing/2014/main" id="{1BE80F68-B7EB-4CFA-B511-76AC6EA50029}"/>
              </a:ext>
            </a:extLst>
          </p:cNvPr>
          <p:cNvSpPr>
            <a:spLocks noGrp="1"/>
          </p:cNvSpPr>
          <p:nvPr>
            <p:ph type="ftr" sz="quarter" idx="11"/>
          </p:nvPr>
        </p:nvSpPr>
        <p:spPr>
          <a:xfrm>
            <a:off x="304800" y="5436099"/>
            <a:ext cx="2121408" cy="411480"/>
          </a:xfrm>
          <a:ln>
            <a:solidFill>
              <a:schemeClr val="tx1"/>
            </a:solidFill>
          </a:ln>
        </p:spPr>
        <p:txBody>
          <a:bodyPr lIns="0" tIns="128016" rIns="0" bIns="0"/>
          <a:lstStyle>
            <a:lvl1pPr algn="l">
              <a:defRPr sz="1000"/>
            </a:lvl1pPr>
          </a:lstStyle>
          <a:p>
            <a:r>
              <a:rPr lang="en-GB" dirty="0"/>
              <a:t>Classification: Public</a:t>
            </a:r>
          </a:p>
        </p:txBody>
      </p:sp>
      <p:pic>
        <p:nvPicPr>
          <p:cNvPr id="7" name="Graphic 6">
            <a:extLst>
              <a:ext uri="{FF2B5EF4-FFF2-40B4-BE49-F238E27FC236}">
                <a16:creationId xmlns:a16="http://schemas.microsoft.com/office/drawing/2014/main" id="{A22387D7-CE2A-8F15-D34A-56673FC3C92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4800" y="228600"/>
            <a:ext cx="1788072" cy="532946"/>
          </a:xfrm>
          <a:prstGeom prst="rect">
            <a:avLst/>
          </a:prstGeom>
        </p:spPr>
      </p:pic>
      <p:pic>
        <p:nvPicPr>
          <p:cNvPr id="15" name="Picture Placeholder 13">
            <a:extLst>
              <a:ext uri="{FF2B5EF4-FFF2-40B4-BE49-F238E27FC236}">
                <a16:creationId xmlns:a16="http://schemas.microsoft.com/office/drawing/2014/main" id="{7CC70386-D2CA-051C-3592-D35CDDE6B72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6442923" y="798789"/>
            <a:ext cx="5328954" cy="5276193"/>
          </a:xfrm>
          <a:custGeom>
            <a:avLst/>
            <a:gdLst>
              <a:gd name="connsiteX0" fmla="*/ 4529962 w 5330998"/>
              <a:gd name="connsiteY0" fmla="*/ 550532 h 5276193"/>
              <a:gd name="connsiteX1" fmla="*/ 1050419 w 5330998"/>
              <a:gd name="connsiteY1" fmla="*/ 1915694 h 5276193"/>
              <a:gd name="connsiteX2" fmla="*/ 429946 w 5330998"/>
              <a:gd name="connsiteY2" fmla="*/ 3653385 h 5276193"/>
              <a:gd name="connsiteX3" fmla="*/ 537044 w 5330998"/>
              <a:gd name="connsiteY3" fmla="*/ 4621975 h 5276193"/>
              <a:gd name="connsiteX4" fmla="*/ 1401679 w 5330998"/>
              <a:gd name="connsiteY4" fmla="*/ 4524044 h 5276193"/>
              <a:gd name="connsiteX5" fmla="*/ 1471569 w 5330998"/>
              <a:gd name="connsiteY5" fmla="*/ 4524044 h 5276193"/>
              <a:gd name="connsiteX6" fmla="*/ 3379160 w 5330998"/>
              <a:gd name="connsiteY6" fmla="*/ 3903462 h 5276193"/>
              <a:gd name="connsiteX7" fmla="*/ 4021438 w 5330998"/>
              <a:gd name="connsiteY7" fmla="*/ 2289290 h 5276193"/>
              <a:gd name="connsiteX8" fmla="*/ 4529962 w 5330998"/>
              <a:gd name="connsiteY8" fmla="*/ 550532 h 5276193"/>
              <a:gd name="connsiteX9" fmla="*/ 5330998 w 5330998"/>
              <a:gd name="connsiteY9" fmla="*/ 0 h 5276193"/>
              <a:gd name="connsiteX10" fmla="*/ 5103791 w 5330998"/>
              <a:gd name="connsiteY10" fmla="*/ 385005 h 5276193"/>
              <a:gd name="connsiteX11" fmla="*/ 4443707 w 5330998"/>
              <a:gd name="connsiteY11" fmla="*/ 2370321 h 5276193"/>
              <a:gd name="connsiteX12" fmla="*/ 3683240 w 5330998"/>
              <a:gd name="connsiteY12" fmla="*/ 4207436 h 5276193"/>
              <a:gd name="connsiteX13" fmla="*/ 1471143 w 5330998"/>
              <a:gd name="connsiteY13" fmla="*/ 4953935 h 5276193"/>
              <a:gd name="connsiteX14" fmla="*/ 1401679 w 5330998"/>
              <a:gd name="connsiteY14" fmla="*/ 4953935 h 5276193"/>
              <a:gd name="connsiteX15" fmla="*/ 539284 w 5330998"/>
              <a:gd name="connsiteY15" fmla="*/ 5082306 h 5276193"/>
              <a:gd name="connsiteX16" fmla="*/ 325245 w 5330998"/>
              <a:gd name="connsiteY16" fmla="*/ 5236692 h 5276193"/>
              <a:gd name="connsiteX17" fmla="*/ 282809 w 5330998"/>
              <a:gd name="connsiteY17" fmla="*/ 5276193 h 5276193"/>
              <a:gd name="connsiteX18" fmla="*/ 190903 w 5330998"/>
              <a:gd name="connsiteY18" fmla="*/ 4984642 h 5276193"/>
              <a:gd name="connsiteX19" fmla="*/ 0 w 5330998"/>
              <a:gd name="connsiteY19" fmla="*/ 3653385 h 5276193"/>
              <a:gd name="connsiteX20" fmla="*/ 746552 w 5330998"/>
              <a:gd name="connsiteY20" fmla="*/ 1611507 h 5276193"/>
              <a:gd name="connsiteX21" fmla="*/ 4888313 w 5330998"/>
              <a:gd name="connsiteY21" fmla="*/ 62959 h 527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30998" h="5276193">
                <a:moveTo>
                  <a:pt x="4529962" y="550532"/>
                </a:moveTo>
                <a:cubicBezTo>
                  <a:pt x="2841368" y="816442"/>
                  <a:pt x="1702775" y="1263233"/>
                  <a:pt x="1050419" y="1915694"/>
                </a:cubicBezTo>
                <a:cubicBezTo>
                  <a:pt x="627085" y="2338281"/>
                  <a:pt x="429946" y="2890466"/>
                  <a:pt x="429946" y="3653385"/>
                </a:cubicBezTo>
                <a:cubicBezTo>
                  <a:pt x="429946" y="3990251"/>
                  <a:pt x="466943" y="4324185"/>
                  <a:pt x="537044" y="4621975"/>
                </a:cubicBezTo>
                <a:cubicBezTo>
                  <a:pt x="804928" y="4541369"/>
                  <a:pt x="1152188" y="4524044"/>
                  <a:pt x="1401679" y="4524044"/>
                </a:cubicBezTo>
                <a:lnTo>
                  <a:pt x="1471569" y="4524044"/>
                </a:lnTo>
                <a:cubicBezTo>
                  <a:pt x="2189707" y="4524844"/>
                  <a:pt x="2757939" y="4525376"/>
                  <a:pt x="3379160" y="3903462"/>
                </a:cubicBezTo>
                <a:cubicBezTo>
                  <a:pt x="3789753" y="3493242"/>
                  <a:pt x="3897120" y="2935300"/>
                  <a:pt x="4021438" y="2289290"/>
                </a:cubicBezTo>
                <a:cubicBezTo>
                  <a:pt x="4122354" y="1764667"/>
                  <a:pt x="4236277" y="1172553"/>
                  <a:pt x="4529962" y="550532"/>
                </a:cubicBezTo>
                <a:close/>
                <a:moveTo>
                  <a:pt x="5330998" y="0"/>
                </a:moveTo>
                <a:lnTo>
                  <a:pt x="5103791" y="385005"/>
                </a:lnTo>
                <a:cubicBezTo>
                  <a:pt x="4691225" y="1083952"/>
                  <a:pt x="4559710" y="1767332"/>
                  <a:pt x="4443707" y="2370321"/>
                </a:cubicBezTo>
                <a:cubicBezTo>
                  <a:pt x="4311711" y="3056207"/>
                  <a:pt x="4187072" y="3704030"/>
                  <a:pt x="3683240" y="4207436"/>
                </a:cubicBezTo>
                <a:cubicBezTo>
                  <a:pt x="2935567" y="4955855"/>
                  <a:pt x="2224039" y="4954948"/>
                  <a:pt x="1471143" y="4953935"/>
                </a:cubicBezTo>
                <a:lnTo>
                  <a:pt x="1401679" y="4953935"/>
                </a:lnTo>
                <a:cubicBezTo>
                  <a:pt x="993538" y="4953935"/>
                  <a:pt x="687219" y="4999515"/>
                  <a:pt x="539284" y="5082306"/>
                </a:cubicBezTo>
                <a:cubicBezTo>
                  <a:pt x="420083" y="5148943"/>
                  <a:pt x="326203" y="5235838"/>
                  <a:pt x="325245" y="5236692"/>
                </a:cubicBezTo>
                <a:lnTo>
                  <a:pt x="282809" y="5276193"/>
                </a:lnTo>
                <a:lnTo>
                  <a:pt x="190903" y="4984642"/>
                </a:lnTo>
                <a:cubicBezTo>
                  <a:pt x="65999" y="4588336"/>
                  <a:pt x="0" y="4128004"/>
                  <a:pt x="0" y="3653385"/>
                </a:cubicBezTo>
                <a:cubicBezTo>
                  <a:pt x="0" y="2768813"/>
                  <a:pt x="237229" y="2119978"/>
                  <a:pt x="746552" y="1611507"/>
                </a:cubicBezTo>
                <a:cubicBezTo>
                  <a:pt x="1732042" y="625913"/>
                  <a:pt x="3393287" y="275612"/>
                  <a:pt x="4888313" y="62959"/>
                </a:cubicBezTo>
                <a:close/>
              </a:path>
            </a:pathLst>
          </a:custGeom>
          <a:pattFill prst="ltVert">
            <a:fgClr>
              <a:schemeClr val="bg1">
                <a:lumMod val="85000"/>
              </a:schemeClr>
            </a:fgClr>
            <a:bgClr>
              <a:schemeClr val="bg1"/>
            </a:bgClr>
          </a:pattFill>
        </p:spPr>
      </p:pic>
    </p:spTree>
    <p:extLst>
      <p:ext uri="{BB962C8B-B14F-4D97-AF65-F5344CB8AC3E}">
        <p14:creationId xmlns:p14="http://schemas.microsoft.com/office/powerpoint/2010/main" val="2410012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Agenda">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8F89D-1E17-4736-A2DE-3A958C13FFEE}"/>
              </a:ext>
            </a:extLst>
          </p:cNvPr>
          <p:cNvSpPr>
            <a:spLocks noGrp="1"/>
          </p:cNvSpPr>
          <p:nvPr>
            <p:ph type="title" hasCustomPrompt="1"/>
          </p:nvPr>
        </p:nvSpPr>
        <p:spPr>
          <a:xfrm>
            <a:off x="304800" y="1374113"/>
            <a:ext cx="11582400" cy="777240"/>
          </a:xfrm>
        </p:spPr>
        <p:txBody>
          <a:bodyPr anchor="b"/>
          <a:lstStyle>
            <a:lvl1pPr>
              <a:defRPr sz="4000"/>
            </a:lvl1pPr>
          </a:lstStyle>
          <a:p>
            <a:r>
              <a:rPr lang="en-US" dirty="0"/>
              <a:t>Agenda Title</a:t>
            </a:r>
            <a:endParaRPr lang="en-GB" dirty="0"/>
          </a:p>
        </p:txBody>
      </p:sp>
      <p:sp>
        <p:nvSpPr>
          <p:cNvPr id="4" name="Footer Placeholder 3">
            <a:extLst>
              <a:ext uri="{FF2B5EF4-FFF2-40B4-BE49-F238E27FC236}">
                <a16:creationId xmlns:a16="http://schemas.microsoft.com/office/drawing/2014/main" id="{6D1DD80A-9C32-4615-A774-BE188EE35B82}"/>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DC7992EC-D8F9-405E-835D-AFE6C47819B9}"/>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9" name="Text Placeholder 8">
            <a:extLst>
              <a:ext uri="{FF2B5EF4-FFF2-40B4-BE49-F238E27FC236}">
                <a16:creationId xmlns:a16="http://schemas.microsoft.com/office/drawing/2014/main" id="{F956791E-6906-4DFF-9C42-39BB02696491}"/>
              </a:ext>
            </a:extLst>
          </p:cNvPr>
          <p:cNvSpPr>
            <a:spLocks noGrp="1"/>
          </p:cNvSpPr>
          <p:nvPr>
            <p:ph type="body" sz="quarter" idx="13"/>
          </p:nvPr>
        </p:nvSpPr>
        <p:spPr>
          <a:xfrm>
            <a:off x="304800" y="2527300"/>
            <a:ext cx="11582400" cy="3721100"/>
          </a:xfrm>
        </p:spPr>
        <p:txBody>
          <a:bodyPr numCol="2" spcCol="914400"/>
          <a:lstStyle>
            <a:lvl1pPr marL="292608" indent="-292608">
              <a:buClr>
                <a:schemeClr val="tx2"/>
              </a:buClr>
              <a:buFont typeface="+mj-lt"/>
              <a:buAutoNum type="arabicPeriod"/>
              <a:defRPr sz="1800"/>
            </a:lvl1pPr>
            <a:lvl2pPr marL="574675" indent="-292608">
              <a:buSzPct val="80000"/>
              <a:buFont typeface="Arial" panose="020B0604020202020204" pitchFamily="34" charset="0"/>
              <a:buChar char="●"/>
              <a:defRPr sz="1800"/>
            </a:lvl2pPr>
            <a:lvl3pPr marL="868680" indent="-292608">
              <a:buFont typeface="Courier New" panose="02070309020205020404" pitchFamily="49" charset="0"/>
              <a:buChar char="-"/>
              <a:defRPr sz="1800"/>
            </a:lvl3pPr>
            <a:lvl4pPr marL="1152144" indent="-292608">
              <a:buFont typeface="Arial" panose="020B0604020202020204" pitchFamily="34" charset="0"/>
              <a:buChar char="•"/>
              <a:defRPr sz="1800"/>
            </a:lvl4pPr>
            <a:lvl5pPr marL="1444752" indent="-292608">
              <a:buFont typeface="Courier New" panose="02070309020205020404" pitchFamily="49" charset="0"/>
              <a:buChar cha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Freeform: Shape 7">
            <a:extLst>
              <a:ext uri="{FF2B5EF4-FFF2-40B4-BE49-F238E27FC236}">
                <a16:creationId xmlns:a16="http://schemas.microsoft.com/office/drawing/2014/main" id="{F59D62A2-A9E2-2751-DDC2-01E57B4C26A8}"/>
              </a:ext>
            </a:extLst>
          </p:cNvPr>
          <p:cNvSpPr/>
          <p:nvPr/>
        </p:nvSpPr>
        <p:spPr>
          <a:xfrm>
            <a:off x="6065264" y="609601"/>
            <a:ext cx="5707636" cy="5648958"/>
          </a:xfrm>
          <a:custGeom>
            <a:avLst/>
            <a:gdLst>
              <a:gd name="connsiteX0" fmla="*/ 3768352 w 4434712"/>
              <a:gd name="connsiteY0" fmla="*/ 457973 h 4389120"/>
              <a:gd name="connsiteX1" fmla="*/ 873816 w 4434712"/>
              <a:gd name="connsiteY1" fmla="*/ 1593614 h 4389120"/>
              <a:gd name="connsiteX2" fmla="*/ 357660 w 4434712"/>
              <a:gd name="connsiteY2" fmla="*/ 3039151 h 4389120"/>
              <a:gd name="connsiteX3" fmla="*/ 446752 w 4434712"/>
              <a:gd name="connsiteY3" fmla="*/ 3844894 h 4389120"/>
              <a:gd name="connsiteX4" fmla="*/ 1166019 w 4434712"/>
              <a:gd name="connsiteY4" fmla="*/ 3763428 h 4389120"/>
              <a:gd name="connsiteX5" fmla="*/ 1224159 w 4434712"/>
              <a:gd name="connsiteY5" fmla="*/ 3763428 h 4389120"/>
              <a:gd name="connsiteX6" fmla="*/ 2811032 w 4434712"/>
              <a:gd name="connsiteY6" fmla="*/ 3247183 h 4389120"/>
              <a:gd name="connsiteX7" fmla="*/ 3345325 w 4434712"/>
              <a:gd name="connsiteY7" fmla="*/ 1904398 h 4389120"/>
              <a:gd name="connsiteX8" fmla="*/ 3768352 w 4434712"/>
              <a:gd name="connsiteY8" fmla="*/ 457973 h 4389120"/>
              <a:gd name="connsiteX9" fmla="*/ 4434712 w 4434712"/>
              <a:gd name="connsiteY9" fmla="*/ 0 h 4389120"/>
              <a:gd name="connsiteX10" fmla="*/ 4245705 w 4434712"/>
              <a:gd name="connsiteY10" fmla="*/ 320275 h 4389120"/>
              <a:gd name="connsiteX11" fmla="*/ 3696599 w 4434712"/>
              <a:gd name="connsiteY11" fmla="*/ 1971805 h 4389120"/>
              <a:gd name="connsiteX12" fmla="*/ 3063988 w 4434712"/>
              <a:gd name="connsiteY12" fmla="*/ 3500051 h 4389120"/>
              <a:gd name="connsiteX13" fmla="*/ 1223804 w 4434712"/>
              <a:gd name="connsiteY13" fmla="*/ 4121043 h 4389120"/>
              <a:gd name="connsiteX14" fmla="*/ 1166019 w 4434712"/>
              <a:gd name="connsiteY14" fmla="*/ 4121043 h 4389120"/>
              <a:gd name="connsiteX15" fmla="*/ 448616 w 4434712"/>
              <a:gd name="connsiteY15" fmla="*/ 4227831 h 4389120"/>
              <a:gd name="connsiteX16" fmla="*/ 270563 w 4434712"/>
              <a:gd name="connsiteY16" fmla="*/ 4356261 h 4389120"/>
              <a:gd name="connsiteX17" fmla="*/ 235262 w 4434712"/>
              <a:gd name="connsiteY17" fmla="*/ 4389120 h 4389120"/>
              <a:gd name="connsiteX18" fmla="*/ 158808 w 4434712"/>
              <a:gd name="connsiteY18" fmla="*/ 4146587 h 4389120"/>
              <a:gd name="connsiteX19" fmla="*/ 0 w 4434712"/>
              <a:gd name="connsiteY19" fmla="*/ 3039151 h 4389120"/>
              <a:gd name="connsiteX20" fmla="*/ 621037 w 4434712"/>
              <a:gd name="connsiteY20" fmla="*/ 1340569 h 4389120"/>
              <a:gd name="connsiteX21" fmla="*/ 4066455 w 4434712"/>
              <a:gd name="connsiteY21" fmla="*/ 52374 h 438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34712" h="4389120">
                <a:moveTo>
                  <a:pt x="3768352" y="457973"/>
                </a:moveTo>
                <a:cubicBezTo>
                  <a:pt x="2363657" y="679176"/>
                  <a:pt x="1416492" y="1050849"/>
                  <a:pt x="873816" y="1593614"/>
                </a:cubicBezTo>
                <a:cubicBezTo>
                  <a:pt x="521656" y="1945152"/>
                  <a:pt x="357660" y="2404499"/>
                  <a:pt x="357660" y="3039151"/>
                </a:cubicBezTo>
                <a:cubicBezTo>
                  <a:pt x="357660" y="3319381"/>
                  <a:pt x="388437" y="3597171"/>
                  <a:pt x="446752" y="3844894"/>
                </a:cubicBezTo>
                <a:cubicBezTo>
                  <a:pt x="669598" y="3777840"/>
                  <a:pt x="958474" y="3763428"/>
                  <a:pt x="1166019" y="3763428"/>
                </a:cubicBezTo>
                <a:lnTo>
                  <a:pt x="1224159" y="3763428"/>
                </a:lnTo>
                <a:cubicBezTo>
                  <a:pt x="1821558" y="3764094"/>
                  <a:pt x="2294255" y="3764536"/>
                  <a:pt x="2811032" y="3247183"/>
                </a:cubicBezTo>
                <a:cubicBezTo>
                  <a:pt x="3152592" y="2905932"/>
                  <a:pt x="3241908" y="2441795"/>
                  <a:pt x="3345325" y="1904398"/>
                </a:cubicBezTo>
                <a:cubicBezTo>
                  <a:pt x="3429275" y="1467978"/>
                  <a:pt x="3524043" y="975415"/>
                  <a:pt x="3768352" y="457973"/>
                </a:cubicBezTo>
                <a:close/>
                <a:moveTo>
                  <a:pt x="4434712" y="0"/>
                </a:moveTo>
                <a:lnTo>
                  <a:pt x="4245705" y="320275"/>
                </a:lnTo>
                <a:cubicBezTo>
                  <a:pt x="3902502" y="901710"/>
                  <a:pt x="3793099" y="1470196"/>
                  <a:pt x="3696599" y="1971805"/>
                </a:cubicBezTo>
                <a:cubicBezTo>
                  <a:pt x="3586795" y="2542375"/>
                  <a:pt x="3483111" y="3081281"/>
                  <a:pt x="3063988" y="3500051"/>
                </a:cubicBezTo>
                <a:cubicBezTo>
                  <a:pt x="2442019" y="4122640"/>
                  <a:pt x="1850118" y="4121886"/>
                  <a:pt x="1223804" y="4121043"/>
                </a:cubicBezTo>
                <a:lnTo>
                  <a:pt x="1166019" y="4121043"/>
                </a:lnTo>
                <a:cubicBezTo>
                  <a:pt x="826498" y="4121043"/>
                  <a:pt x="571680" y="4158959"/>
                  <a:pt x="448616" y="4227831"/>
                </a:cubicBezTo>
                <a:cubicBezTo>
                  <a:pt x="349456" y="4283265"/>
                  <a:pt x="271360" y="4355550"/>
                  <a:pt x="270563" y="4356261"/>
                </a:cubicBezTo>
                <a:lnTo>
                  <a:pt x="235262" y="4389120"/>
                </a:lnTo>
                <a:lnTo>
                  <a:pt x="158808" y="4146587"/>
                </a:lnTo>
                <a:cubicBezTo>
                  <a:pt x="54903" y="3816911"/>
                  <a:pt x="0" y="3433973"/>
                  <a:pt x="0" y="3039151"/>
                </a:cubicBezTo>
                <a:cubicBezTo>
                  <a:pt x="0" y="2303300"/>
                  <a:pt x="197345" y="1763552"/>
                  <a:pt x="621037" y="1340569"/>
                </a:cubicBezTo>
                <a:cubicBezTo>
                  <a:pt x="1440839" y="520680"/>
                  <a:pt x="2822784" y="229274"/>
                  <a:pt x="4066455" y="52374"/>
                </a:cubicBezTo>
                <a:close/>
              </a:path>
            </a:pathLst>
          </a:custGeom>
          <a:gradFill>
            <a:gsLst>
              <a:gs pos="19000">
                <a:schemeClr val="bg1"/>
              </a:gs>
              <a:gs pos="90000">
                <a:schemeClr val="bg1">
                  <a:alpha val="7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Tree>
    <p:extLst>
      <p:ext uri="{BB962C8B-B14F-4D97-AF65-F5344CB8AC3E}">
        <p14:creationId xmlns:p14="http://schemas.microsoft.com/office/powerpoint/2010/main" val="2696198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_Divider">
    <p:bg>
      <p:bgPr>
        <a:solidFill>
          <a:schemeClr val="bg1">
            <a:lumMod val="95000"/>
          </a:schemeClr>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E24406A-33A1-4B99-82CD-083813AA5BBF}"/>
              </a:ext>
            </a:extLst>
          </p:cNvPr>
          <p:cNvSpPr>
            <a:spLocks noGrp="1"/>
          </p:cNvSpPr>
          <p:nvPr>
            <p:ph type="ftr" sz="quarter" idx="11"/>
          </p:nvPr>
        </p:nvSpPr>
        <p:spPr>
          <a:ln>
            <a:solidFill>
              <a:schemeClr val="tx1"/>
            </a:solidFill>
          </a:ln>
        </p:spPr>
        <p:txBody>
          <a:bodyPr lIns="0" tIns="128016" rIns="0" bIns="0"/>
          <a:lstStyle>
            <a:lvl1pPr>
              <a:defRPr>
                <a:solidFill>
                  <a:schemeClr val="tx1"/>
                </a:solidFill>
              </a:defRPr>
            </a:lvl1pPr>
          </a:lstStyle>
          <a:p>
            <a:pPr algn="r"/>
            <a:r>
              <a:rPr lang="en-GB" dirty="0"/>
              <a:t>Classification: Public</a:t>
            </a:r>
          </a:p>
        </p:txBody>
      </p:sp>
      <p:sp>
        <p:nvSpPr>
          <p:cNvPr id="5" name="Slide Number Placeholder 4">
            <a:extLst>
              <a:ext uri="{FF2B5EF4-FFF2-40B4-BE49-F238E27FC236}">
                <a16:creationId xmlns:a16="http://schemas.microsoft.com/office/drawing/2014/main" id="{E5E1AFC2-177E-4F8B-B396-B22824D35B24}"/>
              </a:ext>
            </a:extLst>
          </p:cNvPr>
          <p:cNvSpPr>
            <a:spLocks noGrp="1"/>
          </p:cNvSpPr>
          <p:nvPr>
            <p:ph type="sldNum" sz="quarter" idx="12"/>
          </p:nvPr>
        </p:nvSpPr>
        <p:spPr/>
        <p:txBody>
          <a:bodyPr lIns="0" tIns="0" rIns="0" bIns="0"/>
          <a:lstStyle>
            <a:lvl1pPr>
              <a:defRPr>
                <a:solidFill>
                  <a:schemeClr val="tx1"/>
                </a:solidFill>
              </a:defRPr>
            </a:lvl1pPr>
          </a:lstStyle>
          <a:p>
            <a:fld id="{7695D00A-BA34-4D39-8C84-2534822D6434}" type="slidenum">
              <a:rPr lang="en-GB" smtClean="0"/>
              <a:pPr/>
              <a:t>‹#›</a:t>
            </a:fld>
            <a:endParaRPr lang="en-GB" dirty="0"/>
          </a:p>
        </p:txBody>
      </p:sp>
      <p:sp>
        <p:nvSpPr>
          <p:cNvPr id="2" name="Title 1">
            <a:extLst>
              <a:ext uri="{FF2B5EF4-FFF2-40B4-BE49-F238E27FC236}">
                <a16:creationId xmlns:a16="http://schemas.microsoft.com/office/drawing/2014/main" id="{D67249B4-7789-44E0-AFE4-476C83B11496}"/>
              </a:ext>
            </a:extLst>
          </p:cNvPr>
          <p:cNvSpPr>
            <a:spLocks noGrp="1"/>
          </p:cNvSpPr>
          <p:nvPr>
            <p:ph type="title" hasCustomPrompt="1"/>
          </p:nvPr>
        </p:nvSpPr>
        <p:spPr>
          <a:xfrm>
            <a:off x="304800" y="2958298"/>
            <a:ext cx="4160518" cy="3290102"/>
          </a:xfrm>
        </p:spPr>
        <p:txBody>
          <a:bodyPr anchor="t"/>
          <a:lstStyle>
            <a:lvl1pPr>
              <a:defRPr sz="4400" b="0">
                <a:solidFill>
                  <a:schemeClr val="accent4"/>
                </a:solidFill>
              </a:defRPr>
            </a:lvl1pPr>
          </a:lstStyle>
          <a:p>
            <a:r>
              <a:rPr lang="en-US" dirty="0"/>
              <a:t>Divider Title</a:t>
            </a:r>
            <a:endParaRPr lang="en-GB" dirty="0"/>
          </a:p>
        </p:txBody>
      </p:sp>
      <p:sp>
        <p:nvSpPr>
          <p:cNvPr id="6" name="Text Placeholder 8">
            <a:extLst>
              <a:ext uri="{FF2B5EF4-FFF2-40B4-BE49-F238E27FC236}">
                <a16:creationId xmlns:a16="http://schemas.microsoft.com/office/drawing/2014/main" id="{5E7C070F-FE6E-FEC6-05D3-ED9AF746A76B}"/>
              </a:ext>
            </a:extLst>
          </p:cNvPr>
          <p:cNvSpPr>
            <a:spLocks noGrp="1"/>
          </p:cNvSpPr>
          <p:nvPr>
            <p:ph type="body" sz="quarter" idx="13"/>
          </p:nvPr>
        </p:nvSpPr>
        <p:spPr>
          <a:xfrm>
            <a:off x="304798" y="2803454"/>
            <a:ext cx="4160520" cy="145390"/>
          </a:xfrm>
          <a:custGeom>
            <a:avLst/>
            <a:gdLst>
              <a:gd name="connsiteX0" fmla="*/ 0 w 2728912"/>
              <a:gd name="connsiteY0" fmla="*/ 0 h 768350"/>
              <a:gd name="connsiteX1" fmla="*/ 2728912 w 2728912"/>
              <a:gd name="connsiteY1" fmla="*/ 0 h 768350"/>
              <a:gd name="connsiteX2" fmla="*/ 2728912 w 2728912"/>
              <a:gd name="connsiteY2" fmla="*/ 768350 h 768350"/>
              <a:gd name="connsiteX3" fmla="*/ 0 w 2728912"/>
              <a:gd name="connsiteY3" fmla="*/ 768350 h 768350"/>
              <a:gd name="connsiteX4" fmla="*/ 0 w 2728912"/>
              <a:gd name="connsiteY4" fmla="*/ 0 h 768350"/>
              <a:gd name="connsiteX0" fmla="*/ 0 w 2728912"/>
              <a:gd name="connsiteY0" fmla="*/ 0 h 768350"/>
              <a:gd name="connsiteX1" fmla="*/ 2728912 w 2728912"/>
              <a:gd name="connsiteY1" fmla="*/ 0 h 768350"/>
              <a:gd name="connsiteX2" fmla="*/ 2728912 w 2728912"/>
              <a:gd name="connsiteY2" fmla="*/ 768350 h 768350"/>
              <a:gd name="connsiteX3" fmla="*/ 0 w 2728912"/>
              <a:gd name="connsiteY3" fmla="*/ 0 h 768350"/>
              <a:gd name="connsiteX0" fmla="*/ 0 w 2728912"/>
              <a:gd name="connsiteY0" fmla="*/ 0 h 0"/>
              <a:gd name="connsiteX1" fmla="*/ 2728912 w 2728912"/>
              <a:gd name="connsiteY1" fmla="*/ 0 h 0"/>
              <a:gd name="connsiteX2" fmla="*/ 0 w 2728912"/>
              <a:gd name="connsiteY2" fmla="*/ 0 h 0"/>
            </a:gdLst>
            <a:ahLst/>
            <a:cxnLst>
              <a:cxn ang="0">
                <a:pos x="connsiteX0" y="connsiteY0"/>
              </a:cxn>
              <a:cxn ang="0">
                <a:pos x="connsiteX1" y="connsiteY1"/>
              </a:cxn>
              <a:cxn ang="0">
                <a:pos x="connsiteX2" y="connsiteY2"/>
              </a:cxn>
            </a:cxnLst>
            <a:rect l="l" t="t" r="r" b="b"/>
            <a:pathLst>
              <a:path w="2728912">
                <a:moveTo>
                  <a:pt x="0" y="0"/>
                </a:moveTo>
                <a:lnTo>
                  <a:pt x="2728912" y="0"/>
                </a:lnTo>
                <a:lnTo>
                  <a:pt x="0" y="0"/>
                </a:lnTo>
                <a:close/>
              </a:path>
            </a:pathLst>
          </a:custGeom>
          <a:ln w="6350">
            <a:solidFill>
              <a:schemeClr val="accent4"/>
            </a:solidFill>
          </a:ln>
        </p:spPr>
        <p:txBody>
          <a:bodyPr/>
          <a:lstStyle>
            <a:lvl1pPr>
              <a:defRPr sz="1200">
                <a:noFill/>
              </a:defRPr>
            </a:lvl1pPr>
            <a:lvl2pPr>
              <a:defRPr sz="1200"/>
            </a:lvl2pPr>
            <a:lvl3pPr>
              <a:defRPr sz="1200"/>
            </a:lvl3pPr>
            <a:lvl4pPr>
              <a:defRPr sz="1200"/>
            </a:lvl4pPr>
            <a:lvl5pPr>
              <a:defRPr sz="1200"/>
            </a:lvl5pPr>
          </a:lstStyle>
          <a:p>
            <a:pPr lvl="0"/>
            <a:r>
              <a:rPr lang="en-US"/>
              <a:t>Click to edit Master text styles</a:t>
            </a:r>
          </a:p>
        </p:txBody>
      </p:sp>
      <p:sp>
        <p:nvSpPr>
          <p:cNvPr id="8" name="Text Placeholder 12">
            <a:extLst>
              <a:ext uri="{FF2B5EF4-FFF2-40B4-BE49-F238E27FC236}">
                <a16:creationId xmlns:a16="http://schemas.microsoft.com/office/drawing/2014/main" id="{3E316316-838D-89D3-5646-DBF4384FA85A}"/>
              </a:ext>
            </a:extLst>
          </p:cNvPr>
          <p:cNvSpPr>
            <a:spLocks noGrp="1"/>
          </p:cNvSpPr>
          <p:nvPr>
            <p:ph type="body" sz="quarter" idx="14" hasCustomPrompt="1"/>
          </p:nvPr>
        </p:nvSpPr>
        <p:spPr>
          <a:xfrm>
            <a:off x="304798" y="2418080"/>
            <a:ext cx="4160838" cy="375920"/>
          </a:xfrm>
        </p:spPr>
        <p:txBody>
          <a:bodyPr/>
          <a:lstStyle>
            <a:lvl1pPr marL="0" indent="0">
              <a:buNone/>
              <a:defRPr>
                <a:solidFill>
                  <a:schemeClr val="accent4"/>
                </a:solidFill>
              </a:defRPr>
            </a:lvl1pPr>
          </a:lstStyle>
          <a:p>
            <a:pPr lvl="0"/>
            <a:r>
              <a:rPr lang="en-US" dirty="0"/>
              <a:t>Chapter 1</a:t>
            </a:r>
          </a:p>
        </p:txBody>
      </p:sp>
      <p:sp>
        <p:nvSpPr>
          <p:cNvPr id="9" name="Freeform: Shape 8">
            <a:extLst>
              <a:ext uri="{FF2B5EF4-FFF2-40B4-BE49-F238E27FC236}">
                <a16:creationId xmlns:a16="http://schemas.microsoft.com/office/drawing/2014/main" id="{454E13E1-54EB-BD4C-E4ED-61EEAB4BB014}"/>
              </a:ext>
            </a:extLst>
          </p:cNvPr>
          <p:cNvSpPr/>
          <p:nvPr userDrawn="1"/>
        </p:nvSpPr>
        <p:spPr>
          <a:xfrm>
            <a:off x="6779324" y="1239520"/>
            <a:ext cx="4434712" cy="4389120"/>
          </a:xfrm>
          <a:custGeom>
            <a:avLst/>
            <a:gdLst>
              <a:gd name="connsiteX0" fmla="*/ 3768352 w 4434712"/>
              <a:gd name="connsiteY0" fmla="*/ 457973 h 4389120"/>
              <a:gd name="connsiteX1" fmla="*/ 873816 w 4434712"/>
              <a:gd name="connsiteY1" fmla="*/ 1593614 h 4389120"/>
              <a:gd name="connsiteX2" fmla="*/ 357660 w 4434712"/>
              <a:gd name="connsiteY2" fmla="*/ 3039151 h 4389120"/>
              <a:gd name="connsiteX3" fmla="*/ 446752 w 4434712"/>
              <a:gd name="connsiteY3" fmla="*/ 3844894 h 4389120"/>
              <a:gd name="connsiteX4" fmla="*/ 1166019 w 4434712"/>
              <a:gd name="connsiteY4" fmla="*/ 3763428 h 4389120"/>
              <a:gd name="connsiteX5" fmla="*/ 1224159 w 4434712"/>
              <a:gd name="connsiteY5" fmla="*/ 3763428 h 4389120"/>
              <a:gd name="connsiteX6" fmla="*/ 2811032 w 4434712"/>
              <a:gd name="connsiteY6" fmla="*/ 3247183 h 4389120"/>
              <a:gd name="connsiteX7" fmla="*/ 3345325 w 4434712"/>
              <a:gd name="connsiteY7" fmla="*/ 1904398 h 4389120"/>
              <a:gd name="connsiteX8" fmla="*/ 3768352 w 4434712"/>
              <a:gd name="connsiteY8" fmla="*/ 457973 h 4389120"/>
              <a:gd name="connsiteX9" fmla="*/ 4434712 w 4434712"/>
              <a:gd name="connsiteY9" fmla="*/ 0 h 4389120"/>
              <a:gd name="connsiteX10" fmla="*/ 4245705 w 4434712"/>
              <a:gd name="connsiteY10" fmla="*/ 320275 h 4389120"/>
              <a:gd name="connsiteX11" fmla="*/ 3696599 w 4434712"/>
              <a:gd name="connsiteY11" fmla="*/ 1971805 h 4389120"/>
              <a:gd name="connsiteX12" fmla="*/ 3063988 w 4434712"/>
              <a:gd name="connsiteY12" fmla="*/ 3500051 h 4389120"/>
              <a:gd name="connsiteX13" fmla="*/ 1223804 w 4434712"/>
              <a:gd name="connsiteY13" fmla="*/ 4121043 h 4389120"/>
              <a:gd name="connsiteX14" fmla="*/ 1166019 w 4434712"/>
              <a:gd name="connsiteY14" fmla="*/ 4121043 h 4389120"/>
              <a:gd name="connsiteX15" fmla="*/ 448616 w 4434712"/>
              <a:gd name="connsiteY15" fmla="*/ 4227831 h 4389120"/>
              <a:gd name="connsiteX16" fmla="*/ 270563 w 4434712"/>
              <a:gd name="connsiteY16" fmla="*/ 4356261 h 4389120"/>
              <a:gd name="connsiteX17" fmla="*/ 235262 w 4434712"/>
              <a:gd name="connsiteY17" fmla="*/ 4389120 h 4389120"/>
              <a:gd name="connsiteX18" fmla="*/ 158808 w 4434712"/>
              <a:gd name="connsiteY18" fmla="*/ 4146587 h 4389120"/>
              <a:gd name="connsiteX19" fmla="*/ 0 w 4434712"/>
              <a:gd name="connsiteY19" fmla="*/ 3039151 h 4389120"/>
              <a:gd name="connsiteX20" fmla="*/ 621037 w 4434712"/>
              <a:gd name="connsiteY20" fmla="*/ 1340569 h 4389120"/>
              <a:gd name="connsiteX21" fmla="*/ 4066455 w 4434712"/>
              <a:gd name="connsiteY21" fmla="*/ 52374 h 438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34712" h="4389120">
                <a:moveTo>
                  <a:pt x="3768352" y="457973"/>
                </a:moveTo>
                <a:cubicBezTo>
                  <a:pt x="2363657" y="679176"/>
                  <a:pt x="1416492" y="1050849"/>
                  <a:pt x="873816" y="1593614"/>
                </a:cubicBezTo>
                <a:cubicBezTo>
                  <a:pt x="521656" y="1945152"/>
                  <a:pt x="357660" y="2404499"/>
                  <a:pt x="357660" y="3039151"/>
                </a:cubicBezTo>
                <a:cubicBezTo>
                  <a:pt x="357660" y="3319381"/>
                  <a:pt x="388437" y="3597171"/>
                  <a:pt x="446752" y="3844894"/>
                </a:cubicBezTo>
                <a:cubicBezTo>
                  <a:pt x="669598" y="3777840"/>
                  <a:pt x="958474" y="3763428"/>
                  <a:pt x="1166019" y="3763428"/>
                </a:cubicBezTo>
                <a:lnTo>
                  <a:pt x="1224159" y="3763428"/>
                </a:lnTo>
                <a:cubicBezTo>
                  <a:pt x="1821558" y="3764094"/>
                  <a:pt x="2294255" y="3764536"/>
                  <a:pt x="2811032" y="3247183"/>
                </a:cubicBezTo>
                <a:cubicBezTo>
                  <a:pt x="3152592" y="2905932"/>
                  <a:pt x="3241908" y="2441795"/>
                  <a:pt x="3345325" y="1904398"/>
                </a:cubicBezTo>
                <a:cubicBezTo>
                  <a:pt x="3429275" y="1467978"/>
                  <a:pt x="3524043" y="975415"/>
                  <a:pt x="3768352" y="457973"/>
                </a:cubicBezTo>
                <a:close/>
                <a:moveTo>
                  <a:pt x="4434712" y="0"/>
                </a:moveTo>
                <a:lnTo>
                  <a:pt x="4245705" y="320275"/>
                </a:lnTo>
                <a:cubicBezTo>
                  <a:pt x="3902502" y="901710"/>
                  <a:pt x="3793099" y="1470196"/>
                  <a:pt x="3696599" y="1971805"/>
                </a:cubicBezTo>
                <a:cubicBezTo>
                  <a:pt x="3586795" y="2542375"/>
                  <a:pt x="3483111" y="3081281"/>
                  <a:pt x="3063988" y="3500051"/>
                </a:cubicBezTo>
                <a:cubicBezTo>
                  <a:pt x="2442019" y="4122640"/>
                  <a:pt x="1850118" y="4121886"/>
                  <a:pt x="1223804" y="4121043"/>
                </a:cubicBezTo>
                <a:lnTo>
                  <a:pt x="1166019" y="4121043"/>
                </a:lnTo>
                <a:cubicBezTo>
                  <a:pt x="826498" y="4121043"/>
                  <a:pt x="571680" y="4158959"/>
                  <a:pt x="448616" y="4227831"/>
                </a:cubicBezTo>
                <a:cubicBezTo>
                  <a:pt x="349456" y="4283265"/>
                  <a:pt x="271360" y="4355550"/>
                  <a:pt x="270563" y="4356261"/>
                </a:cubicBezTo>
                <a:lnTo>
                  <a:pt x="235262" y="4389120"/>
                </a:lnTo>
                <a:lnTo>
                  <a:pt x="158808" y="4146587"/>
                </a:lnTo>
                <a:cubicBezTo>
                  <a:pt x="54903" y="3816911"/>
                  <a:pt x="0" y="3433973"/>
                  <a:pt x="0" y="3039151"/>
                </a:cubicBezTo>
                <a:cubicBezTo>
                  <a:pt x="0" y="2303300"/>
                  <a:pt x="197345" y="1763552"/>
                  <a:pt x="621037" y="1340569"/>
                </a:cubicBezTo>
                <a:cubicBezTo>
                  <a:pt x="1440839" y="520680"/>
                  <a:pt x="2822784" y="229274"/>
                  <a:pt x="4066455" y="52374"/>
                </a:cubicBezTo>
                <a:close/>
              </a:path>
            </a:pathLst>
          </a:custGeom>
          <a:gradFill>
            <a:gsLst>
              <a:gs pos="9000">
                <a:schemeClr val="bg1">
                  <a:lumMod val="75000"/>
                </a:schemeClr>
              </a:gs>
              <a:gs pos="90000">
                <a:schemeClr val="bg1">
                  <a:lumMod val="75000"/>
                  <a:alpha val="7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Tree>
    <p:extLst>
      <p:ext uri="{BB962C8B-B14F-4D97-AF65-F5344CB8AC3E}">
        <p14:creationId xmlns:p14="http://schemas.microsoft.com/office/powerpoint/2010/main" val="1729418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05_Divider">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E24406A-33A1-4B99-82CD-083813AA5BBF}"/>
              </a:ext>
            </a:extLst>
          </p:cNvPr>
          <p:cNvSpPr>
            <a:spLocks noGrp="1"/>
          </p:cNvSpPr>
          <p:nvPr>
            <p:ph type="ftr" sz="quarter" idx="11"/>
          </p:nvPr>
        </p:nvSpPr>
        <p:spPr>
          <a:ln>
            <a:solidFill>
              <a:schemeClr val="tx1"/>
            </a:solidFill>
          </a:ln>
        </p:spPr>
        <p:txBody>
          <a:bodyPr lIns="0" tIns="128016" rIns="0" bIns="0"/>
          <a:lstStyle>
            <a:lvl1pPr>
              <a:defRPr>
                <a:solidFill>
                  <a:schemeClr val="tx1"/>
                </a:solidFill>
              </a:defRPr>
            </a:lvl1pPr>
          </a:lstStyle>
          <a:p>
            <a:pPr algn="r"/>
            <a:r>
              <a:rPr lang="en-GB" dirty="0"/>
              <a:t>Classification: Public</a:t>
            </a:r>
          </a:p>
        </p:txBody>
      </p:sp>
      <p:sp>
        <p:nvSpPr>
          <p:cNvPr id="5" name="Slide Number Placeholder 4">
            <a:extLst>
              <a:ext uri="{FF2B5EF4-FFF2-40B4-BE49-F238E27FC236}">
                <a16:creationId xmlns:a16="http://schemas.microsoft.com/office/drawing/2014/main" id="{E5E1AFC2-177E-4F8B-B396-B22824D35B24}"/>
              </a:ext>
            </a:extLst>
          </p:cNvPr>
          <p:cNvSpPr>
            <a:spLocks noGrp="1"/>
          </p:cNvSpPr>
          <p:nvPr>
            <p:ph type="sldNum" sz="quarter" idx="12"/>
          </p:nvPr>
        </p:nvSpPr>
        <p:spPr/>
        <p:txBody>
          <a:bodyPr lIns="0" tIns="0" rIns="0" bIns="0"/>
          <a:lstStyle>
            <a:lvl1pPr>
              <a:defRPr>
                <a:solidFill>
                  <a:schemeClr val="tx1"/>
                </a:solidFill>
              </a:defRPr>
            </a:lvl1pPr>
          </a:lstStyle>
          <a:p>
            <a:fld id="{7695D00A-BA34-4D39-8C84-2534822D6434}" type="slidenum">
              <a:rPr lang="en-GB" smtClean="0"/>
              <a:pPr/>
              <a:t>‹#›</a:t>
            </a:fld>
            <a:endParaRPr lang="en-GB" dirty="0"/>
          </a:p>
        </p:txBody>
      </p:sp>
      <p:sp>
        <p:nvSpPr>
          <p:cNvPr id="2" name="Title 1">
            <a:extLst>
              <a:ext uri="{FF2B5EF4-FFF2-40B4-BE49-F238E27FC236}">
                <a16:creationId xmlns:a16="http://schemas.microsoft.com/office/drawing/2014/main" id="{D67249B4-7789-44E0-AFE4-476C83B11496}"/>
              </a:ext>
            </a:extLst>
          </p:cNvPr>
          <p:cNvSpPr>
            <a:spLocks noGrp="1"/>
          </p:cNvSpPr>
          <p:nvPr>
            <p:ph type="title" hasCustomPrompt="1"/>
          </p:nvPr>
        </p:nvSpPr>
        <p:spPr>
          <a:xfrm>
            <a:off x="304800" y="2958298"/>
            <a:ext cx="4160518" cy="3290102"/>
          </a:xfrm>
        </p:spPr>
        <p:txBody>
          <a:bodyPr anchor="t"/>
          <a:lstStyle>
            <a:lvl1pPr>
              <a:defRPr sz="4400" b="0">
                <a:solidFill>
                  <a:schemeClr val="accent3"/>
                </a:solidFill>
              </a:defRPr>
            </a:lvl1pPr>
          </a:lstStyle>
          <a:p>
            <a:r>
              <a:rPr lang="en-US" dirty="0"/>
              <a:t>Divider Title</a:t>
            </a:r>
            <a:endParaRPr lang="en-GB" dirty="0"/>
          </a:p>
        </p:txBody>
      </p:sp>
      <p:sp>
        <p:nvSpPr>
          <p:cNvPr id="6" name="Text Placeholder 8">
            <a:extLst>
              <a:ext uri="{FF2B5EF4-FFF2-40B4-BE49-F238E27FC236}">
                <a16:creationId xmlns:a16="http://schemas.microsoft.com/office/drawing/2014/main" id="{5E7C070F-FE6E-FEC6-05D3-ED9AF746A76B}"/>
              </a:ext>
            </a:extLst>
          </p:cNvPr>
          <p:cNvSpPr>
            <a:spLocks noGrp="1"/>
          </p:cNvSpPr>
          <p:nvPr>
            <p:ph type="body" sz="quarter" idx="13"/>
          </p:nvPr>
        </p:nvSpPr>
        <p:spPr>
          <a:xfrm>
            <a:off x="304798" y="2803454"/>
            <a:ext cx="4160520" cy="145390"/>
          </a:xfrm>
          <a:custGeom>
            <a:avLst/>
            <a:gdLst>
              <a:gd name="connsiteX0" fmla="*/ 0 w 2728912"/>
              <a:gd name="connsiteY0" fmla="*/ 0 h 768350"/>
              <a:gd name="connsiteX1" fmla="*/ 2728912 w 2728912"/>
              <a:gd name="connsiteY1" fmla="*/ 0 h 768350"/>
              <a:gd name="connsiteX2" fmla="*/ 2728912 w 2728912"/>
              <a:gd name="connsiteY2" fmla="*/ 768350 h 768350"/>
              <a:gd name="connsiteX3" fmla="*/ 0 w 2728912"/>
              <a:gd name="connsiteY3" fmla="*/ 768350 h 768350"/>
              <a:gd name="connsiteX4" fmla="*/ 0 w 2728912"/>
              <a:gd name="connsiteY4" fmla="*/ 0 h 768350"/>
              <a:gd name="connsiteX0" fmla="*/ 0 w 2728912"/>
              <a:gd name="connsiteY0" fmla="*/ 0 h 768350"/>
              <a:gd name="connsiteX1" fmla="*/ 2728912 w 2728912"/>
              <a:gd name="connsiteY1" fmla="*/ 0 h 768350"/>
              <a:gd name="connsiteX2" fmla="*/ 2728912 w 2728912"/>
              <a:gd name="connsiteY2" fmla="*/ 768350 h 768350"/>
              <a:gd name="connsiteX3" fmla="*/ 0 w 2728912"/>
              <a:gd name="connsiteY3" fmla="*/ 0 h 768350"/>
              <a:gd name="connsiteX0" fmla="*/ 0 w 2728912"/>
              <a:gd name="connsiteY0" fmla="*/ 0 h 0"/>
              <a:gd name="connsiteX1" fmla="*/ 2728912 w 2728912"/>
              <a:gd name="connsiteY1" fmla="*/ 0 h 0"/>
              <a:gd name="connsiteX2" fmla="*/ 0 w 2728912"/>
              <a:gd name="connsiteY2" fmla="*/ 0 h 0"/>
            </a:gdLst>
            <a:ahLst/>
            <a:cxnLst>
              <a:cxn ang="0">
                <a:pos x="connsiteX0" y="connsiteY0"/>
              </a:cxn>
              <a:cxn ang="0">
                <a:pos x="connsiteX1" y="connsiteY1"/>
              </a:cxn>
              <a:cxn ang="0">
                <a:pos x="connsiteX2" y="connsiteY2"/>
              </a:cxn>
            </a:cxnLst>
            <a:rect l="l" t="t" r="r" b="b"/>
            <a:pathLst>
              <a:path w="2728912">
                <a:moveTo>
                  <a:pt x="0" y="0"/>
                </a:moveTo>
                <a:lnTo>
                  <a:pt x="2728912" y="0"/>
                </a:lnTo>
                <a:lnTo>
                  <a:pt x="0" y="0"/>
                </a:lnTo>
                <a:close/>
              </a:path>
            </a:pathLst>
          </a:custGeom>
          <a:ln w="6350">
            <a:solidFill>
              <a:srgbClr val="334C56"/>
            </a:solidFill>
          </a:ln>
        </p:spPr>
        <p:txBody>
          <a:bodyPr/>
          <a:lstStyle>
            <a:lvl1pPr>
              <a:defRPr sz="1200">
                <a:noFill/>
              </a:defRPr>
            </a:lvl1pPr>
            <a:lvl2pPr>
              <a:defRPr sz="1200"/>
            </a:lvl2pPr>
            <a:lvl3pPr>
              <a:defRPr sz="1200"/>
            </a:lvl3pPr>
            <a:lvl4pPr>
              <a:defRPr sz="1200"/>
            </a:lvl4pPr>
            <a:lvl5pPr>
              <a:defRPr sz="1200"/>
            </a:lvl5pPr>
          </a:lstStyle>
          <a:p>
            <a:pPr lvl="0"/>
            <a:r>
              <a:rPr lang="en-US"/>
              <a:t>Click to edit Master text styles</a:t>
            </a:r>
          </a:p>
        </p:txBody>
      </p:sp>
      <p:sp>
        <p:nvSpPr>
          <p:cNvPr id="8" name="Text Placeholder 12">
            <a:extLst>
              <a:ext uri="{FF2B5EF4-FFF2-40B4-BE49-F238E27FC236}">
                <a16:creationId xmlns:a16="http://schemas.microsoft.com/office/drawing/2014/main" id="{3E316316-838D-89D3-5646-DBF4384FA85A}"/>
              </a:ext>
            </a:extLst>
          </p:cNvPr>
          <p:cNvSpPr>
            <a:spLocks noGrp="1"/>
          </p:cNvSpPr>
          <p:nvPr>
            <p:ph type="body" sz="quarter" idx="14" hasCustomPrompt="1"/>
          </p:nvPr>
        </p:nvSpPr>
        <p:spPr>
          <a:xfrm>
            <a:off x="304798" y="2418080"/>
            <a:ext cx="4160838" cy="375920"/>
          </a:xfrm>
        </p:spPr>
        <p:txBody>
          <a:bodyPr/>
          <a:lstStyle>
            <a:lvl1pPr marL="0" indent="0">
              <a:buNone/>
              <a:defRPr>
                <a:solidFill>
                  <a:srgbClr val="334C56"/>
                </a:solidFill>
              </a:defRPr>
            </a:lvl1pPr>
          </a:lstStyle>
          <a:p>
            <a:pPr lvl="0"/>
            <a:r>
              <a:rPr lang="en-US" dirty="0"/>
              <a:t>Chapter 1</a:t>
            </a:r>
          </a:p>
        </p:txBody>
      </p:sp>
      <p:sp>
        <p:nvSpPr>
          <p:cNvPr id="9" name="Freeform: Shape 8">
            <a:extLst>
              <a:ext uri="{FF2B5EF4-FFF2-40B4-BE49-F238E27FC236}">
                <a16:creationId xmlns:a16="http://schemas.microsoft.com/office/drawing/2014/main" id="{ED3946EA-7D94-7E39-E092-6F0F2E24CA81}"/>
              </a:ext>
            </a:extLst>
          </p:cNvPr>
          <p:cNvSpPr/>
          <p:nvPr userDrawn="1"/>
        </p:nvSpPr>
        <p:spPr>
          <a:xfrm>
            <a:off x="5262762" y="0"/>
            <a:ext cx="6929238" cy="6858000"/>
          </a:xfrm>
          <a:custGeom>
            <a:avLst/>
            <a:gdLst>
              <a:gd name="connsiteX0" fmla="*/ 6929238 w 6929238"/>
              <a:gd name="connsiteY0" fmla="*/ 0 h 6858000"/>
              <a:gd name="connsiteX1" fmla="*/ 6633914 w 6929238"/>
              <a:gd name="connsiteY1" fmla="*/ 500430 h 6858000"/>
              <a:gd name="connsiteX2" fmla="*/ 5775936 w 6929238"/>
              <a:gd name="connsiteY2" fmla="*/ 3080945 h 6858000"/>
              <a:gd name="connsiteX3" fmla="*/ 4787482 w 6929238"/>
              <a:gd name="connsiteY3" fmla="*/ 5468830 h 6858000"/>
              <a:gd name="connsiteX4" fmla="*/ 1912194 w 6929238"/>
              <a:gd name="connsiteY4" fmla="*/ 6439130 h 6858000"/>
              <a:gd name="connsiteX5" fmla="*/ 1821905 w 6929238"/>
              <a:gd name="connsiteY5" fmla="*/ 6439130 h 6858000"/>
              <a:gd name="connsiteX6" fmla="*/ 700963 w 6929238"/>
              <a:gd name="connsiteY6" fmla="*/ 6605986 h 6858000"/>
              <a:gd name="connsiteX7" fmla="*/ 422755 w 6929238"/>
              <a:gd name="connsiteY7" fmla="*/ 6806658 h 6858000"/>
              <a:gd name="connsiteX8" fmla="*/ 367597 w 6929238"/>
              <a:gd name="connsiteY8" fmla="*/ 6858000 h 6858000"/>
              <a:gd name="connsiteX9" fmla="*/ 248138 w 6929238"/>
              <a:gd name="connsiteY9" fmla="*/ 6479042 h 6858000"/>
              <a:gd name="connsiteX10" fmla="*/ 0 w 6929238"/>
              <a:gd name="connsiteY10" fmla="*/ 4748674 h 6858000"/>
              <a:gd name="connsiteX11" fmla="*/ 970371 w 6929238"/>
              <a:gd name="connsiteY11" fmla="*/ 2094639 h 6858000"/>
              <a:gd name="connsiteX12" fmla="*/ 6353836 w 6929238"/>
              <a:gd name="connsiteY12" fmla="*/ 81834 h 6858000"/>
              <a:gd name="connsiteX13" fmla="*/ 6929238 w 6929238"/>
              <a:gd name="connsiteY13" fmla="*/ 0 h 6858000"/>
              <a:gd name="connsiteX14" fmla="*/ 5888050 w 6929238"/>
              <a:gd name="connsiteY14" fmla="*/ 715583 h 6858000"/>
              <a:gd name="connsiteX15" fmla="*/ 1365338 w 6929238"/>
              <a:gd name="connsiteY15" fmla="*/ 2490022 h 6858000"/>
              <a:gd name="connsiteX16" fmla="*/ 558844 w 6929238"/>
              <a:gd name="connsiteY16" fmla="*/ 4748674 h 6858000"/>
              <a:gd name="connsiteX17" fmla="*/ 698050 w 6929238"/>
              <a:gd name="connsiteY17" fmla="*/ 6007647 h 6858000"/>
              <a:gd name="connsiteX18" fmla="*/ 1821905 w 6929238"/>
              <a:gd name="connsiteY18" fmla="*/ 5880356 h 6858000"/>
              <a:gd name="connsiteX19" fmla="*/ 1912749 w 6929238"/>
              <a:gd name="connsiteY19" fmla="*/ 5880356 h 6858000"/>
              <a:gd name="connsiteX20" fmla="*/ 4392238 w 6929238"/>
              <a:gd name="connsiteY20" fmla="*/ 5073724 h 6858000"/>
              <a:gd name="connsiteX21" fmla="*/ 5227070 w 6929238"/>
              <a:gd name="connsiteY21" fmla="*/ 2975622 h 6858000"/>
              <a:gd name="connsiteX22" fmla="*/ 5888050 w 6929238"/>
              <a:gd name="connsiteY22" fmla="*/ 7155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29238" h="6858000">
                <a:moveTo>
                  <a:pt x="6929238" y="0"/>
                </a:moveTo>
                <a:lnTo>
                  <a:pt x="6633914" y="500430"/>
                </a:lnTo>
                <a:cubicBezTo>
                  <a:pt x="6097660" y="1408922"/>
                  <a:pt x="5926718" y="2297181"/>
                  <a:pt x="5775936" y="3080945"/>
                </a:cubicBezTo>
                <a:cubicBezTo>
                  <a:pt x="5604368" y="3972461"/>
                  <a:pt x="5442362" y="4814502"/>
                  <a:pt x="4787482" y="5468830"/>
                </a:cubicBezTo>
                <a:cubicBezTo>
                  <a:pt x="3815655" y="6441625"/>
                  <a:pt x="2890810" y="6440447"/>
                  <a:pt x="1912194" y="6439130"/>
                </a:cubicBezTo>
                <a:lnTo>
                  <a:pt x="1821905" y="6439130"/>
                </a:lnTo>
                <a:cubicBezTo>
                  <a:pt x="1291403" y="6439130"/>
                  <a:pt x="893250" y="6498374"/>
                  <a:pt x="700963" y="6605986"/>
                </a:cubicBezTo>
                <a:cubicBezTo>
                  <a:pt x="546025" y="6692602"/>
                  <a:pt x="424000" y="6805547"/>
                  <a:pt x="422755" y="6806658"/>
                </a:cubicBezTo>
                <a:lnTo>
                  <a:pt x="367597" y="6858000"/>
                </a:lnTo>
                <a:lnTo>
                  <a:pt x="248138" y="6479042"/>
                </a:lnTo>
                <a:cubicBezTo>
                  <a:pt x="85786" y="5963924"/>
                  <a:pt x="0" y="5365583"/>
                  <a:pt x="0" y="4748674"/>
                </a:cubicBezTo>
                <a:cubicBezTo>
                  <a:pt x="0" y="3598906"/>
                  <a:pt x="308352" y="2755550"/>
                  <a:pt x="970371" y="2094639"/>
                </a:cubicBezTo>
                <a:cubicBezTo>
                  <a:pt x="2251311" y="813563"/>
                  <a:pt x="4410600" y="358241"/>
                  <a:pt x="6353836" y="81834"/>
                </a:cubicBezTo>
                <a:lnTo>
                  <a:pt x="6929238" y="0"/>
                </a:lnTo>
                <a:close/>
                <a:moveTo>
                  <a:pt x="5888050" y="715583"/>
                </a:moveTo>
                <a:cubicBezTo>
                  <a:pt x="3693214" y="1061213"/>
                  <a:pt x="2213269" y="1641952"/>
                  <a:pt x="1365338" y="2490022"/>
                </a:cubicBezTo>
                <a:cubicBezTo>
                  <a:pt x="815088" y="3039300"/>
                  <a:pt x="558844" y="3757030"/>
                  <a:pt x="558844" y="4748674"/>
                </a:cubicBezTo>
                <a:cubicBezTo>
                  <a:pt x="558844" y="5186533"/>
                  <a:pt x="606933" y="5620580"/>
                  <a:pt x="698050" y="6007647"/>
                </a:cubicBezTo>
                <a:cubicBezTo>
                  <a:pt x="1046247" y="5902875"/>
                  <a:pt x="1497616" y="5880356"/>
                  <a:pt x="1821905" y="5880356"/>
                </a:cubicBezTo>
                <a:lnTo>
                  <a:pt x="1912749" y="5880356"/>
                </a:lnTo>
                <a:cubicBezTo>
                  <a:pt x="2846185" y="5881397"/>
                  <a:pt x="3584774" y="5882088"/>
                  <a:pt x="4392238" y="5073724"/>
                </a:cubicBezTo>
                <a:cubicBezTo>
                  <a:pt x="4925926" y="4540519"/>
                  <a:pt x="5065482" y="3815305"/>
                  <a:pt x="5227070" y="2975622"/>
                </a:cubicBezTo>
                <a:cubicBezTo>
                  <a:pt x="5358242" y="2293716"/>
                  <a:pt x="5506318" y="1524086"/>
                  <a:pt x="5888050" y="715583"/>
                </a:cubicBezTo>
                <a:close/>
              </a:path>
            </a:pathLst>
          </a:custGeom>
          <a:solidFill>
            <a:srgbClr val="334C5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2" name="Freeform: Shape 11">
            <a:extLst>
              <a:ext uri="{FF2B5EF4-FFF2-40B4-BE49-F238E27FC236}">
                <a16:creationId xmlns:a16="http://schemas.microsoft.com/office/drawing/2014/main" id="{09F66203-2118-FD92-A0D4-55E7E25A2F50}"/>
              </a:ext>
            </a:extLst>
          </p:cNvPr>
          <p:cNvSpPr/>
          <p:nvPr userDrawn="1"/>
        </p:nvSpPr>
        <p:spPr>
          <a:xfrm>
            <a:off x="5630359" y="0"/>
            <a:ext cx="6561641" cy="6858000"/>
          </a:xfrm>
          <a:custGeom>
            <a:avLst/>
            <a:gdLst>
              <a:gd name="connsiteX0" fmla="*/ 6561641 w 6561641"/>
              <a:gd name="connsiteY0" fmla="*/ 0 h 6858000"/>
              <a:gd name="connsiteX1" fmla="*/ 6561641 w 6561641"/>
              <a:gd name="connsiteY1" fmla="*/ 6858000 h 6858000"/>
              <a:gd name="connsiteX2" fmla="*/ 0 w 6561641"/>
              <a:gd name="connsiteY2" fmla="*/ 6858000 h 6858000"/>
              <a:gd name="connsiteX3" fmla="*/ 55158 w 6561641"/>
              <a:gd name="connsiteY3" fmla="*/ 6806658 h 6858000"/>
              <a:gd name="connsiteX4" fmla="*/ 333366 w 6561641"/>
              <a:gd name="connsiteY4" fmla="*/ 6605986 h 6858000"/>
              <a:gd name="connsiteX5" fmla="*/ 1454308 w 6561641"/>
              <a:gd name="connsiteY5" fmla="*/ 6439130 h 6858000"/>
              <a:gd name="connsiteX6" fmla="*/ 1544597 w 6561641"/>
              <a:gd name="connsiteY6" fmla="*/ 6439130 h 6858000"/>
              <a:gd name="connsiteX7" fmla="*/ 4419885 w 6561641"/>
              <a:gd name="connsiteY7" fmla="*/ 5468830 h 6858000"/>
              <a:gd name="connsiteX8" fmla="*/ 5408339 w 6561641"/>
              <a:gd name="connsiteY8" fmla="*/ 3080945 h 6858000"/>
              <a:gd name="connsiteX9" fmla="*/ 6266317 w 6561641"/>
              <a:gd name="connsiteY9" fmla="*/ 500430 h 6858000"/>
              <a:gd name="connsiteX10" fmla="*/ 6561641 w 6561641"/>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61641" h="6858000">
                <a:moveTo>
                  <a:pt x="6561641" y="0"/>
                </a:moveTo>
                <a:lnTo>
                  <a:pt x="6561641" y="6858000"/>
                </a:lnTo>
                <a:lnTo>
                  <a:pt x="0" y="6858000"/>
                </a:lnTo>
                <a:lnTo>
                  <a:pt x="55158" y="6806658"/>
                </a:lnTo>
                <a:cubicBezTo>
                  <a:pt x="56403" y="6805547"/>
                  <a:pt x="178428" y="6692602"/>
                  <a:pt x="333366" y="6605986"/>
                </a:cubicBezTo>
                <a:cubicBezTo>
                  <a:pt x="525653" y="6498374"/>
                  <a:pt x="923806" y="6439130"/>
                  <a:pt x="1454308" y="6439130"/>
                </a:cubicBezTo>
                <a:lnTo>
                  <a:pt x="1544597" y="6439130"/>
                </a:lnTo>
                <a:cubicBezTo>
                  <a:pt x="2523213" y="6440447"/>
                  <a:pt x="3448058" y="6441625"/>
                  <a:pt x="4419885" y="5468830"/>
                </a:cubicBezTo>
                <a:cubicBezTo>
                  <a:pt x="5074765" y="4814502"/>
                  <a:pt x="5236771" y="3972461"/>
                  <a:pt x="5408339" y="3080945"/>
                </a:cubicBezTo>
                <a:cubicBezTo>
                  <a:pt x="5559121" y="2297181"/>
                  <a:pt x="5730063" y="1408922"/>
                  <a:pt x="6266317" y="500430"/>
                </a:cubicBezTo>
                <a:lnTo>
                  <a:pt x="6561641"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3" name="Freeform: Shape 12">
            <a:extLst>
              <a:ext uri="{FF2B5EF4-FFF2-40B4-BE49-F238E27FC236}">
                <a16:creationId xmlns:a16="http://schemas.microsoft.com/office/drawing/2014/main" id="{81B85D21-20D6-81C7-372C-A51556C2264A}"/>
              </a:ext>
            </a:extLst>
          </p:cNvPr>
          <p:cNvSpPr/>
          <p:nvPr userDrawn="1"/>
        </p:nvSpPr>
        <p:spPr>
          <a:xfrm>
            <a:off x="5821606" y="715583"/>
            <a:ext cx="5329206" cy="5292064"/>
          </a:xfrm>
          <a:custGeom>
            <a:avLst/>
            <a:gdLst>
              <a:gd name="connsiteX0" fmla="*/ 5329206 w 5329206"/>
              <a:gd name="connsiteY0" fmla="*/ 0 h 5292064"/>
              <a:gd name="connsiteX1" fmla="*/ 4668226 w 5329206"/>
              <a:gd name="connsiteY1" fmla="*/ 2260039 h 5292064"/>
              <a:gd name="connsiteX2" fmla="*/ 3833394 w 5329206"/>
              <a:gd name="connsiteY2" fmla="*/ 4358141 h 5292064"/>
              <a:gd name="connsiteX3" fmla="*/ 1353905 w 5329206"/>
              <a:gd name="connsiteY3" fmla="*/ 5164773 h 5292064"/>
              <a:gd name="connsiteX4" fmla="*/ 1263061 w 5329206"/>
              <a:gd name="connsiteY4" fmla="*/ 5164773 h 5292064"/>
              <a:gd name="connsiteX5" fmla="*/ 139206 w 5329206"/>
              <a:gd name="connsiteY5" fmla="*/ 5292064 h 5292064"/>
              <a:gd name="connsiteX6" fmla="*/ 0 w 5329206"/>
              <a:gd name="connsiteY6" fmla="*/ 4033091 h 5292064"/>
              <a:gd name="connsiteX7" fmla="*/ 806494 w 5329206"/>
              <a:gd name="connsiteY7" fmla="*/ 1774439 h 5292064"/>
              <a:gd name="connsiteX8" fmla="*/ 5329206 w 5329206"/>
              <a:gd name="connsiteY8" fmla="*/ 0 h 5292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206" h="5292064">
                <a:moveTo>
                  <a:pt x="5329206" y="0"/>
                </a:moveTo>
                <a:cubicBezTo>
                  <a:pt x="4947474" y="808503"/>
                  <a:pt x="4799398" y="1578133"/>
                  <a:pt x="4668226" y="2260039"/>
                </a:cubicBezTo>
                <a:cubicBezTo>
                  <a:pt x="4506638" y="3099722"/>
                  <a:pt x="4367082" y="3824936"/>
                  <a:pt x="3833394" y="4358141"/>
                </a:cubicBezTo>
                <a:cubicBezTo>
                  <a:pt x="3025930" y="5166505"/>
                  <a:pt x="2287341" y="5165814"/>
                  <a:pt x="1353905" y="5164773"/>
                </a:cubicBezTo>
                <a:lnTo>
                  <a:pt x="1263061" y="5164773"/>
                </a:lnTo>
                <a:cubicBezTo>
                  <a:pt x="938772" y="5164773"/>
                  <a:pt x="487403" y="5187292"/>
                  <a:pt x="139206" y="5292064"/>
                </a:cubicBezTo>
                <a:cubicBezTo>
                  <a:pt x="48089" y="4904997"/>
                  <a:pt x="0" y="4470950"/>
                  <a:pt x="0" y="4033091"/>
                </a:cubicBezTo>
                <a:cubicBezTo>
                  <a:pt x="0" y="3041447"/>
                  <a:pt x="256244" y="2323717"/>
                  <a:pt x="806494" y="1774439"/>
                </a:cubicBezTo>
                <a:cubicBezTo>
                  <a:pt x="1654425" y="926369"/>
                  <a:pt x="3134370" y="345630"/>
                  <a:pt x="5329206"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pic>
        <p:nvPicPr>
          <p:cNvPr id="14" name="Graphic 13">
            <a:extLst>
              <a:ext uri="{FF2B5EF4-FFF2-40B4-BE49-F238E27FC236}">
                <a16:creationId xmlns:a16="http://schemas.microsoft.com/office/drawing/2014/main" id="{817B55BB-480E-E9CB-4CC7-46CC3674C5D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5960" y="6399515"/>
            <a:ext cx="1031238" cy="307367"/>
          </a:xfrm>
          <a:prstGeom prst="rect">
            <a:avLst/>
          </a:prstGeom>
        </p:spPr>
      </p:pic>
    </p:spTree>
    <p:extLst>
      <p:ext uri="{BB962C8B-B14F-4D97-AF65-F5344CB8AC3E}">
        <p14:creationId xmlns:p14="http://schemas.microsoft.com/office/powerpoint/2010/main" val="1448435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96493-64B4-D3B4-8B48-832A302568D0}"/>
              </a:ext>
            </a:extLst>
          </p:cNvPr>
          <p:cNvSpPr>
            <a:spLocks noGrp="1"/>
          </p:cNvSpPr>
          <p:nvPr>
            <p:ph type="title" hasCustomPrompt="1"/>
          </p:nvPr>
        </p:nvSpPr>
        <p:spPr/>
        <p:txBody>
          <a:bodyPr/>
          <a:lstStyle>
            <a:lvl1pPr>
              <a:defRPr/>
            </a:lvl1pPr>
          </a:lstStyle>
          <a:p>
            <a:r>
              <a:rPr lang="en-US" dirty="0"/>
              <a:t>Title</a:t>
            </a:r>
          </a:p>
        </p:txBody>
      </p:sp>
      <p:sp>
        <p:nvSpPr>
          <p:cNvPr id="3" name="Footer Placeholder 2">
            <a:extLst>
              <a:ext uri="{FF2B5EF4-FFF2-40B4-BE49-F238E27FC236}">
                <a16:creationId xmlns:a16="http://schemas.microsoft.com/office/drawing/2014/main" id="{E4612724-616A-B950-0E4D-241BD9971838}"/>
              </a:ext>
            </a:extLst>
          </p:cNvPr>
          <p:cNvSpPr>
            <a:spLocks noGrp="1"/>
          </p:cNvSpPr>
          <p:nvPr>
            <p:ph type="ftr" sz="quarter" idx="10"/>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20F27259-DF4D-D066-D879-2B21045AFDBC}"/>
              </a:ext>
            </a:extLst>
          </p:cNvPr>
          <p:cNvSpPr>
            <a:spLocks noGrp="1"/>
          </p:cNvSpPr>
          <p:nvPr>
            <p:ph type="sldNum" sz="quarter" idx="11"/>
          </p:nvPr>
        </p:nvSpPr>
        <p:spPr/>
        <p:txBody>
          <a:bodyPr/>
          <a:lstStyle/>
          <a:p>
            <a:fld id="{7695D00A-BA34-4D39-8C84-2534822D6434}" type="slidenum">
              <a:rPr lang="en-GB" smtClean="0"/>
              <a:pPr/>
              <a:t>‹#›</a:t>
            </a:fld>
            <a:endParaRPr lang="en-GB" dirty="0"/>
          </a:p>
        </p:txBody>
      </p:sp>
    </p:spTree>
    <p:extLst>
      <p:ext uri="{BB962C8B-B14F-4D97-AF65-F5344CB8AC3E}">
        <p14:creationId xmlns:p14="http://schemas.microsoft.com/office/powerpoint/2010/main" val="2354770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1581958"/>
            <a:ext cx="11582400" cy="4666441"/>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99542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8_Two columns">
    <p:bg>
      <p:bgPr>
        <a:solidFill>
          <a:schemeClr val="bg1">
            <a:lumMod val="95000"/>
          </a:schemeClr>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297128-6578-3270-F01A-CD0BB0591C1F}"/>
              </a:ext>
            </a:extLst>
          </p:cNvPr>
          <p:cNvSpPr/>
          <p:nvPr/>
        </p:nvSpPr>
        <p:spPr>
          <a:xfrm flipV="1">
            <a:off x="0" y="0"/>
            <a:ext cx="12192000" cy="4312024"/>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ea typeface="+mn-ea"/>
              <a:cs typeface="+mn-cs"/>
            </a:endParaRPr>
          </a:p>
        </p:txBody>
      </p:sp>
      <p:sp>
        <p:nvSpPr>
          <p:cNvPr id="10" name="Text Placeholder 9">
            <a:extLst>
              <a:ext uri="{FF2B5EF4-FFF2-40B4-BE49-F238E27FC236}">
                <a16:creationId xmlns:a16="http://schemas.microsoft.com/office/drawing/2014/main" id="{E53876BC-0069-4DEA-8531-12B084DB4F84}"/>
              </a:ext>
            </a:extLst>
          </p:cNvPr>
          <p:cNvSpPr>
            <a:spLocks noGrp="1"/>
          </p:cNvSpPr>
          <p:nvPr>
            <p:ph type="body" sz="quarter" idx="15" hasCustomPrompt="1"/>
          </p:nvPr>
        </p:nvSpPr>
        <p:spPr>
          <a:xfrm>
            <a:off x="304800" y="1444561"/>
            <a:ext cx="5678424" cy="4361688"/>
          </a:xfrm>
          <a:prstGeom prst="roundRect">
            <a:avLst>
              <a:gd name="adj" fmla="val 3467"/>
            </a:avLst>
          </a:prstGeom>
          <a:solidFill>
            <a:schemeClr val="bg1"/>
          </a:solidFill>
          <a:ln>
            <a:solidFill>
              <a:schemeClr val="tx2"/>
            </a:solidFill>
          </a:ln>
          <a:effectLst/>
        </p:spPr>
        <p:txBody>
          <a:bodyPr lIns="182880" tIns="109728" rIns="182880" bIns="137160" anchor="t"/>
          <a:lstStyle>
            <a:lvl1pPr marL="0" indent="0">
              <a:buNone/>
              <a:defRPr sz="2200" b="1">
                <a:solidFill>
                  <a:schemeClr val="accent4"/>
                </a:solidFill>
              </a:defRPr>
            </a:lvl1pPr>
            <a:lvl2pPr>
              <a:defRPr b="1"/>
            </a:lvl2pPr>
            <a:lvl3pPr>
              <a:defRPr b="1"/>
            </a:lvl3pPr>
            <a:lvl4pPr>
              <a:defRPr b="1"/>
            </a:lvl4pPr>
            <a:lvl5pPr>
              <a:defRPr b="1"/>
            </a:lvl5pPr>
          </a:lstStyle>
          <a:p>
            <a:pPr lvl="0"/>
            <a:r>
              <a:rPr lang="en-US" dirty="0"/>
              <a:t>Header</a:t>
            </a:r>
          </a:p>
        </p:txBody>
      </p:sp>
      <p:sp>
        <p:nvSpPr>
          <p:cNvPr id="11" name="Text Placeholder 9">
            <a:extLst>
              <a:ext uri="{FF2B5EF4-FFF2-40B4-BE49-F238E27FC236}">
                <a16:creationId xmlns:a16="http://schemas.microsoft.com/office/drawing/2014/main" id="{0C3BA70B-9A57-4C78-9121-14908D1B4D21}"/>
              </a:ext>
            </a:extLst>
          </p:cNvPr>
          <p:cNvSpPr>
            <a:spLocks noGrp="1"/>
          </p:cNvSpPr>
          <p:nvPr>
            <p:ph type="body" sz="quarter" idx="16" hasCustomPrompt="1"/>
          </p:nvPr>
        </p:nvSpPr>
        <p:spPr>
          <a:xfrm>
            <a:off x="6208776" y="1444561"/>
            <a:ext cx="5678424" cy="4361688"/>
          </a:xfrm>
          <a:prstGeom prst="roundRect">
            <a:avLst>
              <a:gd name="adj" fmla="val 3380"/>
            </a:avLst>
          </a:prstGeom>
          <a:solidFill>
            <a:schemeClr val="bg1"/>
          </a:solidFill>
          <a:ln>
            <a:solidFill>
              <a:schemeClr val="accent1"/>
            </a:solidFill>
          </a:ln>
          <a:effectLst/>
        </p:spPr>
        <p:txBody>
          <a:bodyPr lIns="182880" tIns="109728" rIns="182880" bIns="137160" anchor="t"/>
          <a:lstStyle>
            <a:lvl1pPr marL="0" indent="0">
              <a:buNone/>
              <a:defRPr sz="2200" b="1">
                <a:solidFill>
                  <a:schemeClr val="accent5"/>
                </a:solidFill>
              </a:defRPr>
            </a:lvl1pPr>
            <a:lvl2pPr>
              <a:defRPr b="1"/>
            </a:lvl2pPr>
            <a:lvl3pPr>
              <a:defRPr b="1"/>
            </a:lvl3pPr>
            <a:lvl4pPr>
              <a:defRPr b="1"/>
            </a:lvl4pPr>
            <a:lvl5pPr>
              <a:defRPr b="1"/>
            </a:lvl5pPr>
          </a:lstStyle>
          <a:p>
            <a:pPr lvl="0"/>
            <a:r>
              <a:rPr lang="en-US" dirty="0"/>
              <a:t>Header</a:t>
            </a:r>
          </a:p>
        </p:txBody>
      </p:sp>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a:xfrm>
            <a:off x="304800" y="228601"/>
            <a:ext cx="11582400" cy="777240"/>
          </a:xfrm>
        </p:spPr>
        <p:txBody>
          <a:bodyPr lIns="0" tIns="0" rIns="0" bIns="0"/>
          <a:lstStyle>
            <a:lvl1pPr>
              <a:defRPr b="1"/>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2195159"/>
            <a:ext cx="5678424" cy="3611090"/>
          </a:xfrm>
          <a:effectLst/>
        </p:spPr>
        <p:txBody>
          <a:bodyPr lIns="182880" tIns="0" rIns="18288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C72599A3-164A-44BE-AEF5-BDF02C58C311}"/>
              </a:ext>
            </a:extLst>
          </p:cNvPr>
          <p:cNvSpPr>
            <a:spLocks noGrp="1"/>
          </p:cNvSpPr>
          <p:nvPr>
            <p:ph type="body" sz="quarter" idx="14"/>
          </p:nvPr>
        </p:nvSpPr>
        <p:spPr>
          <a:xfrm>
            <a:off x="6208776" y="2195159"/>
            <a:ext cx="5678424" cy="3611090"/>
          </a:xfrm>
          <a:effectLst/>
        </p:spPr>
        <p:txBody>
          <a:bodyPr lIns="182880" tIns="0" rIns="18288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11">
            <a:extLst>
              <a:ext uri="{FF2B5EF4-FFF2-40B4-BE49-F238E27FC236}">
                <a16:creationId xmlns:a16="http://schemas.microsoft.com/office/drawing/2014/main" id="{8D606758-4385-4A20-BE7A-5EA8B7B92DCE}"/>
              </a:ext>
            </a:extLst>
          </p:cNvPr>
          <p:cNvSpPr>
            <a:spLocks noGrp="1"/>
          </p:cNvSpPr>
          <p:nvPr>
            <p:ph type="body" sz="quarter" idx="17" hasCustomPrompt="1"/>
          </p:nvPr>
        </p:nvSpPr>
        <p:spPr>
          <a:xfrm>
            <a:off x="304800" y="5890779"/>
            <a:ext cx="11582400" cy="357621"/>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b="1" smtClean="0">
                <a:solidFill>
                  <a:schemeClr val="tx1"/>
                </a:solidFill>
              </a:defRPr>
            </a:lvl1pPr>
            <a:lvl2pPr algn="ctr">
              <a:defRPr lang="en-US" sz="1800" smtClean="0">
                <a:solidFill>
                  <a:schemeClr val="lt1"/>
                </a:solidFill>
              </a:defRPr>
            </a:lvl2pPr>
            <a:lvl3pPr algn="ctr">
              <a:defRPr lang="en-US" sz="1800" smtClean="0">
                <a:solidFill>
                  <a:schemeClr val="lt1"/>
                </a:solidFill>
              </a:defRPr>
            </a:lvl3pPr>
            <a:lvl4pPr algn="ctr">
              <a:defRPr lang="en-US" sz="1800" smtClean="0">
                <a:solidFill>
                  <a:schemeClr val="lt1"/>
                </a:solidFill>
              </a:defRPr>
            </a:lvl4pPr>
            <a:lvl5pPr algn="ctr">
              <a:defRPr lang="en-GB" sz="1800">
                <a:solidFill>
                  <a:schemeClr val="lt1"/>
                </a:solidFill>
              </a:defRPr>
            </a:lvl5pPr>
          </a:lstStyle>
          <a:p>
            <a:pPr lvl="0" algn="ctr"/>
            <a:r>
              <a:rPr lang="en-US" dirty="0"/>
              <a:t>Takeaway message</a:t>
            </a:r>
            <a:endParaRPr lang="en-GB" dirty="0"/>
          </a:p>
        </p:txBody>
      </p:sp>
    </p:spTree>
    <p:extLst>
      <p:ext uri="{BB962C8B-B14F-4D97-AF65-F5344CB8AC3E}">
        <p14:creationId xmlns:p14="http://schemas.microsoft.com/office/powerpoint/2010/main" val="431249935"/>
      </p:ext>
    </p:extLst>
  </p:cSld>
  <p:clrMapOvr>
    <a:masterClrMapping/>
  </p:clrMapOvr>
  <p:extLst>
    <p:ext uri="{DCECCB84-F9BA-43D5-87BE-67443E8EF086}">
      <p15:sldGuideLst xmlns:p15="http://schemas.microsoft.com/office/powerpoint/2012/main">
        <p15:guide id="1" userDrawn="1">
          <p15:clr>
            <a:srgbClr val="FBAE40"/>
          </p15:clr>
        </p15:guide>
        <p15:guide id="2" pos="7680" userDrawn="1">
          <p15:clr>
            <a:srgbClr val="FBAE40"/>
          </p15:clr>
        </p15:guide>
        <p15:guide id="3" pos="192" userDrawn="1">
          <p15:clr>
            <a:srgbClr val="FBAE40"/>
          </p15:clr>
        </p15:guide>
        <p15:guide id="4" pos="3768" userDrawn="1">
          <p15:clr>
            <a:srgbClr val="FBAE40"/>
          </p15:clr>
        </p15:guide>
        <p15:guide id="5" pos="3912" userDrawn="1">
          <p15:clr>
            <a:srgbClr val="FBAE40"/>
          </p15:clr>
        </p15:guide>
        <p15:guide id="6" pos="7488" userDrawn="1">
          <p15:clr>
            <a:srgbClr val="FBAE40"/>
          </p15:clr>
        </p15:guide>
        <p15:guide id="7" orient="horz" userDrawn="1">
          <p15:clr>
            <a:srgbClr val="FBAE40"/>
          </p15:clr>
        </p15:guide>
        <p15:guide id="8" orient="horz" pos="4320" userDrawn="1">
          <p15:clr>
            <a:srgbClr val="FBAE40"/>
          </p15:clr>
        </p15:guide>
        <p15:guide id="9" orient="horz" pos="144" userDrawn="1">
          <p15:clr>
            <a:srgbClr val="FBAE40"/>
          </p15:clr>
        </p15:guide>
        <p15:guide id="10" orient="horz" pos="393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Three columns">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115A016-040A-498C-AA54-84F2FB07FFCD}"/>
              </a:ext>
            </a:extLst>
          </p:cNvPr>
          <p:cNvSpPr/>
          <p:nvPr/>
        </p:nvSpPr>
        <p:spPr>
          <a:xfrm>
            <a:off x="0" y="0"/>
            <a:ext cx="12192000" cy="4305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a:xfrm>
            <a:off x="304800" y="228601"/>
            <a:ext cx="11582400" cy="777240"/>
          </a:xfrm>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10" name="Text Placeholder 9">
            <a:extLst>
              <a:ext uri="{FF2B5EF4-FFF2-40B4-BE49-F238E27FC236}">
                <a16:creationId xmlns:a16="http://schemas.microsoft.com/office/drawing/2014/main" id="{E53876BC-0069-4DEA-8531-12B084DB4F84}"/>
              </a:ext>
            </a:extLst>
          </p:cNvPr>
          <p:cNvSpPr>
            <a:spLocks noGrp="1"/>
          </p:cNvSpPr>
          <p:nvPr>
            <p:ph type="body" sz="quarter" idx="15" hasCustomPrompt="1"/>
          </p:nvPr>
        </p:nvSpPr>
        <p:spPr>
          <a:xfrm>
            <a:off x="304800" y="1444561"/>
            <a:ext cx="3712464" cy="4361688"/>
          </a:xfrm>
          <a:prstGeom prst="roundRect">
            <a:avLst>
              <a:gd name="adj" fmla="val 4250"/>
            </a:avLst>
          </a:prstGeom>
          <a:solidFill>
            <a:schemeClr val="bg1"/>
          </a:solidFill>
          <a:ln>
            <a:solidFill>
              <a:schemeClr val="tx2"/>
            </a:solidFill>
          </a:ln>
          <a:effectLst/>
        </p:spPr>
        <p:txBody>
          <a:bodyPr lIns="182880" tIns="109728" rIns="182880" bIns="0" anchor="t" anchorCtr="0">
            <a:noAutofit/>
          </a:bodyPr>
          <a:lstStyle>
            <a:lvl1pPr marL="0" indent="0">
              <a:buNone/>
              <a:defRPr sz="2200" b="1">
                <a:solidFill>
                  <a:schemeClr val="accent4"/>
                </a:solidFill>
              </a:defRPr>
            </a:lvl1pPr>
            <a:lvl2pPr>
              <a:defRPr b="1"/>
            </a:lvl2pPr>
            <a:lvl3pPr>
              <a:defRPr b="1"/>
            </a:lvl3pPr>
            <a:lvl4pPr>
              <a:defRPr b="1"/>
            </a:lvl4pPr>
            <a:lvl5pPr>
              <a:defRPr b="1"/>
            </a:lvl5pPr>
          </a:lstStyle>
          <a:p>
            <a:pPr lvl="0"/>
            <a:r>
              <a:rPr lang="en-US" dirty="0"/>
              <a:t>Header</a:t>
            </a:r>
          </a:p>
        </p:txBody>
      </p:sp>
      <p:sp>
        <p:nvSpPr>
          <p:cNvPr id="11" name="Text Placeholder 9">
            <a:extLst>
              <a:ext uri="{FF2B5EF4-FFF2-40B4-BE49-F238E27FC236}">
                <a16:creationId xmlns:a16="http://schemas.microsoft.com/office/drawing/2014/main" id="{0C3BA70B-9A57-4C78-9121-14908D1B4D21}"/>
              </a:ext>
            </a:extLst>
          </p:cNvPr>
          <p:cNvSpPr>
            <a:spLocks noGrp="1"/>
          </p:cNvSpPr>
          <p:nvPr>
            <p:ph type="body" sz="quarter" idx="16" hasCustomPrompt="1"/>
          </p:nvPr>
        </p:nvSpPr>
        <p:spPr>
          <a:xfrm>
            <a:off x="4239768" y="1444561"/>
            <a:ext cx="3712464" cy="4361688"/>
          </a:xfrm>
          <a:prstGeom prst="roundRect">
            <a:avLst>
              <a:gd name="adj" fmla="val 4202"/>
            </a:avLst>
          </a:prstGeom>
          <a:solidFill>
            <a:schemeClr val="bg1"/>
          </a:solidFill>
          <a:ln>
            <a:solidFill>
              <a:schemeClr val="accent1"/>
            </a:solidFill>
          </a:ln>
          <a:effectLst/>
        </p:spPr>
        <p:txBody>
          <a:bodyPr lIns="182880" tIns="109728" rIns="182880" bIns="0" anchor="t" anchorCtr="0">
            <a:noAutofit/>
          </a:bodyPr>
          <a:lstStyle>
            <a:lvl1pPr marL="0" indent="0">
              <a:buNone/>
              <a:defRPr sz="2200" b="1">
                <a:solidFill>
                  <a:schemeClr val="accent5"/>
                </a:solidFill>
              </a:defRPr>
            </a:lvl1pPr>
            <a:lvl2pPr>
              <a:defRPr b="1"/>
            </a:lvl2pPr>
            <a:lvl3pPr>
              <a:defRPr b="1"/>
            </a:lvl3pPr>
            <a:lvl4pPr>
              <a:defRPr b="1"/>
            </a:lvl4pPr>
            <a:lvl5pPr>
              <a:defRPr b="1"/>
            </a:lvl5pPr>
          </a:lstStyle>
          <a:p>
            <a:pPr lvl="0"/>
            <a:r>
              <a:rPr lang="en-US" dirty="0"/>
              <a:t>Header</a:t>
            </a:r>
          </a:p>
        </p:txBody>
      </p:sp>
      <p:sp>
        <p:nvSpPr>
          <p:cNvPr id="13" name="Text Placeholder 9">
            <a:extLst>
              <a:ext uri="{FF2B5EF4-FFF2-40B4-BE49-F238E27FC236}">
                <a16:creationId xmlns:a16="http://schemas.microsoft.com/office/drawing/2014/main" id="{92BD31AA-7B0D-404B-8B06-0A019D86A8BB}"/>
              </a:ext>
            </a:extLst>
          </p:cNvPr>
          <p:cNvSpPr>
            <a:spLocks noGrp="1"/>
          </p:cNvSpPr>
          <p:nvPr>
            <p:ph type="body" sz="quarter" idx="18" hasCustomPrompt="1"/>
          </p:nvPr>
        </p:nvSpPr>
        <p:spPr>
          <a:xfrm>
            <a:off x="8174736" y="1444561"/>
            <a:ext cx="3712464" cy="4361688"/>
          </a:xfrm>
          <a:prstGeom prst="roundRect">
            <a:avLst>
              <a:gd name="adj" fmla="val 3696"/>
            </a:avLst>
          </a:prstGeom>
          <a:solidFill>
            <a:schemeClr val="bg1"/>
          </a:solidFill>
          <a:ln>
            <a:solidFill>
              <a:schemeClr val="bg2"/>
            </a:solidFill>
          </a:ln>
          <a:effectLst/>
        </p:spPr>
        <p:txBody>
          <a:bodyPr lIns="182880" tIns="109728" rIns="182880" bIns="0" anchor="t" anchorCtr="0">
            <a:noAutofit/>
          </a:bodyPr>
          <a:lstStyle>
            <a:lvl1pPr marL="0" indent="0">
              <a:buNone/>
              <a:defRPr sz="2200" b="1">
                <a:solidFill>
                  <a:schemeClr val="accent3"/>
                </a:solidFill>
              </a:defRPr>
            </a:lvl1pPr>
            <a:lvl2pPr>
              <a:defRPr b="1"/>
            </a:lvl2pPr>
            <a:lvl3pPr>
              <a:defRPr b="1"/>
            </a:lvl3pPr>
            <a:lvl4pPr>
              <a:defRPr b="1"/>
            </a:lvl4pPr>
            <a:lvl5pPr>
              <a:defRPr b="1"/>
            </a:lvl5pPr>
          </a:lstStyle>
          <a:p>
            <a:pPr lvl="0"/>
            <a:r>
              <a:rPr lang="en-US" dirty="0"/>
              <a:t>Header</a:t>
            </a:r>
          </a:p>
        </p:txBody>
      </p:sp>
      <p:sp>
        <p:nvSpPr>
          <p:cNvPr id="15" name="Text Placeholder 11">
            <a:extLst>
              <a:ext uri="{FF2B5EF4-FFF2-40B4-BE49-F238E27FC236}">
                <a16:creationId xmlns:a16="http://schemas.microsoft.com/office/drawing/2014/main" id="{D9A85587-51A2-4433-9B6D-03ED8C4EC570}"/>
              </a:ext>
            </a:extLst>
          </p:cNvPr>
          <p:cNvSpPr>
            <a:spLocks noGrp="1"/>
          </p:cNvSpPr>
          <p:nvPr>
            <p:ph type="body" sz="quarter" idx="19" hasCustomPrompt="1"/>
          </p:nvPr>
        </p:nvSpPr>
        <p:spPr>
          <a:xfrm>
            <a:off x="304800" y="5890779"/>
            <a:ext cx="11582400" cy="357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b="1" smtClean="0">
                <a:solidFill>
                  <a:schemeClr val="tx1"/>
                </a:solidFill>
              </a:defRPr>
            </a:lvl1pPr>
            <a:lvl2pPr algn="ctr">
              <a:defRPr lang="en-US" sz="1800" smtClean="0">
                <a:solidFill>
                  <a:schemeClr val="lt1"/>
                </a:solidFill>
              </a:defRPr>
            </a:lvl2pPr>
            <a:lvl3pPr algn="ctr">
              <a:defRPr lang="en-US" sz="1800" smtClean="0">
                <a:solidFill>
                  <a:schemeClr val="lt1"/>
                </a:solidFill>
              </a:defRPr>
            </a:lvl3pPr>
            <a:lvl4pPr algn="ctr">
              <a:defRPr lang="en-US" sz="1800" smtClean="0">
                <a:solidFill>
                  <a:schemeClr val="lt1"/>
                </a:solidFill>
              </a:defRPr>
            </a:lvl4pPr>
            <a:lvl5pPr algn="ctr">
              <a:defRPr lang="en-GB" sz="1800">
                <a:solidFill>
                  <a:schemeClr val="lt1"/>
                </a:solidFill>
              </a:defRPr>
            </a:lvl5pPr>
          </a:lstStyle>
          <a:p>
            <a:pPr lvl="0" algn="ctr"/>
            <a:r>
              <a:rPr lang="en-US" dirty="0"/>
              <a:t>Takeaway message</a:t>
            </a:r>
            <a:endParaRPr lang="en-GB" dirty="0"/>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2195159"/>
            <a:ext cx="3712464" cy="3588259"/>
          </a:xfrm>
          <a:prstGeom prst="rect">
            <a:avLst/>
          </a:prstGeom>
          <a:noFill/>
          <a:ln>
            <a:noFill/>
          </a:ln>
        </p:spPr>
        <p:txBody>
          <a:bodyPr lIns="182880" tIns="0" rIns="18288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C72599A3-164A-44BE-AEF5-BDF02C58C311}"/>
              </a:ext>
            </a:extLst>
          </p:cNvPr>
          <p:cNvSpPr>
            <a:spLocks noGrp="1"/>
          </p:cNvSpPr>
          <p:nvPr>
            <p:ph type="body" sz="quarter" idx="14"/>
          </p:nvPr>
        </p:nvSpPr>
        <p:spPr>
          <a:xfrm>
            <a:off x="4239768" y="2195159"/>
            <a:ext cx="3712464" cy="3588259"/>
          </a:xfrm>
          <a:prstGeom prst="rect">
            <a:avLst/>
          </a:prstGeom>
          <a:noFill/>
          <a:ln>
            <a:noFill/>
          </a:ln>
        </p:spPr>
        <p:txBody>
          <a:bodyPr lIns="182880" tIns="0" rIns="18288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7">
            <a:extLst>
              <a:ext uri="{FF2B5EF4-FFF2-40B4-BE49-F238E27FC236}">
                <a16:creationId xmlns:a16="http://schemas.microsoft.com/office/drawing/2014/main" id="{88D3A791-F074-45A1-A38B-D89218178202}"/>
              </a:ext>
            </a:extLst>
          </p:cNvPr>
          <p:cNvSpPr>
            <a:spLocks noGrp="1"/>
          </p:cNvSpPr>
          <p:nvPr>
            <p:ph type="body" sz="quarter" idx="17"/>
          </p:nvPr>
        </p:nvSpPr>
        <p:spPr>
          <a:xfrm>
            <a:off x="8174736" y="2195159"/>
            <a:ext cx="3712464" cy="3588259"/>
          </a:xfrm>
          <a:prstGeom prst="rect">
            <a:avLst/>
          </a:prstGeom>
          <a:noFill/>
          <a:ln>
            <a:noFill/>
          </a:ln>
        </p:spPr>
        <p:txBody>
          <a:bodyPr lIns="182880" tIns="0" rIns="18288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432472287"/>
      </p:ext>
    </p:extLst>
  </p:cSld>
  <p:clrMapOvr>
    <a:masterClrMapping/>
  </p:clrMapOvr>
  <p:extLst>
    <p:ext uri="{DCECCB84-F9BA-43D5-87BE-67443E8EF086}">
      <p15:sldGuideLst xmlns:p15="http://schemas.microsoft.com/office/powerpoint/2012/main">
        <p15:guide id="1" userDrawn="1">
          <p15:clr>
            <a:srgbClr val="FBAE40"/>
          </p15:clr>
        </p15:guide>
        <p15:guide id="2" pos="7680" userDrawn="1">
          <p15:clr>
            <a:srgbClr val="FBAE40"/>
          </p15:clr>
        </p15:guide>
        <p15:guide id="3" pos="192" userDrawn="1">
          <p15:clr>
            <a:srgbClr val="FBAE40"/>
          </p15:clr>
        </p15:guide>
        <p15:guide id="4" pos="2528" userDrawn="1">
          <p15:clr>
            <a:srgbClr val="FBAE40"/>
          </p15:clr>
        </p15:guide>
        <p15:guide id="5" pos="2672" userDrawn="1">
          <p15:clr>
            <a:srgbClr val="FBAE40"/>
          </p15:clr>
        </p15:guide>
        <p15:guide id="6" pos="5008" userDrawn="1">
          <p15:clr>
            <a:srgbClr val="FBAE40"/>
          </p15:clr>
        </p15:guide>
        <p15:guide id="7" pos="5152" userDrawn="1">
          <p15:clr>
            <a:srgbClr val="FBAE40"/>
          </p15:clr>
        </p15:guide>
        <p15:guide id="8" pos="7488" userDrawn="1">
          <p15:clr>
            <a:srgbClr val="FBAE40"/>
          </p15:clr>
        </p15:guide>
        <p15:guide id="9" orient="horz" userDrawn="1">
          <p15:clr>
            <a:srgbClr val="FBAE40"/>
          </p15:clr>
        </p15:guide>
        <p15:guide id="10" orient="horz" pos="4320" userDrawn="1">
          <p15:clr>
            <a:srgbClr val="FBAE40"/>
          </p15:clr>
        </p15:guide>
        <p15:guide id="11" orient="horz" pos="144" userDrawn="1">
          <p15:clr>
            <a:srgbClr val="FBAE40"/>
          </p15:clr>
        </p15:guide>
        <p15:guide id="12" orient="horz" pos="393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Four columns">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115A016-040A-498C-AA54-84F2FB07FFCD}"/>
              </a:ext>
            </a:extLst>
          </p:cNvPr>
          <p:cNvSpPr/>
          <p:nvPr/>
        </p:nvSpPr>
        <p:spPr>
          <a:xfrm>
            <a:off x="0" y="0"/>
            <a:ext cx="12192000" cy="4305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a:xfrm>
            <a:off x="304800" y="228601"/>
            <a:ext cx="11582400" cy="777240"/>
          </a:xfrm>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10" name="Text Placeholder 9">
            <a:extLst>
              <a:ext uri="{FF2B5EF4-FFF2-40B4-BE49-F238E27FC236}">
                <a16:creationId xmlns:a16="http://schemas.microsoft.com/office/drawing/2014/main" id="{E53876BC-0069-4DEA-8531-12B084DB4F84}"/>
              </a:ext>
            </a:extLst>
          </p:cNvPr>
          <p:cNvSpPr>
            <a:spLocks noGrp="1"/>
          </p:cNvSpPr>
          <p:nvPr>
            <p:ph type="body" sz="quarter" idx="15" hasCustomPrompt="1"/>
          </p:nvPr>
        </p:nvSpPr>
        <p:spPr>
          <a:xfrm>
            <a:off x="304800" y="1444561"/>
            <a:ext cx="2724912" cy="4361688"/>
          </a:xfrm>
          <a:prstGeom prst="roundRect">
            <a:avLst>
              <a:gd name="adj" fmla="val 4353"/>
            </a:avLst>
          </a:prstGeom>
          <a:solidFill>
            <a:schemeClr val="bg1"/>
          </a:solidFill>
          <a:ln>
            <a:solidFill>
              <a:schemeClr val="tx2"/>
            </a:solidFill>
          </a:ln>
          <a:effectLst/>
        </p:spPr>
        <p:txBody>
          <a:bodyPr lIns="182880" tIns="109728" rIns="182880" bIns="0" anchor="t" anchorCtr="0">
            <a:noAutofit/>
          </a:bodyPr>
          <a:lstStyle>
            <a:lvl1pPr marL="0" indent="0">
              <a:buNone/>
              <a:defRPr sz="2200" b="1">
                <a:solidFill>
                  <a:schemeClr val="accent4"/>
                </a:solidFill>
              </a:defRPr>
            </a:lvl1pPr>
            <a:lvl2pPr>
              <a:defRPr b="1"/>
            </a:lvl2pPr>
            <a:lvl3pPr>
              <a:defRPr b="1"/>
            </a:lvl3pPr>
            <a:lvl4pPr>
              <a:defRPr b="1"/>
            </a:lvl4pPr>
            <a:lvl5pPr>
              <a:defRPr b="1"/>
            </a:lvl5pPr>
          </a:lstStyle>
          <a:p>
            <a:pPr lvl="0"/>
            <a:r>
              <a:rPr lang="en-US" dirty="0"/>
              <a:t>Header</a:t>
            </a:r>
          </a:p>
        </p:txBody>
      </p:sp>
      <p:sp>
        <p:nvSpPr>
          <p:cNvPr id="11" name="Text Placeholder 9">
            <a:extLst>
              <a:ext uri="{FF2B5EF4-FFF2-40B4-BE49-F238E27FC236}">
                <a16:creationId xmlns:a16="http://schemas.microsoft.com/office/drawing/2014/main" id="{0C3BA70B-9A57-4C78-9121-14908D1B4D21}"/>
              </a:ext>
            </a:extLst>
          </p:cNvPr>
          <p:cNvSpPr>
            <a:spLocks noGrp="1"/>
          </p:cNvSpPr>
          <p:nvPr>
            <p:ph type="body" sz="quarter" idx="16" hasCustomPrompt="1"/>
          </p:nvPr>
        </p:nvSpPr>
        <p:spPr>
          <a:xfrm>
            <a:off x="3257296" y="1444561"/>
            <a:ext cx="2724912" cy="4361688"/>
          </a:xfrm>
          <a:prstGeom prst="roundRect">
            <a:avLst>
              <a:gd name="adj" fmla="val 5120"/>
            </a:avLst>
          </a:prstGeom>
          <a:solidFill>
            <a:schemeClr val="bg1"/>
          </a:solidFill>
          <a:ln>
            <a:solidFill>
              <a:schemeClr val="tx2"/>
            </a:solidFill>
          </a:ln>
          <a:effectLst/>
        </p:spPr>
        <p:txBody>
          <a:bodyPr lIns="182880" tIns="109728" rIns="182880" bIns="0" anchor="t" anchorCtr="0">
            <a:noAutofit/>
          </a:bodyPr>
          <a:lstStyle>
            <a:lvl1pPr marL="0" indent="0">
              <a:buNone/>
              <a:defRPr sz="2200" b="1">
                <a:solidFill>
                  <a:schemeClr val="accent4"/>
                </a:solidFill>
              </a:defRPr>
            </a:lvl1pPr>
            <a:lvl2pPr>
              <a:defRPr b="1"/>
            </a:lvl2pPr>
            <a:lvl3pPr>
              <a:defRPr b="1"/>
            </a:lvl3pPr>
            <a:lvl4pPr>
              <a:defRPr b="1"/>
            </a:lvl4pPr>
            <a:lvl5pPr>
              <a:defRPr b="1"/>
            </a:lvl5pPr>
          </a:lstStyle>
          <a:p>
            <a:pPr lvl="0"/>
            <a:r>
              <a:rPr lang="en-US" dirty="0"/>
              <a:t>Header</a:t>
            </a:r>
          </a:p>
        </p:txBody>
      </p:sp>
      <p:sp>
        <p:nvSpPr>
          <p:cNvPr id="13" name="Text Placeholder 9">
            <a:extLst>
              <a:ext uri="{FF2B5EF4-FFF2-40B4-BE49-F238E27FC236}">
                <a16:creationId xmlns:a16="http://schemas.microsoft.com/office/drawing/2014/main" id="{92BD31AA-7B0D-404B-8B06-0A019D86A8BB}"/>
              </a:ext>
            </a:extLst>
          </p:cNvPr>
          <p:cNvSpPr>
            <a:spLocks noGrp="1"/>
          </p:cNvSpPr>
          <p:nvPr>
            <p:ph type="body" sz="quarter" idx="18" hasCustomPrompt="1"/>
          </p:nvPr>
        </p:nvSpPr>
        <p:spPr>
          <a:xfrm>
            <a:off x="6209792" y="1444561"/>
            <a:ext cx="2724912" cy="4361688"/>
          </a:xfrm>
          <a:prstGeom prst="roundRect">
            <a:avLst>
              <a:gd name="adj" fmla="val 4328"/>
            </a:avLst>
          </a:prstGeom>
          <a:solidFill>
            <a:schemeClr val="bg1"/>
          </a:solidFill>
          <a:ln>
            <a:solidFill>
              <a:schemeClr val="accent1"/>
            </a:solidFill>
          </a:ln>
          <a:effectLst/>
        </p:spPr>
        <p:txBody>
          <a:bodyPr lIns="182880" tIns="109728" rIns="182880" bIns="0" anchor="t" anchorCtr="0">
            <a:noAutofit/>
          </a:bodyPr>
          <a:lstStyle>
            <a:lvl1pPr marL="0" indent="0">
              <a:buNone/>
              <a:defRPr sz="2200" b="1">
                <a:solidFill>
                  <a:schemeClr val="accent5"/>
                </a:solidFill>
              </a:defRPr>
            </a:lvl1pPr>
            <a:lvl2pPr>
              <a:defRPr b="1"/>
            </a:lvl2pPr>
            <a:lvl3pPr>
              <a:defRPr b="1"/>
            </a:lvl3pPr>
            <a:lvl4pPr>
              <a:defRPr b="1"/>
            </a:lvl4pPr>
            <a:lvl5pPr>
              <a:defRPr b="1"/>
            </a:lvl5pPr>
          </a:lstStyle>
          <a:p>
            <a:pPr lvl="0"/>
            <a:r>
              <a:rPr lang="en-US" dirty="0"/>
              <a:t>Header</a:t>
            </a:r>
          </a:p>
        </p:txBody>
      </p:sp>
      <p:sp>
        <p:nvSpPr>
          <p:cNvPr id="15" name="Text Placeholder 9">
            <a:extLst>
              <a:ext uri="{FF2B5EF4-FFF2-40B4-BE49-F238E27FC236}">
                <a16:creationId xmlns:a16="http://schemas.microsoft.com/office/drawing/2014/main" id="{E8F2B0A6-5E8F-4383-B03D-709114FCAA85}"/>
              </a:ext>
            </a:extLst>
          </p:cNvPr>
          <p:cNvSpPr>
            <a:spLocks noGrp="1"/>
          </p:cNvSpPr>
          <p:nvPr>
            <p:ph type="body" sz="quarter" idx="20" hasCustomPrompt="1"/>
          </p:nvPr>
        </p:nvSpPr>
        <p:spPr>
          <a:xfrm>
            <a:off x="9162288" y="1444561"/>
            <a:ext cx="2724912" cy="4361688"/>
          </a:xfrm>
          <a:prstGeom prst="roundRect">
            <a:avLst>
              <a:gd name="adj" fmla="val 3629"/>
            </a:avLst>
          </a:prstGeom>
          <a:solidFill>
            <a:schemeClr val="bg1"/>
          </a:solidFill>
          <a:ln>
            <a:solidFill>
              <a:schemeClr val="accent1"/>
            </a:solidFill>
          </a:ln>
          <a:effectLst/>
        </p:spPr>
        <p:txBody>
          <a:bodyPr lIns="182880" tIns="109728" rIns="182880" bIns="0" anchor="t" anchorCtr="0">
            <a:noAutofit/>
          </a:bodyPr>
          <a:lstStyle>
            <a:lvl1pPr marL="0" indent="0">
              <a:buNone/>
              <a:defRPr sz="2200" b="1">
                <a:solidFill>
                  <a:schemeClr val="accent5"/>
                </a:solidFill>
              </a:defRPr>
            </a:lvl1pPr>
            <a:lvl2pPr>
              <a:defRPr b="1"/>
            </a:lvl2pPr>
            <a:lvl3pPr>
              <a:defRPr b="1"/>
            </a:lvl3pPr>
            <a:lvl4pPr>
              <a:defRPr b="1"/>
            </a:lvl4pPr>
            <a:lvl5pPr>
              <a:defRPr b="1"/>
            </a:lvl5pPr>
          </a:lstStyle>
          <a:p>
            <a:pPr lvl="0"/>
            <a:r>
              <a:rPr lang="en-US" dirty="0"/>
              <a:t>Header</a:t>
            </a:r>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2195159"/>
            <a:ext cx="2724912" cy="3611090"/>
          </a:xfrm>
          <a:prstGeom prst="rect">
            <a:avLst/>
          </a:prstGeom>
          <a:noFill/>
          <a:ln>
            <a:noFill/>
          </a:ln>
        </p:spPr>
        <p:txBody>
          <a:bodyPr lIns="182880" tIns="0" rIns="182880" bIns="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C72599A3-164A-44BE-AEF5-BDF02C58C311}"/>
              </a:ext>
            </a:extLst>
          </p:cNvPr>
          <p:cNvSpPr>
            <a:spLocks noGrp="1"/>
          </p:cNvSpPr>
          <p:nvPr>
            <p:ph type="body" sz="quarter" idx="14"/>
          </p:nvPr>
        </p:nvSpPr>
        <p:spPr>
          <a:xfrm>
            <a:off x="3257296" y="2195159"/>
            <a:ext cx="2724912" cy="3611090"/>
          </a:xfrm>
          <a:prstGeom prst="rect">
            <a:avLst/>
          </a:prstGeom>
          <a:noFill/>
          <a:ln>
            <a:noFill/>
          </a:ln>
        </p:spPr>
        <p:txBody>
          <a:bodyPr lIns="182880" tIns="0" rIns="182880" bIns="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7">
            <a:extLst>
              <a:ext uri="{FF2B5EF4-FFF2-40B4-BE49-F238E27FC236}">
                <a16:creationId xmlns:a16="http://schemas.microsoft.com/office/drawing/2014/main" id="{88D3A791-F074-45A1-A38B-D89218178202}"/>
              </a:ext>
            </a:extLst>
          </p:cNvPr>
          <p:cNvSpPr>
            <a:spLocks noGrp="1"/>
          </p:cNvSpPr>
          <p:nvPr>
            <p:ph type="body" sz="quarter" idx="17"/>
          </p:nvPr>
        </p:nvSpPr>
        <p:spPr>
          <a:xfrm>
            <a:off x="6209792" y="2195159"/>
            <a:ext cx="2724912" cy="3611090"/>
          </a:xfrm>
          <a:prstGeom prst="rect">
            <a:avLst/>
          </a:prstGeom>
          <a:noFill/>
          <a:ln>
            <a:noFill/>
          </a:ln>
        </p:spPr>
        <p:txBody>
          <a:bodyPr lIns="182880" tIns="0" rIns="182880" bIns="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7">
            <a:extLst>
              <a:ext uri="{FF2B5EF4-FFF2-40B4-BE49-F238E27FC236}">
                <a16:creationId xmlns:a16="http://schemas.microsoft.com/office/drawing/2014/main" id="{99B55A3E-07CE-4C84-9A07-5F851E483CDD}"/>
              </a:ext>
            </a:extLst>
          </p:cNvPr>
          <p:cNvSpPr>
            <a:spLocks noGrp="1"/>
          </p:cNvSpPr>
          <p:nvPr>
            <p:ph type="body" sz="quarter" idx="19"/>
          </p:nvPr>
        </p:nvSpPr>
        <p:spPr>
          <a:xfrm>
            <a:off x="9162288" y="2195159"/>
            <a:ext cx="2724912" cy="3611090"/>
          </a:xfrm>
          <a:prstGeom prst="rect">
            <a:avLst/>
          </a:prstGeom>
          <a:noFill/>
          <a:ln>
            <a:noFill/>
          </a:ln>
        </p:spPr>
        <p:txBody>
          <a:bodyPr lIns="182880" tIns="0" rIns="182880" bIns="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ext Placeholder 11">
            <a:extLst>
              <a:ext uri="{FF2B5EF4-FFF2-40B4-BE49-F238E27FC236}">
                <a16:creationId xmlns:a16="http://schemas.microsoft.com/office/drawing/2014/main" id="{AEEEA091-9CC3-A01F-41BB-3B907EFC2EB0}"/>
              </a:ext>
            </a:extLst>
          </p:cNvPr>
          <p:cNvSpPr>
            <a:spLocks noGrp="1"/>
          </p:cNvSpPr>
          <p:nvPr>
            <p:ph type="body" sz="quarter" idx="21" hasCustomPrompt="1"/>
          </p:nvPr>
        </p:nvSpPr>
        <p:spPr>
          <a:xfrm>
            <a:off x="304800" y="5890779"/>
            <a:ext cx="11582400" cy="357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b="1" smtClean="0">
                <a:solidFill>
                  <a:schemeClr val="tx1"/>
                </a:solidFill>
              </a:defRPr>
            </a:lvl1pPr>
            <a:lvl2pPr algn="ctr">
              <a:defRPr lang="en-US" sz="1800" smtClean="0">
                <a:solidFill>
                  <a:schemeClr val="lt1"/>
                </a:solidFill>
              </a:defRPr>
            </a:lvl2pPr>
            <a:lvl3pPr algn="ctr">
              <a:defRPr lang="en-US" sz="1800" smtClean="0">
                <a:solidFill>
                  <a:schemeClr val="lt1"/>
                </a:solidFill>
              </a:defRPr>
            </a:lvl3pPr>
            <a:lvl4pPr algn="ctr">
              <a:defRPr lang="en-US" sz="1800" smtClean="0">
                <a:solidFill>
                  <a:schemeClr val="lt1"/>
                </a:solidFill>
              </a:defRPr>
            </a:lvl4pPr>
            <a:lvl5pPr algn="ctr">
              <a:defRPr lang="en-GB" sz="1800">
                <a:solidFill>
                  <a:schemeClr val="lt1"/>
                </a:solidFill>
              </a:defRPr>
            </a:lvl5pPr>
          </a:lstStyle>
          <a:p>
            <a:pPr lvl="0" algn="ctr"/>
            <a:r>
              <a:rPr lang="en-US" dirty="0"/>
              <a:t>Takeaway message</a:t>
            </a:r>
            <a:endParaRPr lang="en-GB" dirty="0"/>
          </a:p>
        </p:txBody>
      </p:sp>
    </p:spTree>
    <p:extLst>
      <p:ext uri="{BB962C8B-B14F-4D97-AF65-F5344CB8AC3E}">
        <p14:creationId xmlns:p14="http://schemas.microsoft.com/office/powerpoint/2010/main" val="4024800168"/>
      </p:ext>
    </p:extLst>
  </p:cSld>
  <p:clrMapOvr>
    <a:masterClrMapping/>
  </p:clrMapOvr>
  <p:extLst>
    <p:ext uri="{DCECCB84-F9BA-43D5-87BE-67443E8EF086}">
      <p15:sldGuideLst xmlns:p15="http://schemas.microsoft.com/office/powerpoint/2012/main">
        <p15:guide id="1" userDrawn="1">
          <p15:clr>
            <a:srgbClr val="FBAE40"/>
          </p15:clr>
        </p15:guide>
        <p15:guide id="2" pos="7680" userDrawn="1">
          <p15:clr>
            <a:srgbClr val="FBAE40"/>
          </p15:clr>
        </p15:guide>
        <p15:guide id="3" pos="192" userDrawn="1">
          <p15:clr>
            <a:srgbClr val="FBAE40"/>
          </p15:clr>
        </p15:guide>
        <p15:guide id="4" pos="1908" userDrawn="1">
          <p15:clr>
            <a:srgbClr val="FBAE40"/>
          </p15:clr>
        </p15:guide>
        <p15:guide id="5" pos="2052" userDrawn="1">
          <p15:clr>
            <a:srgbClr val="FBAE40"/>
          </p15:clr>
        </p15:guide>
        <p15:guide id="6" pos="3768" userDrawn="1">
          <p15:clr>
            <a:srgbClr val="FBAE40"/>
          </p15:clr>
        </p15:guide>
        <p15:guide id="7" pos="3912" userDrawn="1">
          <p15:clr>
            <a:srgbClr val="FBAE40"/>
          </p15:clr>
        </p15:guide>
        <p15:guide id="8" pos="5628" userDrawn="1">
          <p15:clr>
            <a:srgbClr val="FBAE40"/>
          </p15:clr>
        </p15:guide>
        <p15:guide id="9" pos="5772" userDrawn="1">
          <p15:clr>
            <a:srgbClr val="FBAE40"/>
          </p15:clr>
        </p15:guide>
        <p15:guide id="10" pos="7488" userDrawn="1">
          <p15:clr>
            <a:srgbClr val="FBAE40"/>
          </p15:clr>
        </p15:guide>
        <p15:guide id="11" orient="horz" userDrawn="1">
          <p15:clr>
            <a:srgbClr val="FBAE40"/>
          </p15:clr>
        </p15:guide>
        <p15:guide id="12" orient="horz" pos="4320" userDrawn="1">
          <p15:clr>
            <a:srgbClr val="FBAE40"/>
          </p15:clr>
        </p15:guide>
        <p15:guide id="13" orient="horz" pos="144" userDrawn="1">
          <p15:clr>
            <a:srgbClr val="FBAE40"/>
          </p15:clr>
        </p15:guide>
        <p15:guide id="14" orient="horz" pos="393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Four photo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a:xfrm>
            <a:off x="304800" y="228601"/>
            <a:ext cx="11582400" cy="777240"/>
          </a:xfrm>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4074292"/>
            <a:ext cx="2724912" cy="2161391"/>
          </a:xfrm>
          <a:prstGeom prst="rect">
            <a:avLst/>
          </a:prstGeom>
          <a:noFill/>
          <a:ln>
            <a:noFill/>
          </a:ln>
          <a:effectLst>
            <a:innerShdw dist="50800" dir="16200000">
              <a:schemeClr val="bg2"/>
            </a:innerShdw>
          </a:effectLst>
        </p:spPr>
        <p:txBody>
          <a:bodyPr lIns="0" tIns="0" rIns="0" b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6">
            <a:extLst>
              <a:ext uri="{FF2B5EF4-FFF2-40B4-BE49-F238E27FC236}">
                <a16:creationId xmlns:a16="http://schemas.microsoft.com/office/drawing/2014/main" id="{AC99A214-20B4-4DF7-AAB5-9181D69E1083}"/>
              </a:ext>
            </a:extLst>
          </p:cNvPr>
          <p:cNvSpPr>
            <a:spLocks noGrp="1"/>
          </p:cNvSpPr>
          <p:nvPr>
            <p:ph type="body" sz="quarter" idx="14"/>
          </p:nvPr>
        </p:nvSpPr>
        <p:spPr>
          <a:xfrm>
            <a:off x="3266440" y="4074292"/>
            <a:ext cx="2724912" cy="2161391"/>
          </a:xfrm>
          <a:prstGeom prst="rect">
            <a:avLst/>
          </a:prstGeom>
          <a:noFill/>
          <a:ln>
            <a:noFill/>
          </a:ln>
          <a:effectLst>
            <a:innerShdw dist="50800" dir="16200000">
              <a:schemeClr val="bg2"/>
            </a:innerShdw>
          </a:effectLst>
        </p:spPr>
        <p:txBody>
          <a:bodyPr lIns="0" tIns="0" rIns="0" b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3" name="Text Placeholder 6">
            <a:extLst>
              <a:ext uri="{FF2B5EF4-FFF2-40B4-BE49-F238E27FC236}">
                <a16:creationId xmlns:a16="http://schemas.microsoft.com/office/drawing/2014/main" id="{DFDF62F6-C1BE-4C72-9773-827D4E03C85E}"/>
              </a:ext>
            </a:extLst>
          </p:cNvPr>
          <p:cNvSpPr>
            <a:spLocks noGrp="1"/>
          </p:cNvSpPr>
          <p:nvPr>
            <p:ph type="body" sz="quarter" idx="15"/>
          </p:nvPr>
        </p:nvSpPr>
        <p:spPr>
          <a:xfrm>
            <a:off x="6228080" y="4074292"/>
            <a:ext cx="2724912" cy="2161391"/>
          </a:xfrm>
          <a:prstGeom prst="rect">
            <a:avLst/>
          </a:prstGeom>
          <a:noFill/>
          <a:ln>
            <a:noFill/>
          </a:ln>
          <a:effectLst>
            <a:innerShdw dist="50800" dir="16200000">
              <a:schemeClr val="bg2"/>
            </a:innerShdw>
          </a:effectLst>
        </p:spPr>
        <p:txBody>
          <a:bodyPr lIns="0" tIns="0" rIns="0" b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4" name="Text Placeholder 6">
            <a:extLst>
              <a:ext uri="{FF2B5EF4-FFF2-40B4-BE49-F238E27FC236}">
                <a16:creationId xmlns:a16="http://schemas.microsoft.com/office/drawing/2014/main" id="{F88659B2-C6E2-44B4-85F3-FA63D6CCA516}"/>
              </a:ext>
            </a:extLst>
          </p:cNvPr>
          <p:cNvSpPr>
            <a:spLocks noGrp="1"/>
          </p:cNvSpPr>
          <p:nvPr>
            <p:ph type="body" sz="quarter" idx="16"/>
          </p:nvPr>
        </p:nvSpPr>
        <p:spPr>
          <a:xfrm>
            <a:off x="9162288" y="4074292"/>
            <a:ext cx="2724912" cy="2161391"/>
          </a:xfrm>
          <a:prstGeom prst="rect">
            <a:avLst/>
          </a:prstGeom>
          <a:noFill/>
          <a:ln>
            <a:noFill/>
          </a:ln>
          <a:effectLst>
            <a:innerShdw dist="50800" dir="16200000">
              <a:schemeClr val="bg2"/>
            </a:innerShdw>
          </a:effectLst>
        </p:spPr>
        <p:txBody>
          <a:bodyPr lIns="0" tIns="0" rIns="0" b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Picture Placeholder 24">
            <a:extLst>
              <a:ext uri="{FF2B5EF4-FFF2-40B4-BE49-F238E27FC236}">
                <a16:creationId xmlns:a16="http://schemas.microsoft.com/office/drawing/2014/main" id="{F604B635-574C-4560-8CBC-23D1E1CFD780}"/>
              </a:ext>
            </a:extLst>
          </p:cNvPr>
          <p:cNvSpPr>
            <a:spLocks noGrp="1"/>
          </p:cNvSpPr>
          <p:nvPr>
            <p:ph type="pic" sz="quarter" idx="17"/>
          </p:nvPr>
        </p:nvSpPr>
        <p:spPr>
          <a:xfrm>
            <a:off x="304958" y="1581958"/>
            <a:ext cx="2724912" cy="2267712"/>
          </a:xfrm>
          <a:prstGeom prst="roundRect">
            <a:avLst>
              <a:gd name="adj" fmla="val 3366"/>
            </a:avLst>
          </a:prstGeom>
          <a:pattFill prst="ltVert">
            <a:fgClr>
              <a:schemeClr val="bg1">
                <a:lumMod val="85000"/>
              </a:schemeClr>
            </a:fgClr>
            <a:bgClr>
              <a:schemeClr val="bg1"/>
            </a:bgClr>
          </a:pattFill>
          <a:ln w="19050">
            <a:solidFill>
              <a:schemeClr val="bg2"/>
            </a:solidFill>
          </a:ln>
        </p:spPr>
        <p:txBody>
          <a:bodyPr lIns="0" tIns="0" rIns="0" bIns="0"/>
          <a:lstStyle>
            <a:lvl1pPr marL="0" indent="0">
              <a:buNone/>
              <a:defRPr/>
            </a:lvl1pPr>
          </a:lstStyle>
          <a:p>
            <a:r>
              <a:rPr lang="en-US"/>
              <a:t>Click icon to add picture</a:t>
            </a:r>
            <a:endParaRPr lang="en-GB" dirty="0"/>
          </a:p>
        </p:txBody>
      </p:sp>
      <p:sp>
        <p:nvSpPr>
          <p:cNvPr id="26" name="Picture Placeholder 24">
            <a:extLst>
              <a:ext uri="{FF2B5EF4-FFF2-40B4-BE49-F238E27FC236}">
                <a16:creationId xmlns:a16="http://schemas.microsoft.com/office/drawing/2014/main" id="{03138E83-FCD1-4F20-823B-0DE98D2320F6}"/>
              </a:ext>
            </a:extLst>
          </p:cNvPr>
          <p:cNvSpPr>
            <a:spLocks noGrp="1"/>
          </p:cNvSpPr>
          <p:nvPr>
            <p:ph type="pic" sz="quarter" idx="18"/>
          </p:nvPr>
        </p:nvSpPr>
        <p:spPr>
          <a:xfrm>
            <a:off x="3266598" y="1581958"/>
            <a:ext cx="2724912" cy="2267712"/>
          </a:xfrm>
          <a:prstGeom prst="roundRect">
            <a:avLst>
              <a:gd name="adj" fmla="val 3856"/>
            </a:avLst>
          </a:prstGeom>
          <a:pattFill prst="ltVert">
            <a:fgClr>
              <a:schemeClr val="bg1">
                <a:lumMod val="85000"/>
              </a:schemeClr>
            </a:fgClr>
            <a:bgClr>
              <a:schemeClr val="bg1"/>
            </a:bgClr>
          </a:pattFill>
          <a:ln w="19050">
            <a:solidFill>
              <a:schemeClr val="tx2"/>
            </a:solidFill>
          </a:ln>
        </p:spPr>
        <p:txBody>
          <a:bodyPr lIns="0" tIns="0" rIns="0" bIns="0"/>
          <a:lstStyle>
            <a:lvl1pPr marL="0" indent="0">
              <a:buNone/>
              <a:defRPr/>
            </a:lvl1pPr>
          </a:lstStyle>
          <a:p>
            <a:r>
              <a:rPr lang="en-US"/>
              <a:t>Click icon to add picture</a:t>
            </a:r>
            <a:endParaRPr lang="en-GB" dirty="0"/>
          </a:p>
        </p:txBody>
      </p:sp>
      <p:sp>
        <p:nvSpPr>
          <p:cNvPr id="27" name="Picture Placeholder 24">
            <a:extLst>
              <a:ext uri="{FF2B5EF4-FFF2-40B4-BE49-F238E27FC236}">
                <a16:creationId xmlns:a16="http://schemas.microsoft.com/office/drawing/2014/main" id="{DBA040A6-2F28-4BC3-A28A-CB4258CAB683}"/>
              </a:ext>
            </a:extLst>
          </p:cNvPr>
          <p:cNvSpPr>
            <a:spLocks noGrp="1"/>
          </p:cNvSpPr>
          <p:nvPr>
            <p:ph type="pic" sz="quarter" idx="19"/>
          </p:nvPr>
        </p:nvSpPr>
        <p:spPr>
          <a:xfrm>
            <a:off x="6228238" y="1581958"/>
            <a:ext cx="2724912" cy="2267712"/>
          </a:xfrm>
          <a:prstGeom prst="roundRect">
            <a:avLst>
              <a:gd name="adj" fmla="val 4160"/>
            </a:avLst>
          </a:prstGeom>
          <a:pattFill prst="ltVert">
            <a:fgClr>
              <a:schemeClr val="bg1">
                <a:lumMod val="85000"/>
              </a:schemeClr>
            </a:fgClr>
            <a:bgClr>
              <a:schemeClr val="bg1"/>
            </a:bgClr>
          </a:pattFill>
          <a:ln w="19050">
            <a:solidFill>
              <a:schemeClr val="accent1"/>
            </a:solidFill>
          </a:ln>
        </p:spPr>
        <p:txBody>
          <a:bodyPr lIns="0" tIns="0" rIns="0" bIns="0"/>
          <a:lstStyle>
            <a:lvl1pPr marL="0" indent="0">
              <a:buNone/>
              <a:defRPr/>
            </a:lvl1pPr>
          </a:lstStyle>
          <a:p>
            <a:r>
              <a:rPr lang="en-US"/>
              <a:t>Click icon to add picture</a:t>
            </a:r>
            <a:endParaRPr lang="en-GB" dirty="0"/>
          </a:p>
        </p:txBody>
      </p:sp>
      <p:sp>
        <p:nvSpPr>
          <p:cNvPr id="28" name="Picture Placeholder 24">
            <a:extLst>
              <a:ext uri="{FF2B5EF4-FFF2-40B4-BE49-F238E27FC236}">
                <a16:creationId xmlns:a16="http://schemas.microsoft.com/office/drawing/2014/main" id="{31EE2EFA-6DFD-43D7-83E4-0C4684A24D49}"/>
              </a:ext>
            </a:extLst>
          </p:cNvPr>
          <p:cNvSpPr>
            <a:spLocks noGrp="1"/>
          </p:cNvSpPr>
          <p:nvPr>
            <p:ph type="pic" sz="quarter" idx="20"/>
          </p:nvPr>
        </p:nvSpPr>
        <p:spPr>
          <a:xfrm>
            <a:off x="9162288" y="1581958"/>
            <a:ext cx="2724912" cy="2267712"/>
          </a:xfrm>
          <a:prstGeom prst="roundRect">
            <a:avLst>
              <a:gd name="adj" fmla="val 3156"/>
            </a:avLst>
          </a:prstGeom>
          <a:pattFill prst="ltVert">
            <a:fgClr>
              <a:schemeClr val="bg1">
                <a:lumMod val="85000"/>
              </a:schemeClr>
            </a:fgClr>
            <a:bgClr>
              <a:schemeClr val="bg1"/>
            </a:bgClr>
          </a:pattFill>
          <a:ln w="19050">
            <a:solidFill>
              <a:schemeClr val="accent2"/>
            </a:solidFill>
          </a:ln>
        </p:spPr>
        <p:txBody>
          <a:bodyPr lIns="0" tIns="0" rIns="0" bIns="0"/>
          <a:lstStyle>
            <a:lvl1pPr marL="0" indent="0">
              <a:buNone/>
              <a:defRPr/>
            </a:lvl1pPr>
          </a:lstStyle>
          <a:p>
            <a:r>
              <a:rPr lang="en-US"/>
              <a:t>Click icon to add picture</a:t>
            </a:r>
            <a:endParaRPr lang="en-GB" dirty="0"/>
          </a:p>
        </p:txBody>
      </p:sp>
    </p:spTree>
    <p:extLst>
      <p:ext uri="{BB962C8B-B14F-4D97-AF65-F5344CB8AC3E}">
        <p14:creationId xmlns:p14="http://schemas.microsoft.com/office/powerpoint/2010/main" val="1448362998"/>
      </p:ext>
    </p:extLst>
  </p:cSld>
  <p:clrMapOvr>
    <a:masterClrMapping/>
  </p:clrMapOvr>
  <p:extLst>
    <p:ext uri="{DCECCB84-F9BA-43D5-87BE-67443E8EF086}">
      <p15:sldGuideLst xmlns:p15="http://schemas.microsoft.com/office/powerpoint/2012/main">
        <p15:guide id="1" userDrawn="1">
          <p15:clr>
            <a:srgbClr val="FBAE40"/>
          </p15:clr>
        </p15:guide>
        <p15:guide id="2" pos="7680" userDrawn="1">
          <p15:clr>
            <a:srgbClr val="FBAE40"/>
          </p15:clr>
        </p15:guide>
        <p15:guide id="3" pos="192" userDrawn="1">
          <p15:clr>
            <a:srgbClr val="FBAE40"/>
          </p15:clr>
        </p15:guide>
        <p15:guide id="4" pos="1908" userDrawn="1">
          <p15:clr>
            <a:srgbClr val="FBAE40"/>
          </p15:clr>
        </p15:guide>
        <p15:guide id="5" pos="2052" userDrawn="1">
          <p15:clr>
            <a:srgbClr val="FBAE40"/>
          </p15:clr>
        </p15:guide>
        <p15:guide id="6" pos="3768" userDrawn="1">
          <p15:clr>
            <a:srgbClr val="FBAE40"/>
          </p15:clr>
        </p15:guide>
        <p15:guide id="7" pos="3912" userDrawn="1">
          <p15:clr>
            <a:srgbClr val="FBAE40"/>
          </p15:clr>
        </p15:guide>
        <p15:guide id="8" pos="5628" userDrawn="1">
          <p15:clr>
            <a:srgbClr val="FBAE40"/>
          </p15:clr>
        </p15:guide>
        <p15:guide id="9" pos="5772" userDrawn="1">
          <p15:clr>
            <a:srgbClr val="FBAE40"/>
          </p15:clr>
        </p15:guide>
        <p15:guide id="10" pos="7488" userDrawn="1">
          <p15:clr>
            <a:srgbClr val="FBAE40"/>
          </p15:clr>
        </p15:guide>
        <p15:guide id="11" orient="horz" userDrawn="1">
          <p15:clr>
            <a:srgbClr val="FBAE40"/>
          </p15:clr>
        </p15:guide>
        <p15:guide id="12" orient="horz" pos="4320" userDrawn="1">
          <p15:clr>
            <a:srgbClr val="FBAE40"/>
          </p15:clr>
        </p15:guide>
        <p15:guide id="13" orient="horz" pos="144" userDrawn="1">
          <p15:clr>
            <a:srgbClr val="FBAE40"/>
          </p15:clr>
        </p15:guide>
        <p15:guide id="14" orient="horz" pos="39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Photo and four boxes">
    <p:bg>
      <p:bgPr>
        <a:solidFill>
          <a:schemeClr val="bg1"/>
        </a:solid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AF4F0BBE-02F8-48D8-A993-E6EA225EBA40}"/>
              </a:ext>
            </a:extLst>
          </p:cNvPr>
          <p:cNvSpPr>
            <a:spLocks noGrp="1"/>
          </p:cNvSpPr>
          <p:nvPr>
            <p:ph type="pic" sz="quarter" idx="21" hasCustomPrompt="1"/>
          </p:nvPr>
        </p:nvSpPr>
        <p:spPr>
          <a:xfrm>
            <a:off x="0" y="0"/>
            <a:ext cx="12188952" cy="5312664"/>
          </a:xfrm>
          <a:prstGeom prst="rect">
            <a:avLst/>
          </a:prstGeom>
          <a:pattFill prst="ltVert">
            <a:fgClr>
              <a:schemeClr val="bg1">
                <a:lumMod val="85000"/>
              </a:schemeClr>
            </a:fgClr>
            <a:bgClr>
              <a:schemeClr val="bg1"/>
            </a:bgClr>
          </a:pattFill>
        </p:spPr>
        <p:txBody>
          <a:bodyPr wrap="square" anchor="ctr">
            <a:noAutofit/>
          </a:bodyPr>
          <a:lstStyle>
            <a:lvl1pPr marL="0" indent="0" algn="ctr">
              <a:buNone/>
              <a:defRPr/>
            </a:lvl1pPr>
          </a:lstStyle>
          <a:p>
            <a:r>
              <a:rPr lang="en-US" dirty="0"/>
              <a:t>Picture</a:t>
            </a:r>
            <a:endParaRPr lang="en-GB" dirty="0"/>
          </a:p>
        </p:txBody>
      </p:sp>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a:xfrm>
            <a:off x="304800" y="228601"/>
            <a:ext cx="11582400" cy="777240"/>
          </a:xfrm>
        </p:spPr>
        <p:txBody>
          <a:bodyPr lIns="0" tIns="0" rIns="0" bIns="0"/>
          <a:lstStyle>
            <a:lvl1pPr>
              <a:defRPr>
                <a:solidFill>
                  <a:schemeClr val="bg1"/>
                </a:solidFill>
              </a:defRPr>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3668633"/>
            <a:ext cx="2724912" cy="2253077"/>
          </a:xfrm>
          <a:prstGeom prst="roundRect">
            <a:avLst>
              <a:gd name="adj" fmla="val 4853"/>
            </a:avLst>
          </a:prstGeom>
          <a:solidFill>
            <a:schemeClr val="bg1"/>
          </a:solidFill>
          <a:ln w="9525">
            <a:solidFill>
              <a:schemeClr val="tx2"/>
            </a:solidFill>
          </a:ln>
        </p:spPr>
        <p:txBody>
          <a:bodyPr lIns="137160" tIns="137160" rIns="137160" bIns="1371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C72599A3-164A-44BE-AEF5-BDF02C58C311}"/>
              </a:ext>
            </a:extLst>
          </p:cNvPr>
          <p:cNvSpPr>
            <a:spLocks noGrp="1"/>
          </p:cNvSpPr>
          <p:nvPr>
            <p:ph type="body" sz="quarter" idx="14"/>
          </p:nvPr>
        </p:nvSpPr>
        <p:spPr>
          <a:xfrm>
            <a:off x="3257296" y="3668633"/>
            <a:ext cx="2724912" cy="2253077"/>
          </a:xfrm>
          <a:prstGeom prst="roundRect">
            <a:avLst>
              <a:gd name="adj" fmla="val 3840"/>
            </a:avLst>
          </a:prstGeom>
          <a:solidFill>
            <a:schemeClr val="bg1"/>
          </a:solidFill>
          <a:ln w="9525">
            <a:solidFill>
              <a:schemeClr val="accent1"/>
            </a:solidFill>
          </a:ln>
        </p:spPr>
        <p:txBody>
          <a:bodyPr lIns="137160" tIns="137160" rIns="137160" bIns="1371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7">
            <a:extLst>
              <a:ext uri="{FF2B5EF4-FFF2-40B4-BE49-F238E27FC236}">
                <a16:creationId xmlns:a16="http://schemas.microsoft.com/office/drawing/2014/main" id="{88D3A791-F074-45A1-A38B-D89218178202}"/>
              </a:ext>
            </a:extLst>
          </p:cNvPr>
          <p:cNvSpPr>
            <a:spLocks noGrp="1"/>
          </p:cNvSpPr>
          <p:nvPr>
            <p:ph type="body" sz="quarter" idx="17"/>
          </p:nvPr>
        </p:nvSpPr>
        <p:spPr>
          <a:xfrm>
            <a:off x="6209792" y="3668633"/>
            <a:ext cx="2724912" cy="2253077"/>
          </a:xfrm>
          <a:prstGeom prst="roundRect">
            <a:avLst>
              <a:gd name="adj" fmla="val 3840"/>
            </a:avLst>
          </a:prstGeom>
          <a:solidFill>
            <a:schemeClr val="bg1"/>
          </a:solidFill>
          <a:ln w="9525">
            <a:solidFill>
              <a:schemeClr val="bg2"/>
            </a:solidFill>
          </a:ln>
        </p:spPr>
        <p:txBody>
          <a:bodyPr lIns="137160" tIns="137160" rIns="137160" bIns="1371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7">
            <a:extLst>
              <a:ext uri="{FF2B5EF4-FFF2-40B4-BE49-F238E27FC236}">
                <a16:creationId xmlns:a16="http://schemas.microsoft.com/office/drawing/2014/main" id="{99B55A3E-07CE-4C84-9A07-5F851E483CDD}"/>
              </a:ext>
            </a:extLst>
          </p:cNvPr>
          <p:cNvSpPr>
            <a:spLocks noGrp="1"/>
          </p:cNvSpPr>
          <p:nvPr>
            <p:ph type="body" sz="quarter" idx="19"/>
          </p:nvPr>
        </p:nvSpPr>
        <p:spPr>
          <a:xfrm>
            <a:off x="9162288" y="3668633"/>
            <a:ext cx="2724912" cy="2253077"/>
          </a:xfrm>
          <a:prstGeom prst="roundRect">
            <a:avLst>
              <a:gd name="adj" fmla="val 3840"/>
            </a:avLst>
          </a:prstGeom>
          <a:solidFill>
            <a:schemeClr val="bg1"/>
          </a:solidFill>
          <a:ln w="9525">
            <a:solidFill>
              <a:schemeClr val="accent2"/>
            </a:solidFill>
          </a:ln>
        </p:spPr>
        <p:txBody>
          <a:bodyPr lIns="137160" tIns="137160" rIns="137160" bIns="1371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16" name="Straight Connector 15">
            <a:extLst>
              <a:ext uri="{FF2B5EF4-FFF2-40B4-BE49-F238E27FC236}">
                <a16:creationId xmlns:a16="http://schemas.microsoft.com/office/drawing/2014/main" id="{E4516AE9-B899-481A-984C-65473B6EFE5C}"/>
              </a:ext>
            </a:extLst>
          </p:cNvPr>
          <p:cNvCxnSpPr>
            <a:cxnSpLocks/>
          </p:cNvCxnSpPr>
          <p:nvPr/>
        </p:nvCxnSpPr>
        <p:spPr>
          <a:xfrm>
            <a:off x="304798" y="6435990"/>
            <a:ext cx="23500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 Placeholder 17">
            <a:extLst>
              <a:ext uri="{FF2B5EF4-FFF2-40B4-BE49-F238E27FC236}">
                <a16:creationId xmlns:a16="http://schemas.microsoft.com/office/drawing/2014/main" id="{E443F4D5-6925-4545-90E4-3EE47B90289B}"/>
              </a:ext>
            </a:extLst>
          </p:cNvPr>
          <p:cNvSpPr>
            <a:spLocks noGrp="1"/>
          </p:cNvSpPr>
          <p:nvPr>
            <p:ph type="body" sz="quarter" idx="20"/>
          </p:nvPr>
        </p:nvSpPr>
        <p:spPr>
          <a:xfrm>
            <a:off x="304800" y="1592263"/>
            <a:ext cx="5676900" cy="932816"/>
          </a:xfrm>
        </p:spPr>
        <p:txBody>
          <a:bodyPr lIns="0" tIns="0" rIns="0" bIns="0"/>
          <a:lstStyle>
            <a:lvl1pPr marL="0" indent="0">
              <a:buNone/>
              <a:defRPr sz="2200" b="1">
                <a:solidFill>
                  <a:schemeClr val="bg1"/>
                </a:solidFill>
              </a:defRPr>
            </a:lvl1pPr>
            <a:lvl2pPr>
              <a:defRPr sz="2200" b="1">
                <a:solidFill>
                  <a:srgbClr val="57B524"/>
                </a:solidFill>
              </a:defRPr>
            </a:lvl2pPr>
            <a:lvl3pPr>
              <a:defRPr sz="2200" b="1">
                <a:solidFill>
                  <a:srgbClr val="57B524"/>
                </a:solidFill>
              </a:defRPr>
            </a:lvl3pPr>
            <a:lvl4pPr>
              <a:defRPr sz="2200" b="1">
                <a:solidFill>
                  <a:srgbClr val="57B524"/>
                </a:solidFill>
              </a:defRPr>
            </a:lvl4pPr>
            <a:lvl5pPr>
              <a:defRPr sz="2200" b="1">
                <a:solidFill>
                  <a:srgbClr val="57B524"/>
                </a:solidFill>
              </a:defRPr>
            </a:lvl5pPr>
          </a:lstStyle>
          <a:p>
            <a:pPr lvl="0"/>
            <a:r>
              <a:rPr lang="en-US"/>
              <a:t>Click to edit Master text styles</a:t>
            </a:r>
          </a:p>
        </p:txBody>
      </p:sp>
    </p:spTree>
    <p:extLst>
      <p:ext uri="{BB962C8B-B14F-4D97-AF65-F5344CB8AC3E}">
        <p14:creationId xmlns:p14="http://schemas.microsoft.com/office/powerpoint/2010/main" val="3358243886"/>
      </p:ext>
    </p:extLst>
  </p:cSld>
  <p:clrMapOvr>
    <a:masterClrMapping/>
  </p:clrMapOvr>
  <p:extLst>
    <p:ext uri="{DCECCB84-F9BA-43D5-87BE-67443E8EF086}">
      <p15:sldGuideLst xmlns:p15="http://schemas.microsoft.com/office/powerpoint/2012/main">
        <p15:guide id="1" userDrawn="1">
          <p15:clr>
            <a:srgbClr val="FBAE40"/>
          </p15:clr>
        </p15:guide>
        <p15:guide id="2" pos="7680" userDrawn="1">
          <p15:clr>
            <a:srgbClr val="FBAE40"/>
          </p15:clr>
        </p15:guide>
        <p15:guide id="3" pos="192" userDrawn="1">
          <p15:clr>
            <a:srgbClr val="FBAE40"/>
          </p15:clr>
        </p15:guide>
        <p15:guide id="4" pos="1908" userDrawn="1">
          <p15:clr>
            <a:srgbClr val="FBAE40"/>
          </p15:clr>
        </p15:guide>
        <p15:guide id="5" pos="2052" userDrawn="1">
          <p15:clr>
            <a:srgbClr val="FBAE40"/>
          </p15:clr>
        </p15:guide>
        <p15:guide id="6" pos="3768" userDrawn="1">
          <p15:clr>
            <a:srgbClr val="FBAE40"/>
          </p15:clr>
        </p15:guide>
        <p15:guide id="7" pos="3912" userDrawn="1">
          <p15:clr>
            <a:srgbClr val="FBAE40"/>
          </p15:clr>
        </p15:guide>
        <p15:guide id="8" pos="5628" userDrawn="1">
          <p15:clr>
            <a:srgbClr val="FBAE40"/>
          </p15:clr>
        </p15:guide>
        <p15:guide id="9" pos="5772" userDrawn="1">
          <p15:clr>
            <a:srgbClr val="FBAE40"/>
          </p15:clr>
        </p15:guide>
        <p15:guide id="10" pos="7488" userDrawn="1">
          <p15:clr>
            <a:srgbClr val="FBAE40"/>
          </p15:clr>
        </p15:guide>
        <p15:guide id="11" orient="horz" userDrawn="1">
          <p15:clr>
            <a:srgbClr val="FBAE40"/>
          </p15:clr>
        </p15:guide>
        <p15:guide id="12" orient="horz" pos="4320" userDrawn="1">
          <p15:clr>
            <a:srgbClr val="FBAE40"/>
          </p15:clr>
        </p15:guide>
        <p15:guide id="13" orient="horz" pos="144" userDrawn="1">
          <p15:clr>
            <a:srgbClr val="FBAE40"/>
          </p15:clr>
        </p15:guide>
        <p15:guide id="14" orient="horz" pos="393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Chart">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F0DD941-2566-4315-B0BE-D5D23DEE62EE}"/>
              </a:ext>
            </a:extLst>
          </p:cNvPr>
          <p:cNvSpPr/>
          <p:nvPr userDrawn="1"/>
        </p:nvSpPr>
        <p:spPr>
          <a:xfrm flipH="1">
            <a:off x="0" y="0"/>
            <a:ext cx="8001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2" name="Title 1">
            <a:extLst>
              <a:ext uri="{FF2B5EF4-FFF2-40B4-BE49-F238E27FC236}">
                <a16:creationId xmlns:a16="http://schemas.microsoft.com/office/drawing/2014/main" id="{A2A89266-A7AE-4A04-9053-99DF15DDD32E}"/>
              </a:ext>
            </a:extLst>
          </p:cNvPr>
          <p:cNvSpPr>
            <a:spLocks noGrp="1"/>
          </p:cNvSpPr>
          <p:nvPr>
            <p:ph type="title" hasCustomPrompt="1"/>
          </p:nvPr>
        </p:nvSpPr>
        <p:spPr>
          <a:xfrm>
            <a:off x="304799" y="228601"/>
            <a:ext cx="7172446" cy="777240"/>
          </a:xfrm>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2E740F1B-2580-4D0B-93FE-394C00109023}"/>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F04D456D-2C93-4A05-95ED-1C4681C51EF1}"/>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14" name="Chart Placeholder 13">
            <a:extLst>
              <a:ext uri="{FF2B5EF4-FFF2-40B4-BE49-F238E27FC236}">
                <a16:creationId xmlns:a16="http://schemas.microsoft.com/office/drawing/2014/main" id="{3EDCD88A-5472-496F-BCE8-F017E582B951}"/>
              </a:ext>
            </a:extLst>
          </p:cNvPr>
          <p:cNvSpPr>
            <a:spLocks noGrp="1"/>
          </p:cNvSpPr>
          <p:nvPr>
            <p:ph type="chart" sz="quarter" idx="15"/>
          </p:nvPr>
        </p:nvSpPr>
        <p:spPr>
          <a:xfrm>
            <a:off x="304798" y="1592262"/>
            <a:ext cx="7172448" cy="4656137"/>
          </a:xfrm>
          <a:pattFill prst="ltVert">
            <a:fgClr>
              <a:schemeClr val="bg1">
                <a:lumMod val="85000"/>
              </a:schemeClr>
            </a:fgClr>
            <a:bgClr>
              <a:schemeClr val="bg1"/>
            </a:bgClr>
          </a:pattFill>
        </p:spPr>
        <p:txBody>
          <a:bodyPr lIns="0" tIns="0" rIns="0" bIns="0"/>
          <a:lstStyle/>
          <a:p>
            <a:r>
              <a:rPr lang="en-US"/>
              <a:t>Click icon to add chart</a:t>
            </a:r>
            <a:endParaRPr lang="en-GB" dirty="0"/>
          </a:p>
        </p:txBody>
      </p:sp>
      <p:sp>
        <p:nvSpPr>
          <p:cNvPr id="8" name="Text Placeholder 7">
            <a:extLst>
              <a:ext uri="{FF2B5EF4-FFF2-40B4-BE49-F238E27FC236}">
                <a16:creationId xmlns:a16="http://schemas.microsoft.com/office/drawing/2014/main" id="{847D3A1C-68B8-AC56-FE7B-E203BBAF5F77}"/>
              </a:ext>
            </a:extLst>
          </p:cNvPr>
          <p:cNvSpPr>
            <a:spLocks noGrp="1"/>
          </p:cNvSpPr>
          <p:nvPr>
            <p:ph type="body" sz="quarter" idx="14"/>
          </p:nvPr>
        </p:nvSpPr>
        <p:spPr>
          <a:xfrm>
            <a:off x="8305798" y="609601"/>
            <a:ext cx="3581402" cy="2473124"/>
          </a:xfrm>
        </p:spPr>
        <p:txBody>
          <a:bodyPr lIns="0" tIns="0" rIns="0" bIns="0"/>
          <a:lstStyle>
            <a:lvl1pPr>
              <a:defRPr sz="2200" b="1"/>
            </a:lvl1pPr>
            <a:lvl2pPr>
              <a:defRPr sz="2200" b="1"/>
            </a:lvl2pPr>
            <a:lvl3pPr>
              <a:defRPr sz="2200" b="1"/>
            </a:lvl3pPr>
            <a:lvl4pPr>
              <a:defRPr sz="2200" b="1"/>
            </a:lvl4pPr>
            <a:lvl5pPr>
              <a:defRPr sz="2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7">
            <a:extLst>
              <a:ext uri="{FF2B5EF4-FFF2-40B4-BE49-F238E27FC236}">
                <a16:creationId xmlns:a16="http://schemas.microsoft.com/office/drawing/2014/main" id="{420338C6-0A80-919A-C672-4F8376E8B3E3}"/>
              </a:ext>
            </a:extLst>
          </p:cNvPr>
          <p:cNvSpPr>
            <a:spLocks noGrp="1"/>
          </p:cNvSpPr>
          <p:nvPr>
            <p:ph type="body" sz="quarter" idx="16" hasCustomPrompt="1"/>
          </p:nvPr>
        </p:nvSpPr>
        <p:spPr>
          <a:xfrm>
            <a:off x="8307644" y="3352800"/>
            <a:ext cx="3579556" cy="1218321"/>
          </a:xfrm>
        </p:spPr>
        <p:txBody>
          <a:bodyPr/>
          <a:lstStyle>
            <a:lvl1pPr marL="0" indent="0">
              <a:buNone/>
              <a:defRPr sz="3600" b="1">
                <a:solidFill>
                  <a:schemeClr val="accent5"/>
                </a:solidFill>
              </a:defRPr>
            </a:lvl1pPr>
          </a:lstStyle>
          <a:p>
            <a:pPr lvl="0"/>
            <a:r>
              <a:rPr lang="en-US" dirty="0"/>
              <a:t>85%</a:t>
            </a:r>
            <a:br>
              <a:rPr lang="en-US" dirty="0"/>
            </a:br>
            <a:endParaRPr lang="en-US" dirty="0"/>
          </a:p>
        </p:txBody>
      </p:sp>
      <p:sp>
        <p:nvSpPr>
          <p:cNvPr id="11" name="Text Placeholder 7">
            <a:extLst>
              <a:ext uri="{FF2B5EF4-FFF2-40B4-BE49-F238E27FC236}">
                <a16:creationId xmlns:a16="http://schemas.microsoft.com/office/drawing/2014/main" id="{A4D074C5-4E9B-D0F3-1F7C-7805A8B6CE7B}"/>
              </a:ext>
            </a:extLst>
          </p:cNvPr>
          <p:cNvSpPr>
            <a:spLocks noGrp="1"/>
          </p:cNvSpPr>
          <p:nvPr>
            <p:ph type="body" sz="quarter" idx="17" hasCustomPrompt="1"/>
          </p:nvPr>
        </p:nvSpPr>
        <p:spPr>
          <a:xfrm>
            <a:off x="8307644" y="4841197"/>
            <a:ext cx="3579556" cy="1407203"/>
          </a:xfrm>
        </p:spPr>
        <p:txBody>
          <a:bodyPr/>
          <a:lstStyle>
            <a:lvl1pPr marL="0" indent="0">
              <a:buNone/>
              <a:defRPr sz="3600" b="1">
                <a:solidFill>
                  <a:schemeClr val="accent5"/>
                </a:solidFill>
              </a:defRPr>
            </a:lvl1pPr>
          </a:lstStyle>
          <a:p>
            <a:pPr lvl="0"/>
            <a:r>
              <a:rPr lang="en-US" dirty="0"/>
              <a:t>85%</a:t>
            </a:r>
            <a:br>
              <a:rPr lang="en-US" dirty="0"/>
            </a:br>
            <a:endParaRPr lang="en-US" dirty="0"/>
          </a:p>
        </p:txBody>
      </p:sp>
    </p:spTree>
    <p:extLst>
      <p:ext uri="{BB962C8B-B14F-4D97-AF65-F5344CB8AC3E}">
        <p14:creationId xmlns:p14="http://schemas.microsoft.com/office/powerpoint/2010/main" val="2586827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Content and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EA080-BCD5-D0FB-225E-D53C8325B432}"/>
              </a:ext>
            </a:extLst>
          </p:cNvPr>
          <p:cNvSpPr>
            <a:spLocks noGrp="1"/>
          </p:cNvSpPr>
          <p:nvPr>
            <p:ph type="title" hasCustomPrompt="1"/>
          </p:nvPr>
        </p:nvSpPr>
        <p:spPr/>
        <p:txBody>
          <a:bodyPr/>
          <a:lstStyle>
            <a:lvl1pPr>
              <a:defRPr/>
            </a:lvl1pPr>
          </a:lstStyle>
          <a:p>
            <a:r>
              <a:rPr lang="en-US" dirty="0"/>
              <a:t>Title</a:t>
            </a:r>
          </a:p>
        </p:txBody>
      </p:sp>
      <p:sp>
        <p:nvSpPr>
          <p:cNvPr id="3" name="Footer Placeholder 2">
            <a:extLst>
              <a:ext uri="{FF2B5EF4-FFF2-40B4-BE49-F238E27FC236}">
                <a16:creationId xmlns:a16="http://schemas.microsoft.com/office/drawing/2014/main" id="{A10C578D-0B00-8A06-BEC5-9EC474F87342}"/>
              </a:ext>
            </a:extLst>
          </p:cNvPr>
          <p:cNvSpPr>
            <a:spLocks noGrp="1"/>
          </p:cNvSpPr>
          <p:nvPr>
            <p:ph type="ftr" sz="quarter" idx="10"/>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ED14F0E7-23CD-797B-A82F-DA01C67866B9}"/>
              </a:ext>
            </a:extLst>
          </p:cNvPr>
          <p:cNvSpPr>
            <a:spLocks noGrp="1"/>
          </p:cNvSpPr>
          <p:nvPr>
            <p:ph type="sldNum" sz="quarter" idx="11"/>
          </p:nvPr>
        </p:nvSpPr>
        <p:spPr/>
        <p:txBody>
          <a:bodyPr/>
          <a:lstStyle/>
          <a:p>
            <a:fld id="{7695D00A-BA34-4D39-8C84-2534822D6434}" type="slidenum">
              <a:rPr lang="en-GB" smtClean="0"/>
              <a:pPr/>
              <a:t>‹#›</a:t>
            </a:fld>
            <a:endParaRPr lang="en-GB" dirty="0"/>
          </a:p>
        </p:txBody>
      </p:sp>
      <p:sp>
        <p:nvSpPr>
          <p:cNvPr id="5" name="Picture Placeholder 14">
            <a:extLst>
              <a:ext uri="{FF2B5EF4-FFF2-40B4-BE49-F238E27FC236}">
                <a16:creationId xmlns:a16="http://schemas.microsoft.com/office/drawing/2014/main" id="{68F296C5-FDA8-C0B9-ABD0-E177BBEAE3FA}"/>
              </a:ext>
            </a:extLst>
          </p:cNvPr>
          <p:cNvSpPr>
            <a:spLocks noGrp="1"/>
          </p:cNvSpPr>
          <p:nvPr>
            <p:ph type="pic" sz="quarter" idx="13"/>
          </p:nvPr>
        </p:nvSpPr>
        <p:spPr>
          <a:xfrm>
            <a:off x="317502" y="1589248"/>
            <a:ext cx="7058658" cy="4659152"/>
          </a:xfrm>
          <a:prstGeom prst="roundRect">
            <a:avLst>
              <a:gd name="adj" fmla="val 3976"/>
            </a:avLst>
          </a:prstGeom>
          <a:pattFill prst="ltVert">
            <a:fgClr>
              <a:schemeClr val="bg1">
                <a:lumMod val="85000"/>
              </a:schemeClr>
            </a:fgClr>
            <a:bgClr>
              <a:schemeClr val="bg1"/>
            </a:bgClr>
          </a:pattFill>
          <a:ln w="50800">
            <a:noFill/>
          </a:ln>
        </p:spPr>
        <p:txBody>
          <a:bodyPr wrap="square" anchor="ctr">
            <a:noAutofit/>
          </a:bodyPr>
          <a:lstStyle>
            <a:lvl1pPr marL="0" indent="0" algn="ctr">
              <a:buNone/>
              <a:defRPr/>
            </a:lvl1pPr>
          </a:lstStyle>
          <a:p>
            <a:r>
              <a:rPr lang="en-US"/>
              <a:t>Click icon to add picture</a:t>
            </a:r>
          </a:p>
        </p:txBody>
      </p:sp>
      <p:sp>
        <p:nvSpPr>
          <p:cNvPr id="6" name="Text Placeholder 7">
            <a:extLst>
              <a:ext uri="{FF2B5EF4-FFF2-40B4-BE49-F238E27FC236}">
                <a16:creationId xmlns:a16="http://schemas.microsoft.com/office/drawing/2014/main" id="{4D450127-2256-7C8D-E060-AAD69166B688}"/>
              </a:ext>
            </a:extLst>
          </p:cNvPr>
          <p:cNvSpPr>
            <a:spLocks noGrp="1"/>
          </p:cNvSpPr>
          <p:nvPr>
            <p:ph type="body" sz="quarter" idx="12"/>
          </p:nvPr>
        </p:nvSpPr>
        <p:spPr>
          <a:xfrm>
            <a:off x="7772400" y="2849879"/>
            <a:ext cx="4114800" cy="3398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7">
            <a:extLst>
              <a:ext uri="{FF2B5EF4-FFF2-40B4-BE49-F238E27FC236}">
                <a16:creationId xmlns:a16="http://schemas.microsoft.com/office/drawing/2014/main" id="{8C65C5B2-E435-B229-59F8-5EC119E93901}"/>
              </a:ext>
            </a:extLst>
          </p:cNvPr>
          <p:cNvSpPr>
            <a:spLocks noGrp="1"/>
          </p:cNvSpPr>
          <p:nvPr>
            <p:ph type="body" sz="quarter" idx="14" hasCustomPrompt="1"/>
          </p:nvPr>
        </p:nvSpPr>
        <p:spPr>
          <a:xfrm>
            <a:off x="4465320" y="4221481"/>
            <a:ext cx="2666090" cy="1798319"/>
          </a:xfrm>
        </p:spPr>
        <p:txBody>
          <a:bodyPr/>
          <a:lstStyle>
            <a:lvl1pPr algn="r">
              <a:defRPr sz="8800" b="1">
                <a:solidFill>
                  <a:schemeClr val="bg1"/>
                </a:solidFill>
              </a:defRPr>
            </a:lvl1pPr>
          </a:lstStyle>
          <a:p>
            <a:pPr lvl="0"/>
            <a:r>
              <a:rPr lang="en-US" dirty="0"/>
              <a:t>85%</a:t>
            </a:r>
            <a:br>
              <a:rPr lang="en-US" dirty="0"/>
            </a:br>
            <a:endParaRPr lang="en-US" dirty="0"/>
          </a:p>
        </p:txBody>
      </p:sp>
      <p:sp>
        <p:nvSpPr>
          <p:cNvPr id="8" name="Text Placeholder 7">
            <a:extLst>
              <a:ext uri="{FF2B5EF4-FFF2-40B4-BE49-F238E27FC236}">
                <a16:creationId xmlns:a16="http://schemas.microsoft.com/office/drawing/2014/main" id="{C3A1AB7C-369C-8B06-B1DF-BB79CC8935BE}"/>
              </a:ext>
            </a:extLst>
          </p:cNvPr>
          <p:cNvSpPr>
            <a:spLocks noGrp="1"/>
          </p:cNvSpPr>
          <p:nvPr>
            <p:ph type="body" sz="quarter" idx="15" hasCustomPrompt="1"/>
          </p:nvPr>
        </p:nvSpPr>
        <p:spPr>
          <a:xfrm>
            <a:off x="7772400" y="1589249"/>
            <a:ext cx="4114800" cy="1013790"/>
          </a:xfrm>
        </p:spPr>
        <p:txBody>
          <a:bodyPr/>
          <a:lstStyle>
            <a:lvl1pPr marL="0" indent="0">
              <a:buNone/>
              <a:defRPr sz="2200" b="1">
                <a:solidFill>
                  <a:schemeClr val="tx1"/>
                </a:solidFill>
              </a:defRPr>
            </a:lvl1pPr>
          </a:lstStyle>
          <a:p>
            <a:pPr lvl="0"/>
            <a:r>
              <a:rPr lang="en-US" dirty="0"/>
              <a:t>Key message</a:t>
            </a:r>
          </a:p>
        </p:txBody>
      </p:sp>
    </p:spTree>
    <p:extLst>
      <p:ext uri="{BB962C8B-B14F-4D97-AF65-F5344CB8AC3E}">
        <p14:creationId xmlns:p14="http://schemas.microsoft.com/office/powerpoint/2010/main" val="1289691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Three items with photo">
    <p:spTree>
      <p:nvGrpSpPr>
        <p:cNvPr id="1" name=""/>
        <p:cNvGrpSpPr/>
        <p:nvPr/>
      </p:nvGrpSpPr>
      <p:grpSpPr>
        <a:xfrm>
          <a:off x="0" y="0"/>
          <a:ext cx="0" cy="0"/>
          <a:chOff x="0" y="0"/>
          <a:chExt cx="0" cy="0"/>
        </a:xfrm>
      </p:grpSpPr>
      <p:sp>
        <p:nvSpPr>
          <p:cNvPr id="16" name="Text Placeholder 12">
            <a:extLst>
              <a:ext uri="{FF2B5EF4-FFF2-40B4-BE49-F238E27FC236}">
                <a16:creationId xmlns:a16="http://schemas.microsoft.com/office/drawing/2014/main" id="{95D90AB5-E2B8-CC54-56D0-A30A6F3D0684}"/>
              </a:ext>
            </a:extLst>
          </p:cNvPr>
          <p:cNvSpPr>
            <a:spLocks noGrp="1"/>
          </p:cNvSpPr>
          <p:nvPr>
            <p:ph type="body" sz="quarter" idx="26"/>
          </p:nvPr>
        </p:nvSpPr>
        <p:spPr>
          <a:xfrm>
            <a:off x="3251200" y="1798321"/>
            <a:ext cx="3731490" cy="1335087"/>
          </a:xfrm>
          <a:prstGeom prst="roundRect">
            <a:avLst>
              <a:gd name="adj" fmla="val 8819"/>
            </a:avLst>
          </a:prstGeom>
          <a:solidFill>
            <a:schemeClr val="bg1">
              <a:lumMod val="95000"/>
            </a:schemeClr>
          </a:solidFill>
        </p:spPr>
        <p:txBody>
          <a:bodyPr lIns="91440" tIns="91440" rIns="91440" bIns="91440"/>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2">
            <a:extLst>
              <a:ext uri="{FF2B5EF4-FFF2-40B4-BE49-F238E27FC236}">
                <a16:creationId xmlns:a16="http://schemas.microsoft.com/office/drawing/2014/main" id="{93601B45-11A0-BA84-C037-A191864634F0}"/>
              </a:ext>
            </a:extLst>
          </p:cNvPr>
          <p:cNvSpPr>
            <a:spLocks noGrp="1"/>
          </p:cNvSpPr>
          <p:nvPr>
            <p:ph type="body" sz="quarter" idx="27"/>
          </p:nvPr>
        </p:nvSpPr>
        <p:spPr>
          <a:xfrm>
            <a:off x="3251200" y="3259774"/>
            <a:ext cx="3731490" cy="1335087"/>
          </a:xfrm>
          <a:prstGeom prst="roundRect">
            <a:avLst>
              <a:gd name="adj" fmla="val 8819"/>
            </a:avLst>
          </a:prstGeom>
          <a:solidFill>
            <a:schemeClr val="bg1">
              <a:lumMod val="95000"/>
            </a:schemeClr>
          </a:solidFill>
        </p:spPr>
        <p:txBody>
          <a:bodyPr lIns="91440" tIns="91440" rIns="91440" bIns="91440"/>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a:extLst>
              <a:ext uri="{FF2B5EF4-FFF2-40B4-BE49-F238E27FC236}">
                <a16:creationId xmlns:a16="http://schemas.microsoft.com/office/drawing/2014/main" id="{F8DC61DF-5368-02D3-C97D-7345B2059672}"/>
              </a:ext>
            </a:extLst>
          </p:cNvPr>
          <p:cNvSpPr>
            <a:spLocks noGrp="1"/>
          </p:cNvSpPr>
          <p:nvPr>
            <p:ph type="body" sz="quarter" idx="28"/>
          </p:nvPr>
        </p:nvSpPr>
        <p:spPr>
          <a:xfrm>
            <a:off x="3251200" y="4720274"/>
            <a:ext cx="3731490" cy="1335087"/>
          </a:xfrm>
          <a:prstGeom prst="roundRect">
            <a:avLst>
              <a:gd name="adj" fmla="val 8819"/>
            </a:avLst>
          </a:prstGeom>
          <a:solidFill>
            <a:schemeClr val="bg1">
              <a:lumMod val="95000"/>
            </a:schemeClr>
          </a:solidFill>
        </p:spPr>
        <p:txBody>
          <a:bodyPr lIns="91440" tIns="91440" rIns="91440" bIns="91440"/>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FA96F45-0303-C4EE-48B2-D6E59A42A27C}"/>
              </a:ext>
            </a:extLst>
          </p:cNvPr>
          <p:cNvSpPr>
            <a:spLocks noGrp="1"/>
          </p:cNvSpPr>
          <p:nvPr>
            <p:ph type="title" hasCustomPrompt="1"/>
          </p:nvPr>
        </p:nvSpPr>
        <p:spPr/>
        <p:txBody>
          <a:bodyPr/>
          <a:lstStyle>
            <a:lvl1pPr>
              <a:defRPr/>
            </a:lvl1pPr>
          </a:lstStyle>
          <a:p>
            <a:r>
              <a:rPr lang="en-US" dirty="0"/>
              <a:t>Title</a:t>
            </a:r>
          </a:p>
        </p:txBody>
      </p:sp>
      <p:sp>
        <p:nvSpPr>
          <p:cNvPr id="3" name="Footer Placeholder 2">
            <a:extLst>
              <a:ext uri="{FF2B5EF4-FFF2-40B4-BE49-F238E27FC236}">
                <a16:creationId xmlns:a16="http://schemas.microsoft.com/office/drawing/2014/main" id="{61F014B6-BE37-DF85-9795-CA81FF647508}"/>
              </a:ext>
            </a:extLst>
          </p:cNvPr>
          <p:cNvSpPr>
            <a:spLocks noGrp="1"/>
          </p:cNvSpPr>
          <p:nvPr>
            <p:ph type="ftr" sz="quarter" idx="10"/>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590720D4-59FF-0A8D-AE69-001B9C4AEEC1}"/>
              </a:ext>
            </a:extLst>
          </p:cNvPr>
          <p:cNvSpPr>
            <a:spLocks noGrp="1"/>
          </p:cNvSpPr>
          <p:nvPr>
            <p:ph type="sldNum" sz="quarter" idx="11"/>
          </p:nvPr>
        </p:nvSpPr>
        <p:spPr/>
        <p:txBody>
          <a:bodyPr/>
          <a:lstStyle/>
          <a:p>
            <a:fld id="{7695D00A-BA34-4D39-8C84-2534822D6434}" type="slidenum">
              <a:rPr lang="en-GB" smtClean="0"/>
              <a:pPr/>
              <a:t>‹#›</a:t>
            </a:fld>
            <a:endParaRPr lang="en-GB" dirty="0"/>
          </a:p>
        </p:txBody>
      </p:sp>
      <p:sp>
        <p:nvSpPr>
          <p:cNvPr id="5" name="Picture Placeholder 22">
            <a:extLst>
              <a:ext uri="{FF2B5EF4-FFF2-40B4-BE49-F238E27FC236}">
                <a16:creationId xmlns:a16="http://schemas.microsoft.com/office/drawing/2014/main" id="{F5BFED09-715C-50ED-72EB-C5C43B4635D2}"/>
              </a:ext>
            </a:extLst>
          </p:cNvPr>
          <p:cNvSpPr>
            <a:spLocks noGrp="1"/>
          </p:cNvSpPr>
          <p:nvPr>
            <p:ph type="pic" sz="quarter" idx="16"/>
          </p:nvPr>
        </p:nvSpPr>
        <p:spPr>
          <a:xfrm>
            <a:off x="7081520" y="1798320"/>
            <a:ext cx="4805680" cy="4267200"/>
          </a:xfrm>
          <a:prstGeom prst="roundRect">
            <a:avLst>
              <a:gd name="adj" fmla="val 2825"/>
            </a:avLst>
          </a:prstGeom>
          <a:pattFill prst="ltVert">
            <a:fgClr>
              <a:schemeClr val="bg1">
                <a:lumMod val="85000"/>
              </a:schemeClr>
            </a:fgClr>
            <a:bgClr>
              <a:schemeClr val="bg1"/>
            </a:bgClr>
          </a:pattFill>
        </p:spPr>
        <p:txBody>
          <a:bodyPr wrap="square" anchor="ctr">
            <a:noAutofit/>
          </a:bodyPr>
          <a:lstStyle>
            <a:lvl1pPr marL="0" indent="0" algn="ctr">
              <a:buNone/>
              <a:defRPr/>
            </a:lvl1pPr>
          </a:lstStyle>
          <a:p>
            <a:r>
              <a:rPr lang="en-US"/>
              <a:t>Click icon to add picture</a:t>
            </a:r>
          </a:p>
        </p:txBody>
      </p:sp>
      <p:sp>
        <p:nvSpPr>
          <p:cNvPr id="13" name="Text Placeholder 12">
            <a:extLst>
              <a:ext uri="{FF2B5EF4-FFF2-40B4-BE49-F238E27FC236}">
                <a16:creationId xmlns:a16="http://schemas.microsoft.com/office/drawing/2014/main" id="{C21E77F6-9199-3346-2302-6197BA672BD3}"/>
              </a:ext>
            </a:extLst>
          </p:cNvPr>
          <p:cNvSpPr>
            <a:spLocks noGrp="1"/>
          </p:cNvSpPr>
          <p:nvPr>
            <p:ph type="body" sz="quarter" idx="23"/>
          </p:nvPr>
        </p:nvSpPr>
        <p:spPr>
          <a:xfrm>
            <a:off x="304800" y="1798321"/>
            <a:ext cx="2844800" cy="1335087"/>
          </a:xfrm>
          <a:prstGeom prst="roundRect">
            <a:avLst>
              <a:gd name="adj" fmla="val 8819"/>
            </a:avLst>
          </a:prstGeom>
          <a:solidFill>
            <a:srgbClr val="264600"/>
          </a:solidFill>
        </p:spPr>
        <p:txBody>
          <a:bodyPr lIns="91440" tIns="91440" rIns="91440" bIns="91440"/>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2">
            <a:extLst>
              <a:ext uri="{FF2B5EF4-FFF2-40B4-BE49-F238E27FC236}">
                <a16:creationId xmlns:a16="http://schemas.microsoft.com/office/drawing/2014/main" id="{E7FE3B57-21EE-6898-E28A-FEB7422D317E}"/>
              </a:ext>
            </a:extLst>
          </p:cNvPr>
          <p:cNvSpPr>
            <a:spLocks noGrp="1"/>
          </p:cNvSpPr>
          <p:nvPr>
            <p:ph type="body" sz="quarter" idx="24"/>
          </p:nvPr>
        </p:nvSpPr>
        <p:spPr>
          <a:xfrm>
            <a:off x="304800" y="3259774"/>
            <a:ext cx="2844800" cy="1335087"/>
          </a:xfrm>
          <a:prstGeom prst="roundRect">
            <a:avLst>
              <a:gd name="adj" fmla="val 8819"/>
            </a:avLst>
          </a:prstGeom>
          <a:solidFill>
            <a:srgbClr val="264600"/>
          </a:solidFill>
        </p:spPr>
        <p:txBody>
          <a:bodyPr lIns="91440" tIns="91440" rIns="91440" bIns="91440"/>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2">
            <a:extLst>
              <a:ext uri="{FF2B5EF4-FFF2-40B4-BE49-F238E27FC236}">
                <a16:creationId xmlns:a16="http://schemas.microsoft.com/office/drawing/2014/main" id="{EF709A7A-A838-62E7-6047-92609CE63E67}"/>
              </a:ext>
            </a:extLst>
          </p:cNvPr>
          <p:cNvSpPr>
            <a:spLocks noGrp="1"/>
          </p:cNvSpPr>
          <p:nvPr>
            <p:ph type="body" sz="quarter" idx="25"/>
          </p:nvPr>
        </p:nvSpPr>
        <p:spPr>
          <a:xfrm>
            <a:off x="304800" y="4720274"/>
            <a:ext cx="2844800" cy="1335087"/>
          </a:xfrm>
          <a:prstGeom prst="roundRect">
            <a:avLst>
              <a:gd name="adj" fmla="val 8819"/>
            </a:avLst>
          </a:prstGeom>
          <a:solidFill>
            <a:srgbClr val="264600"/>
          </a:solidFill>
        </p:spPr>
        <p:txBody>
          <a:bodyPr lIns="91440" tIns="91440" rIns="91440" bIns="91440"/>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59733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Content with multipl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6549C-317C-9B20-FFC7-1DAB3984C63D}"/>
              </a:ext>
            </a:extLst>
          </p:cNvPr>
          <p:cNvSpPr>
            <a:spLocks noGrp="1"/>
          </p:cNvSpPr>
          <p:nvPr>
            <p:ph type="title" hasCustomPrompt="1"/>
          </p:nvPr>
        </p:nvSpPr>
        <p:spPr>
          <a:xfrm>
            <a:off x="304800" y="228601"/>
            <a:ext cx="5010912" cy="777240"/>
          </a:xfrm>
        </p:spPr>
        <p:txBody>
          <a:bodyPr/>
          <a:lstStyle>
            <a:lvl1pPr>
              <a:defRPr/>
            </a:lvl1pPr>
          </a:lstStyle>
          <a:p>
            <a:r>
              <a:rPr lang="en-US" dirty="0"/>
              <a:t>Title</a:t>
            </a:r>
          </a:p>
        </p:txBody>
      </p:sp>
      <p:sp>
        <p:nvSpPr>
          <p:cNvPr id="3" name="Footer Placeholder 2">
            <a:extLst>
              <a:ext uri="{FF2B5EF4-FFF2-40B4-BE49-F238E27FC236}">
                <a16:creationId xmlns:a16="http://schemas.microsoft.com/office/drawing/2014/main" id="{4E3D72C6-9A1D-A927-A519-F059E089D34B}"/>
              </a:ext>
            </a:extLst>
          </p:cNvPr>
          <p:cNvSpPr>
            <a:spLocks noGrp="1"/>
          </p:cNvSpPr>
          <p:nvPr>
            <p:ph type="ftr" sz="quarter" idx="10"/>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E711604A-58FC-6406-3713-45BF1692016B}"/>
              </a:ext>
            </a:extLst>
          </p:cNvPr>
          <p:cNvSpPr>
            <a:spLocks noGrp="1"/>
          </p:cNvSpPr>
          <p:nvPr>
            <p:ph type="sldNum" sz="quarter" idx="11"/>
          </p:nvPr>
        </p:nvSpPr>
        <p:spPr/>
        <p:txBody>
          <a:bodyPr/>
          <a:lstStyle/>
          <a:p>
            <a:fld id="{7695D00A-BA34-4D39-8C84-2534822D6434}" type="slidenum">
              <a:rPr lang="en-GB" smtClean="0"/>
              <a:pPr/>
              <a:t>‹#›</a:t>
            </a:fld>
            <a:endParaRPr lang="en-GB" dirty="0"/>
          </a:p>
        </p:txBody>
      </p:sp>
      <p:sp>
        <p:nvSpPr>
          <p:cNvPr id="5" name="Text Placeholder 6">
            <a:extLst>
              <a:ext uri="{FF2B5EF4-FFF2-40B4-BE49-F238E27FC236}">
                <a16:creationId xmlns:a16="http://schemas.microsoft.com/office/drawing/2014/main" id="{D2052C00-4D6E-08B8-D977-8C73AC756800}"/>
              </a:ext>
            </a:extLst>
          </p:cNvPr>
          <p:cNvSpPr>
            <a:spLocks noGrp="1"/>
          </p:cNvSpPr>
          <p:nvPr>
            <p:ph type="body" sz="quarter" idx="13"/>
          </p:nvPr>
        </p:nvSpPr>
        <p:spPr>
          <a:xfrm>
            <a:off x="304800" y="2619259"/>
            <a:ext cx="2286000" cy="362914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7">
            <a:extLst>
              <a:ext uri="{FF2B5EF4-FFF2-40B4-BE49-F238E27FC236}">
                <a16:creationId xmlns:a16="http://schemas.microsoft.com/office/drawing/2014/main" id="{C5DAF4D3-E1C6-BD67-FD2A-874256974CBB}"/>
              </a:ext>
            </a:extLst>
          </p:cNvPr>
          <p:cNvSpPr>
            <a:spLocks noGrp="1"/>
          </p:cNvSpPr>
          <p:nvPr>
            <p:ph type="body" sz="quarter" idx="14"/>
          </p:nvPr>
        </p:nvSpPr>
        <p:spPr>
          <a:xfrm>
            <a:off x="3029712" y="2619259"/>
            <a:ext cx="2286000" cy="362914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7">
            <a:extLst>
              <a:ext uri="{FF2B5EF4-FFF2-40B4-BE49-F238E27FC236}">
                <a16:creationId xmlns:a16="http://schemas.microsoft.com/office/drawing/2014/main" id="{DCA55133-5734-1760-99EB-8E45FDA8C604}"/>
              </a:ext>
            </a:extLst>
          </p:cNvPr>
          <p:cNvSpPr>
            <a:spLocks noGrp="1"/>
          </p:cNvSpPr>
          <p:nvPr>
            <p:ph type="body" sz="quarter" idx="18" hasCustomPrompt="1"/>
          </p:nvPr>
        </p:nvSpPr>
        <p:spPr>
          <a:xfrm>
            <a:off x="6316461" y="3998975"/>
            <a:ext cx="1819656" cy="2249424"/>
          </a:xfrm>
          <a:prstGeom prst="roundRect">
            <a:avLst>
              <a:gd name="adj" fmla="val 5082"/>
            </a:avLst>
          </a:prstGeom>
          <a:solidFill>
            <a:schemeClr val="accent5"/>
          </a:solidFill>
        </p:spPr>
        <p:txBody>
          <a:bodyPr lIns="137160" tIns="137160" rIns="137160" bIns="137160"/>
          <a:lstStyle>
            <a:lvl1pPr>
              <a:defRPr sz="3600" b="1">
                <a:solidFill>
                  <a:schemeClr val="bg1"/>
                </a:solidFill>
              </a:defRPr>
            </a:lvl1pPr>
          </a:lstStyle>
          <a:p>
            <a:pPr lvl="0"/>
            <a:r>
              <a:rPr lang="en-US" dirty="0"/>
              <a:t>58%</a:t>
            </a:r>
            <a:endParaRPr lang="en-GB" dirty="0"/>
          </a:p>
        </p:txBody>
      </p:sp>
      <p:sp>
        <p:nvSpPr>
          <p:cNvPr id="8" name="Text Placeholder 7">
            <a:extLst>
              <a:ext uri="{FF2B5EF4-FFF2-40B4-BE49-F238E27FC236}">
                <a16:creationId xmlns:a16="http://schemas.microsoft.com/office/drawing/2014/main" id="{F7BE38F7-5335-49BE-47EB-EEFE0383A138}"/>
              </a:ext>
            </a:extLst>
          </p:cNvPr>
          <p:cNvSpPr>
            <a:spLocks noGrp="1"/>
          </p:cNvSpPr>
          <p:nvPr>
            <p:ph type="body" sz="quarter" idx="20" hasCustomPrompt="1"/>
          </p:nvPr>
        </p:nvSpPr>
        <p:spPr>
          <a:xfrm>
            <a:off x="10067544" y="228601"/>
            <a:ext cx="1819656" cy="2002536"/>
          </a:xfrm>
          <a:prstGeom prst="roundRect">
            <a:avLst>
              <a:gd name="adj" fmla="val 4936"/>
            </a:avLst>
          </a:prstGeom>
          <a:solidFill>
            <a:schemeClr val="accent4"/>
          </a:solidFill>
        </p:spPr>
        <p:txBody>
          <a:bodyPr lIns="137160" tIns="137160" rIns="137160" bIns="137160"/>
          <a:lstStyle>
            <a:lvl1pPr>
              <a:defRPr sz="3600" b="1">
                <a:solidFill>
                  <a:schemeClr val="bg1"/>
                </a:solidFill>
              </a:defRPr>
            </a:lvl1pPr>
            <a:lvl2pPr>
              <a:defRPr sz="3600" b="1">
                <a:solidFill>
                  <a:srgbClr val="334C56"/>
                </a:solidFill>
              </a:defRPr>
            </a:lvl2pPr>
            <a:lvl3pPr>
              <a:defRPr sz="3600" b="1">
                <a:solidFill>
                  <a:srgbClr val="334C56"/>
                </a:solidFill>
              </a:defRPr>
            </a:lvl3pPr>
            <a:lvl4pPr>
              <a:defRPr sz="3600" b="1">
                <a:solidFill>
                  <a:srgbClr val="334C56"/>
                </a:solidFill>
              </a:defRPr>
            </a:lvl4pPr>
            <a:lvl5pPr>
              <a:defRPr sz="3600" b="1">
                <a:solidFill>
                  <a:srgbClr val="334C56"/>
                </a:solidFill>
              </a:defRPr>
            </a:lvl5pPr>
          </a:lstStyle>
          <a:p>
            <a:pPr lvl="0"/>
            <a:r>
              <a:rPr lang="en-US" dirty="0"/>
              <a:t>69%</a:t>
            </a:r>
            <a:endParaRPr lang="en-GB" dirty="0"/>
          </a:p>
        </p:txBody>
      </p:sp>
      <p:sp>
        <p:nvSpPr>
          <p:cNvPr id="9" name="Picture Placeholder 17">
            <a:extLst>
              <a:ext uri="{FF2B5EF4-FFF2-40B4-BE49-F238E27FC236}">
                <a16:creationId xmlns:a16="http://schemas.microsoft.com/office/drawing/2014/main" id="{4506C89A-0989-5052-0E51-F571AFA275C5}"/>
              </a:ext>
            </a:extLst>
          </p:cNvPr>
          <p:cNvSpPr>
            <a:spLocks noGrp="1"/>
          </p:cNvSpPr>
          <p:nvPr>
            <p:ph type="pic" sz="quarter" idx="22"/>
          </p:nvPr>
        </p:nvSpPr>
        <p:spPr>
          <a:xfrm>
            <a:off x="6316457" y="819027"/>
            <a:ext cx="1819657" cy="3082413"/>
          </a:xfrm>
          <a:prstGeom prst="roundRect">
            <a:avLst>
              <a:gd name="adj" fmla="val 4663"/>
            </a:avLst>
          </a:prstGeom>
          <a:pattFill prst="ltVert">
            <a:fgClr>
              <a:schemeClr val="bg1">
                <a:lumMod val="85000"/>
              </a:schemeClr>
            </a:fgClr>
            <a:bgClr>
              <a:schemeClr val="bg1"/>
            </a:bgClr>
          </a:pattFill>
        </p:spPr>
        <p:txBody>
          <a:bodyPr wrap="square">
            <a:noAutofit/>
          </a:bodyPr>
          <a:lstStyle/>
          <a:p>
            <a:r>
              <a:rPr lang="en-US"/>
              <a:t>Click icon to add picture</a:t>
            </a:r>
            <a:endParaRPr lang="en-US" dirty="0"/>
          </a:p>
        </p:txBody>
      </p:sp>
      <p:sp>
        <p:nvSpPr>
          <p:cNvPr id="10" name="Picture Placeholder 18">
            <a:extLst>
              <a:ext uri="{FF2B5EF4-FFF2-40B4-BE49-F238E27FC236}">
                <a16:creationId xmlns:a16="http://schemas.microsoft.com/office/drawing/2014/main" id="{7CBE9CDA-FCA0-BA8B-8CD5-DB0BD4742CA3}"/>
              </a:ext>
            </a:extLst>
          </p:cNvPr>
          <p:cNvSpPr>
            <a:spLocks noGrp="1"/>
          </p:cNvSpPr>
          <p:nvPr>
            <p:ph type="pic" sz="quarter" idx="23"/>
          </p:nvPr>
        </p:nvSpPr>
        <p:spPr>
          <a:xfrm>
            <a:off x="8233661" y="3165986"/>
            <a:ext cx="1736345" cy="3082413"/>
          </a:xfrm>
          <a:prstGeom prst="roundRect">
            <a:avLst>
              <a:gd name="adj" fmla="val 5110"/>
            </a:avLst>
          </a:prstGeom>
          <a:pattFill prst="ltVert">
            <a:fgClr>
              <a:schemeClr val="bg1">
                <a:lumMod val="85000"/>
              </a:schemeClr>
            </a:fgClr>
            <a:bgClr>
              <a:schemeClr val="bg1"/>
            </a:bgClr>
          </a:pattFill>
        </p:spPr>
        <p:txBody>
          <a:bodyPr wrap="square">
            <a:noAutofit/>
          </a:bodyPr>
          <a:lstStyle/>
          <a:p>
            <a:r>
              <a:rPr lang="en-US"/>
              <a:t>Click icon to add picture</a:t>
            </a:r>
            <a:endParaRPr lang="en-US" dirty="0"/>
          </a:p>
        </p:txBody>
      </p:sp>
      <p:sp>
        <p:nvSpPr>
          <p:cNvPr id="11" name="Picture Placeholder 19">
            <a:extLst>
              <a:ext uri="{FF2B5EF4-FFF2-40B4-BE49-F238E27FC236}">
                <a16:creationId xmlns:a16="http://schemas.microsoft.com/office/drawing/2014/main" id="{0C7E3893-D63E-B41D-5045-8454AA09756A}"/>
              </a:ext>
            </a:extLst>
          </p:cNvPr>
          <p:cNvSpPr>
            <a:spLocks noGrp="1"/>
          </p:cNvSpPr>
          <p:nvPr>
            <p:ph type="pic" sz="quarter" idx="24"/>
          </p:nvPr>
        </p:nvSpPr>
        <p:spPr>
          <a:xfrm>
            <a:off x="8233661" y="228600"/>
            <a:ext cx="1736344" cy="2820204"/>
          </a:xfrm>
          <a:prstGeom prst="roundRect">
            <a:avLst>
              <a:gd name="adj" fmla="val 5403"/>
            </a:avLst>
          </a:prstGeom>
          <a:pattFill prst="ltVert">
            <a:fgClr>
              <a:schemeClr val="bg1">
                <a:lumMod val="85000"/>
              </a:schemeClr>
            </a:fgClr>
            <a:bgClr>
              <a:schemeClr val="bg1"/>
            </a:bgClr>
          </a:pattFill>
        </p:spPr>
        <p:txBody>
          <a:bodyPr wrap="square">
            <a:noAutofit/>
          </a:bodyPr>
          <a:lstStyle/>
          <a:p>
            <a:r>
              <a:rPr lang="en-US"/>
              <a:t>Click icon to add picture</a:t>
            </a:r>
            <a:endParaRPr lang="en-US" dirty="0"/>
          </a:p>
        </p:txBody>
      </p:sp>
      <p:sp>
        <p:nvSpPr>
          <p:cNvPr id="12" name="Picture Placeholder 20">
            <a:extLst>
              <a:ext uri="{FF2B5EF4-FFF2-40B4-BE49-F238E27FC236}">
                <a16:creationId xmlns:a16="http://schemas.microsoft.com/office/drawing/2014/main" id="{FC203ADF-407A-8AE4-6C87-DE923971FFD5}"/>
              </a:ext>
            </a:extLst>
          </p:cNvPr>
          <p:cNvSpPr>
            <a:spLocks noGrp="1"/>
          </p:cNvSpPr>
          <p:nvPr>
            <p:ph type="pic" sz="quarter" idx="25"/>
          </p:nvPr>
        </p:nvSpPr>
        <p:spPr>
          <a:xfrm>
            <a:off x="10067544" y="2328672"/>
            <a:ext cx="1819656" cy="2882426"/>
          </a:xfrm>
          <a:prstGeom prst="roundRect">
            <a:avLst>
              <a:gd name="adj" fmla="val 5919"/>
            </a:avLst>
          </a:prstGeom>
          <a:pattFill prst="ltVert">
            <a:fgClr>
              <a:schemeClr val="bg1">
                <a:lumMod val="85000"/>
              </a:schemeClr>
            </a:fgClr>
            <a:bgClr>
              <a:schemeClr val="bg1"/>
            </a:bgClr>
          </a:pattFill>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20759395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_Highlights with photo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3A04DC0-FE38-0A58-7775-97841A9382AE}"/>
              </a:ext>
            </a:extLst>
          </p:cNvPr>
          <p:cNvSpPr/>
          <p:nvPr userDrawn="1"/>
        </p:nvSpPr>
        <p:spPr>
          <a:xfrm>
            <a:off x="0" y="0"/>
            <a:ext cx="12192000" cy="3429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6" name="Text Placeholder 9">
            <a:extLst>
              <a:ext uri="{FF2B5EF4-FFF2-40B4-BE49-F238E27FC236}">
                <a16:creationId xmlns:a16="http://schemas.microsoft.com/office/drawing/2014/main" id="{B020DB67-368D-F2A1-64DA-91ADDB9C7537}"/>
              </a:ext>
            </a:extLst>
          </p:cNvPr>
          <p:cNvSpPr>
            <a:spLocks noGrp="1"/>
          </p:cNvSpPr>
          <p:nvPr>
            <p:ph type="body" sz="quarter" idx="15" hasCustomPrompt="1"/>
          </p:nvPr>
        </p:nvSpPr>
        <p:spPr>
          <a:xfrm>
            <a:off x="304800" y="2236609"/>
            <a:ext cx="2816352" cy="4011789"/>
          </a:xfrm>
          <a:prstGeom prst="roundRect">
            <a:avLst>
              <a:gd name="adj" fmla="val 4308"/>
            </a:avLst>
          </a:prstGeom>
          <a:solidFill>
            <a:schemeClr val="tx2"/>
          </a:solidFill>
          <a:ln>
            <a:noFill/>
          </a:ln>
          <a:effectLst/>
        </p:spPr>
        <p:txBody>
          <a:bodyPr lIns="182880" tIns="109728" rIns="182880" bIns="0" anchor="t"/>
          <a:lstStyle>
            <a:lvl1pPr>
              <a:defRPr sz="2200" b="1">
                <a:solidFill>
                  <a:schemeClr val="tx1"/>
                </a:solidFill>
              </a:defRPr>
            </a:lvl1pPr>
            <a:lvl2pPr>
              <a:defRPr b="1"/>
            </a:lvl2pPr>
            <a:lvl3pPr>
              <a:defRPr b="1"/>
            </a:lvl3pPr>
            <a:lvl4pPr>
              <a:defRPr b="1"/>
            </a:lvl4pPr>
            <a:lvl5pPr>
              <a:defRPr b="1"/>
            </a:lvl5pPr>
          </a:lstStyle>
          <a:p>
            <a:pPr lvl="0"/>
            <a:r>
              <a:rPr lang="en-US" dirty="0"/>
              <a:t>Header</a:t>
            </a:r>
          </a:p>
        </p:txBody>
      </p:sp>
      <p:sp>
        <p:nvSpPr>
          <p:cNvPr id="7" name="Text Placeholder 9">
            <a:extLst>
              <a:ext uri="{FF2B5EF4-FFF2-40B4-BE49-F238E27FC236}">
                <a16:creationId xmlns:a16="http://schemas.microsoft.com/office/drawing/2014/main" id="{E353DAA0-0958-C4F1-7795-67CCD672E13F}"/>
              </a:ext>
            </a:extLst>
          </p:cNvPr>
          <p:cNvSpPr>
            <a:spLocks noGrp="1"/>
          </p:cNvSpPr>
          <p:nvPr>
            <p:ph type="body" sz="quarter" idx="19" hasCustomPrompt="1"/>
          </p:nvPr>
        </p:nvSpPr>
        <p:spPr>
          <a:xfrm>
            <a:off x="6148832" y="2236609"/>
            <a:ext cx="2816352" cy="4011789"/>
          </a:xfrm>
          <a:prstGeom prst="roundRect">
            <a:avLst>
              <a:gd name="adj" fmla="val 4308"/>
            </a:avLst>
          </a:prstGeom>
          <a:solidFill>
            <a:srgbClr val="264600"/>
          </a:solidFill>
          <a:ln>
            <a:noFill/>
          </a:ln>
          <a:effectLst/>
        </p:spPr>
        <p:txBody>
          <a:bodyPr lIns="182880" tIns="109728" rIns="182880" bIns="0" anchor="t"/>
          <a:lstStyle>
            <a:lvl1pPr>
              <a:defRPr sz="2200" b="1">
                <a:solidFill>
                  <a:schemeClr val="bg1"/>
                </a:solidFill>
              </a:defRPr>
            </a:lvl1pPr>
            <a:lvl2pPr>
              <a:defRPr b="1"/>
            </a:lvl2pPr>
            <a:lvl3pPr>
              <a:defRPr b="1"/>
            </a:lvl3pPr>
            <a:lvl4pPr>
              <a:defRPr b="1"/>
            </a:lvl4pPr>
            <a:lvl5pPr>
              <a:defRPr b="1"/>
            </a:lvl5pPr>
          </a:lstStyle>
          <a:p>
            <a:pPr lvl="0"/>
            <a:r>
              <a:rPr lang="en-US" dirty="0"/>
              <a:t>Header</a:t>
            </a:r>
          </a:p>
        </p:txBody>
      </p:sp>
      <p:sp>
        <p:nvSpPr>
          <p:cNvPr id="8" name="Picture Placeholder 15">
            <a:extLst>
              <a:ext uri="{FF2B5EF4-FFF2-40B4-BE49-F238E27FC236}">
                <a16:creationId xmlns:a16="http://schemas.microsoft.com/office/drawing/2014/main" id="{9C08512E-F8B7-AE2D-0E6A-356C4CFE16B1}"/>
              </a:ext>
            </a:extLst>
          </p:cNvPr>
          <p:cNvSpPr>
            <a:spLocks noGrp="1"/>
          </p:cNvSpPr>
          <p:nvPr>
            <p:ph type="pic" sz="quarter" idx="23"/>
          </p:nvPr>
        </p:nvSpPr>
        <p:spPr>
          <a:xfrm>
            <a:off x="3226816" y="2236609"/>
            <a:ext cx="2816352" cy="4011791"/>
          </a:xfrm>
          <a:prstGeom prst="roundRect">
            <a:avLst>
              <a:gd name="adj" fmla="val 4311"/>
            </a:avLst>
          </a:prstGeom>
          <a:pattFill prst="ltVert">
            <a:fgClr>
              <a:schemeClr val="bg1">
                <a:lumMod val="85000"/>
              </a:schemeClr>
            </a:fgClr>
            <a:bgClr>
              <a:schemeClr val="bg1"/>
            </a:bgClr>
          </a:pattFill>
        </p:spPr>
        <p:txBody>
          <a:bodyPr vert="horz" wrap="square" lIns="0" tIns="0" rIns="0" bIns="0" rtlCol="0" anchor="ctr">
            <a:noAutofit/>
          </a:bodyPr>
          <a:lstStyle>
            <a:lvl1pPr marL="0" indent="0" algn="ctr">
              <a:buNone/>
              <a:defRPr lang="en-US"/>
            </a:lvl1pPr>
          </a:lstStyle>
          <a:p>
            <a:pPr lvl="0"/>
            <a:r>
              <a:rPr lang="en-US"/>
              <a:t>Click icon to add picture</a:t>
            </a:r>
          </a:p>
        </p:txBody>
      </p:sp>
      <p:sp>
        <p:nvSpPr>
          <p:cNvPr id="9" name="Picture Placeholder 15">
            <a:extLst>
              <a:ext uri="{FF2B5EF4-FFF2-40B4-BE49-F238E27FC236}">
                <a16:creationId xmlns:a16="http://schemas.microsoft.com/office/drawing/2014/main" id="{153A80C3-B1C6-F455-1AB0-66075E7F6ABB}"/>
              </a:ext>
            </a:extLst>
          </p:cNvPr>
          <p:cNvSpPr>
            <a:spLocks noGrp="1"/>
          </p:cNvSpPr>
          <p:nvPr>
            <p:ph type="pic" sz="quarter" idx="24"/>
          </p:nvPr>
        </p:nvSpPr>
        <p:spPr>
          <a:xfrm>
            <a:off x="9070848" y="2236609"/>
            <a:ext cx="2816352" cy="4011791"/>
          </a:xfrm>
          <a:prstGeom prst="roundRect">
            <a:avLst>
              <a:gd name="adj" fmla="val 4311"/>
            </a:avLst>
          </a:prstGeom>
          <a:pattFill prst="ltVert">
            <a:fgClr>
              <a:schemeClr val="bg1">
                <a:lumMod val="85000"/>
              </a:schemeClr>
            </a:fgClr>
            <a:bgClr>
              <a:schemeClr val="bg1"/>
            </a:bgClr>
          </a:pattFill>
        </p:spPr>
        <p:txBody>
          <a:bodyPr vert="horz" wrap="square" lIns="0" tIns="0" rIns="0" bIns="0" rtlCol="0" anchor="ctr">
            <a:noAutofit/>
          </a:bodyPr>
          <a:lstStyle>
            <a:lvl1pPr marL="0" indent="0" algn="ctr">
              <a:buNone/>
              <a:defRPr lang="en-US"/>
            </a:lvl1pPr>
          </a:lstStyle>
          <a:p>
            <a:pPr lvl="0"/>
            <a:r>
              <a:rPr lang="en-US"/>
              <a:t>Click icon to add picture</a:t>
            </a:r>
          </a:p>
        </p:txBody>
      </p:sp>
      <p:sp>
        <p:nvSpPr>
          <p:cNvPr id="2" name="Title 1">
            <a:extLst>
              <a:ext uri="{FF2B5EF4-FFF2-40B4-BE49-F238E27FC236}">
                <a16:creationId xmlns:a16="http://schemas.microsoft.com/office/drawing/2014/main" id="{A914DCAB-02B5-9C53-B692-F3020931D13E}"/>
              </a:ext>
            </a:extLst>
          </p:cNvPr>
          <p:cNvSpPr>
            <a:spLocks noGrp="1"/>
          </p:cNvSpPr>
          <p:nvPr>
            <p:ph type="title" hasCustomPrompt="1"/>
          </p:nvPr>
        </p:nvSpPr>
        <p:spPr/>
        <p:txBody>
          <a:bodyPr/>
          <a:lstStyle/>
          <a:p>
            <a:r>
              <a:rPr lang="en-US" dirty="0"/>
              <a:t>Title</a:t>
            </a:r>
          </a:p>
        </p:txBody>
      </p:sp>
      <p:sp>
        <p:nvSpPr>
          <p:cNvPr id="3" name="Footer Placeholder 2">
            <a:extLst>
              <a:ext uri="{FF2B5EF4-FFF2-40B4-BE49-F238E27FC236}">
                <a16:creationId xmlns:a16="http://schemas.microsoft.com/office/drawing/2014/main" id="{B718FA79-2A2A-8919-F3E3-6506115F03F2}"/>
              </a:ext>
            </a:extLst>
          </p:cNvPr>
          <p:cNvSpPr>
            <a:spLocks noGrp="1"/>
          </p:cNvSpPr>
          <p:nvPr>
            <p:ph type="ftr" sz="quarter" idx="10"/>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D323CA14-C1A4-3A69-257D-5A592CF31F40}"/>
              </a:ext>
            </a:extLst>
          </p:cNvPr>
          <p:cNvSpPr>
            <a:spLocks noGrp="1"/>
          </p:cNvSpPr>
          <p:nvPr>
            <p:ph type="sldNum" sz="quarter" idx="11"/>
          </p:nvPr>
        </p:nvSpPr>
        <p:spPr/>
        <p:txBody>
          <a:bodyPr/>
          <a:lstStyle/>
          <a:p>
            <a:fld id="{7695D00A-BA34-4D39-8C84-2534822D6434}" type="slidenum">
              <a:rPr lang="en-GB" smtClean="0"/>
              <a:pPr/>
              <a:t>‹#›</a:t>
            </a:fld>
            <a:endParaRPr lang="en-GB" dirty="0"/>
          </a:p>
        </p:txBody>
      </p:sp>
    </p:spTree>
    <p:extLst>
      <p:ext uri="{BB962C8B-B14F-4D97-AF65-F5344CB8AC3E}">
        <p14:creationId xmlns:p14="http://schemas.microsoft.com/office/powerpoint/2010/main" val="34672260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8_Quote">
    <p:bg>
      <p:bgPr>
        <a:solidFill>
          <a:schemeClr val="accent1"/>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ED2B0BBC-A052-D0B8-1B69-AD2342CBA697}"/>
              </a:ext>
            </a:extLst>
          </p:cNvPr>
          <p:cNvSpPr>
            <a:spLocks noGrp="1"/>
          </p:cNvSpPr>
          <p:nvPr>
            <p:ph type="body" sz="quarter" idx="17"/>
          </p:nvPr>
        </p:nvSpPr>
        <p:spPr>
          <a:xfrm>
            <a:off x="3942523" y="228602"/>
            <a:ext cx="3477308" cy="6261651"/>
          </a:xfrm>
          <a:custGeom>
            <a:avLst/>
            <a:gdLst>
              <a:gd name="connsiteX0" fmla="*/ 0 w 3477308"/>
              <a:gd name="connsiteY0" fmla="*/ 0 h 6261651"/>
              <a:gd name="connsiteX1" fmla="*/ 3472779 w 3477308"/>
              <a:gd name="connsiteY1" fmla="*/ 0 h 6261651"/>
              <a:gd name="connsiteX2" fmla="*/ 3472779 w 3477308"/>
              <a:gd name="connsiteY2" fmla="*/ 3478695 h 6261651"/>
              <a:gd name="connsiteX3" fmla="*/ 2087217 w 3477308"/>
              <a:gd name="connsiteY3" fmla="*/ 3478695 h 6261651"/>
              <a:gd name="connsiteX4" fmla="*/ 3477308 w 3477308"/>
              <a:gd name="connsiteY4" fmla="*/ 5513394 h 6261651"/>
              <a:gd name="connsiteX5" fmla="*/ 3130826 w 3477308"/>
              <a:gd name="connsiteY5" fmla="*/ 6261651 h 6261651"/>
              <a:gd name="connsiteX6" fmla="*/ 0 w 3477308"/>
              <a:gd name="connsiteY6" fmla="*/ 2571094 h 626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7308" h="6261651">
                <a:moveTo>
                  <a:pt x="0" y="0"/>
                </a:moveTo>
                <a:lnTo>
                  <a:pt x="3472779" y="0"/>
                </a:lnTo>
                <a:lnTo>
                  <a:pt x="3472779" y="3478695"/>
                </a:lnTo>
                <a:lnTo>
                  <a:pt x="2087217" y="3478695"/>
                </a:lnTo>
                <a:cubicBezTo>
                  <a:pt x="2087217" y="4247843"/>
                  <a:pt x="2630953" y="5194377"/>
                  <a:pt x="3477308" y="5513394"/>
                </a:cubicBezTo>
                <a:lnTo>
                  <a:pt x="3130826" y="6261651"/>
                </a:lnTo>
                <a:cubicBezTo>
                  <a:pt x="1303826" y="5900561"/>
                  <a:pt x="0" y="4555356"/>
                  <a:pt x="0" y="2571094"/>
                </a:cubicBezTo>
                <a:close/>
              </a:path>
            </a:pathLst>
          </a:custGeom>
          <a:solidFill>
            <a:schemeClr val="bg1"/>
          </a:solidFill>
        </p:spPr>
        <p:txBody>
          <a:bodyPr wrap="square">
            <a:noAutofit/>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 name="Title 1">
            <a:extLst>
              <a:ext uri="{FF2B5EF4-FFF2-40B4-BE49-F238E27FC236}">
                <a16:creationId xmlns:a16="http://schemas.microsoft.com/office/drawing/2014/main" id="{1CECDC36-F747-4324-ADEB-BC50AAC6686B}"/>
              </a:ext>
            </a:extLst>
          </p:cNvPr>
          <p:cNvSpPr>
            <a:spLocks noGrp="1"/>
          </p:cNvSpPr>
          <p:nvPr>
            <p:ph type="title" hasCustomPrompt="1"/>
          </p:nvPr>
        </p:nvSpPr>
        <p:spPr>
          <a:xfrm>
            <a:off x="5303912" y="228602"/>
            <a:ext cx="6583288" cy="3488430"/>
          </a:xfrm>
        </p:spPr>
        <p:txBody>
          <a:bodyPr lIns="0" tIns="0" rIns="0" bIns="0" anchor="ctr"/>
          <a:lstStyle>
            <a:lvl1pPr>
              <a:defRPr sz="3600" b="1">
                <a:solidFill>
                  <a:schemeClr val="tx1"/>
                </a:solidFill>
              </a:defRPr>
            </a:lvl1pPr>
          </a:lstStyle>
          <a:p>
            <a:r>
              <a:rPr lang="en-US" dirty="0"/>
              <a:t>Add quote</a:t>
            </a:r>
            <a:endParaRPr lang="en-GB" dirty="0"/>
          </a:p>
        </p:txBody>
      </p:sp>
      <p:sp>
        <p:nvSpPr>
          <p:cNvPr id="4" name="Footer Placeholder 3">
            <a:extLst>
              <a:ext uri="{FF2B5EF4-FFF2-40B4-BE49-F238E27FC236}">
                <a16:creationId xmlns:a16="http://schemas.microsoft.com/office/drawing/2014/main" id="{4D9B2B0F-CE10-4478-8CF2-AFED37C43E99}"/>
              </a:ext>
            </a:extLst>
          </p:cNvPr>
          <p:cNvSpPr>
            <a:spLocks noGrp="1"/>
          </p:cNvSpPr>
          <p:nvPr>
            <p:ph type="ftr" sz="quarter" idx="11"/>
          </p:nvPr>
        </p:nvSpPr>
        <p:spPr>
          <a:ln>
            <a:solidFill>
              <a:schemeClr val="bg1"/>
            </a:solidFill>
          </a:ln>
        </p:spPr>
        <p:txBody>
          <a:bodyPr lIns="0" tIns="128016" rIns="0" bIns="0"/>
          <a:lstStyle>
            <a:lvl1pPr>
              <a:defRPr>
                <a:solidFill>
                  <a:schemeClr val="bg1"/>
                </a:solidFill>
              </a:defRPr>
            </a:lvl1pPr>
          </a:lstStyle>
          <a:p>
            <a:pPr algn="r"/>
            <a:r>
              <a:rPr lang="en-GB" dirty="0"/>
              <a:t>Classification: Public</a:t>
            </a:r>
          </a:p>
        </p:txBody>
      </p:sp>
      <p:sp>
        <p:nvSpPr>
          <p:cNvPr id="5" name="Slide Number Placeholder 4">
            <a:extLst>
              <a:ext uri="{FF2B5EF4-FFF2-40B4-BE49-F238E27FC236}">
                <a16:creationId xmlns:a16="http://schemas.microsoft.com/office/drawing/2014/main" id="{4C8EF512-0A39-4B34-AAC4-9DF36B7EA8EF}"/>
              </a:ext>
            </a:extLst>
          </p:cNvPr>
          <p:cNvSpPr>
            <a:spLocks noGrp="1"/>
          </p:cNvSpPr>
          <p:nvPr>
            <p:ph type="sldNum" sz="quarter" idx="12"/>
          </p:nvPr>
        </p:nvSpPr>
        <p:spPr/>
        <p:txBody>
          <a:bodyPr lIns="0" tIns="0" rIns="0" bIns="0"/>
          <a:lstStyle>
            <a:lvl1pPr>
              <a:defRPr>
                <a:solidFill>
                  <a:schemeClr val="bg1"/>
                </a:solidFill>
              </a:defRPr>
            </a:lvl1pPr>
          </a:lstStyle>
          <a:p>
            <a:fld id="{7695D00A-BA34-4D39-8C84-2534822D6434}" type="slidenum">
              <a:rPr lang="en-GB" smtClean="0"/>
              <a:pPr/>
              <a:t>‹#›</a:t>
            </a:fld>
            <a:endParaRPr lang="en-GB" dirty="0"/>
          </a:p>
        </p:txBody>
      </p:sp>
      <p:sp>
        <p:nvSpPr>
          <p:cNvPr id="7" name="Picture Placeholder 6">
            <a:extLst>
              <a:ext uri="{FF2B5EF4-FFF2-40B4-BE49-F238E27FC236}">
                <a16:creationId xmlns:a16="http://schemas.microsoft.com/office/drawing/2014/main" id="{E4694DF6-2F12-8289-9A5F-659D535DAE39}"/>
              </a:ext>
            </a:extLst>
          </p:cNvPr>
          <p:cNvSpPr>
            <a:spLocks noGrp="1"/>
          </p:cNvSpPr>
          <p:nvPr>
            <p:ph type="pic" sz="quarter" idx="15" hasCustomPrompt="1"/>
          </p:nvPr>
        </p:nvSpPr>
        <p:spPr>
          <a:xfrm>
            <a:off x="2207791" y="563586"/>
            <a:ext cx="2219066" cy="3995916"/>
          </a:xfrm>
          <a:custGeom>
            <a:avLst/>
            <a:gdLst>
              <a:gd name="connsiteX0" fmla="*/ 2886 w 2219066"/>
              <a:gd name="connsiteY0" fmla="*/ 0 h 3995916"/>
              <a:gd name="connsiteX1" fmla="*/ 2219066 w 2219066"/>
              <a:gd name="connsiteY1" fmla="*/ 0 h 3995916"/>
              <a:gd name="connsiteX2" fmla="*/ 2219066 w 2219066"/>
              <a:gd name="connsiteY2" fmla="*/ 1640769 h 3995916"/>
              <a:gd name="connsiteX3" fmla="*/ 221107 w 2219066"/>
              <a:gd name="connsiteY3" fmla="*/ 3995916 h 3995916"/>
              <a:gd name="connsiteX4" fmla="*/ 0 w 2219066"/>
              <a:gd name="connsiteY4" fmla="*/ 3518406 h 3995916"/>
              <a:gd name="connsiteX5" fmla="*/ 887093 w 2219066"/>
              <a:gd name="connsiteY5" fmla="*/ 2219953 h 3995916"/>
              <a:gd name="connsiteX6" fmla="*/ 2886 w 2219066"/>
              <a:gd name="connsiteY6" fmla="*/ 2219953 h 399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19066" h="3995916">
                <a:moveTo>
                  <a:pt x="2886" y="0"/>
                </a:moveTo>
                <a:lnTo>
                  <a:pt x="2219066" y="0"/>
                </a:lnTo>
                <a:lnTo>
                  <a:pt x="2219066" y="1640769"/>
                </a:lnTo>
                <a:cubicBezTo>
                  <a:pt x="2219066" y="2907029"/>
                  <a:pt x="1387027" y="3765485"/>
                  <a:pt x="221107" y="3995916"/>
                </a:cubicBezTo>
                <a:lnTo>
                  <a:pt x="0" y="3518406"/>
                </a:lnTo>
                <a:cubicBezTo>
                  <a:pt x="540115" y="3314835"/>
                  <a:pt x="887093" y="2710786"/>
                  <a:pt x="887093" y="2219953"/>
                </a:cubicBezTo>
                <a:lnTo>
                  <a:pt x="2886" y="2219953"/>
                </a:lnTo>
                <a:close/>
              </a:path>
            </a:pathLst>
          </a:custGeom>
          <a:pattFill prst="ltVert">
            <a:fgClr>
              <a:schemeClr val="bg1">
                <a:lumMod val="85000"/>
              </a:schemeClr>
            </a:fgClr>
            <a:bgClr>
              <a:schemeClr val="bg1"/>
            </a:bgClr>
          </a:pattFill>
        </p:spPr>
        <p:txBody>
          <a:bodyPr wrap="square" anchor="ctr">
            <a:noAutofit/>
          </a:bodyPr>
          <a:lstStyle>
            <a:lvl1pPr marL="0" indent="0" algn="ctr">
              <a:buNone/>
              <a:defRPr/>
            </a:lvl1pPr>
          </a:lstStyle>
          <a:p>
            <a:r>
              <a:rPr lang="en-US" dirty="0"/>
              <a:t>Picture</a:t>
            </a:r>
            <a:endParaRPr lang="en-GB" dirty="0"/>
          </a:p>
        </p:txBody>
      </p:sp>
      <p:pic>
        <p:nvPicPr>
          <p:cNvPr id="10" name="Graphic 9">
            <a:extLst>
              <a:ext uri="{FF2B5EF4-FFF2-40B4-BE49-F238E27FC236}">
                <a16:creationId xmlns:a16="http://schemas.microsoft.com/office/drawing/2014/main" id="{0A069EAB-087C-BE2B-6D37-121B441164D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5960" y="6399515"/>
            <a:ext cx="1031238" cy="307367"/>
          </a:xfrm>
          <a:prstGeom prst="rect">
            <a:avLst/>
          </a:prstGeom>
        </p:spPr>
      </p:pic>
    </p:spTree>
    <p:extLst>
      <p:ext uri="{BB962C8B-B14F-4D97-AF65-F5344CB8AC3E}">
        <p14:creationId xmlns:p14="http://schemas.microsoft.com/office/powerpoint/2010/main" val="41392542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9_Big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3504-EE65-4DC3-B3CA-E3F6B61D62F8}"/>
              </a:ext>
            </a:extLst>
          </p:cNvPr>
          <p:cNvSpPr>
            <a:spLocks noGrp="1"/>
          </p:cNvSpPr>
          <p:nvPr>
            <p:ph type="title" hasCustomPrompt="1"/>
          </p:nvPr>
        </p:nvSpPr>
        <p:spPr>
          <a:xfrm>
            <a:off x="304800" y="228601"/>
            <a:ext cx="5376672" cy="777240"/>
          </a:xfrm>
        </p:spPr>
        <p:txBody>
          <a:bodyPr lIns="0" tIns="0" rIns="0" bIns="0"/>
          <a:lstStyle>
            <a:lvl1pPr>
              <a:defRPr>
                <a:solidFill>
                  <a:schemeClr val="tx1"/>
                </a:solidFill>
              </a:defRPr>
            </a:lvl1pPr>
          </a:lstStyle>
          <a:p>
            <a:r>
              <a:rPr lang="en-US" dirty="0"/>
              <a:t>Title</a:t>
            </a:r>
            <a:endParaRPr lang="en-GB" dirty="0"/>
          </a:p>
        </p:txBody>
      </p:sp>
      <p:sp>
        <p:nvSpPr>
          <p:cNvPr id="4" name="Footer Placeholder 3">
            <a:extLst>
              <a:ext uri="{FF2B5EF4-FFF2-40B4-BE49-F238E27FC236}">
                <a16:creationId xmlns:a16="http://schemas.microsoft.com/office/drawing/2014/main" id="{50EC9150-4BFD-49BF-B8E4-AF03E73591D1}"/>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338E1321-EBFA-4C3D-BEA2-63D1F4F498DC}"/>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14" name="Text Placeholder 13">
            <a:extLst>
              <a:ext uri="{FF2B5EF4-FFF2-40B4-BE49-F238E27FC236}">
                <a16:creationId xmlns:a16="http://schemas.microsoft.com/office/drawing/2014/main" id="{75AD173E-95AD-4CF5-BB5A-7CA9E22B6860}"/>
              </a:ext>
            </a:extLst>
          </p:cNvPr>
          <p:cNvSpPr>
            <a:spLocks noGrp="1"/>
          </p:cNvSpPr>
          <p:nvPr>
            <p:ph type="body" sz="quarter" idx="14"/>
          </p:nvPr>
        </p:nvSpPr>
        <p:spPr>
          <a:xfrm>
            <a:off x="304799" y="2686316"/>
            <a:ext cx="5376672" cy="3562084"/>
          </a:xfrm>
        </p:spPr>
        <p:txBody>
          <a:bodyPr lIns="0" tIns="0" rIns="0" b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15">
            <a:extLst>
              <a:ext uri="{FF2B5EF4-FFF2-40B4-BE49-F238E27FC236}">
                <a16:creationId xmlns:a16="http://schemas.microsoft.com/office/drawing/2014/main" id="{CAB4241F-4057-495B-B3D6-3483CCDEDB73}"/>
              </a:ext>
            </a:extLst>
          </p:cNvPr>
          <p:cNvSpPr>
            <a:spLocks noGrp="1"/>
          </p:cNvSpPr>
          <p:nvPr>
            <p:ph type="body" sz="quarter" idx="15"/>
          </p:nvPr>
        </p:nvSpPr>
        <p:spPr>
          <a:xfrm>
            <a:off x="304799" y="1592263"/>
            <a:ext cx="5376672" cy="695934"/>
          </a:xfrm>
        </p:spPr>
        <p:txBody>
          <a:bodyPr anchor="t"/>
          <a:lstStyle>
            <a:lvl1pPr marL="0" indent="0">
              <a:buNone/>
              <a:defRPr sz="1800" b="1">
                <a:solidFill>
                  <a:schemeClr val="tx1"/>
                </a:solidFill>
              </a:defRPr>
            </a:lvl1pPr>
            <a:lvl2pPr marL="0" indent="0">
              <a:buNone/>
              <a:defRPr sz="2200" b="1">
                <a:solidFill>
                  <a:schemeClr val="accent1"/>
                </a:solidFill>
              </a:defRPr>
            </a:lvl2pPr>
            <a:lvl3pPr>
              <a:defRPr sz="2200" b="1">
                <a:solidFill>
                  <a:schemeClr val="accent1"/>
                </a:solidFill>
              </a:defRPr>
            </a:lvl3pPr>
            <a:lvl4pPr>
              <a:defRPr sz="2200" b="1">
                <a:solidFill>
                  <a:schemeClr val="accent1"/>
                </a:solidFill>
              </a:defRPr>
            </a:lvl4pPr>
            <a:lvl5pPr>
              <a:defRPr sz="2200" b="1">
                <a:solidFill>
                  <a:schemeClr val="accent1"/>
                </a:solidFill>
              </a:defRPr>
            </a:lvl5pPr>
          </a:lstStyle>
          <a:p>
            <a:pPr lvl="0"/>
            <a:r>
              <a:rPr lang="en-US"/>
              <a:t>Click to edit Master text styles</a:t>
            </a:r>
          </a:p>
        </p:txBody>
      </p:sp>
      <p:sp>
        <p:nvSpPr>
          <p:cNvPr id="3" name="Picture Placeholder 9">
            <a:extLst>
              <a:ext uri="{FF2B5EF4-FFF2-40B4-BE49-F238E27FC236}">
                <a16:creationId xmlns:a16="http://schemas.microsoft.com/office/drawing/2014/main" id="{260EFC6D-9242-1827-5B2B-F410B1D754C8}"/>
              </a:ext>
            </a:extLst>
          </p:cNvPr>
          <p:cNvSpPr>
            <a:spLocks noGrp="1"/>
          </p:cNvSpPr>
          <p:nvPr>
            <p:ph type="pic" sz="quarter" idx="13"/>
          </p:nvPr>
        </p:nvSpPr>
        <p:spPr>
          <a:xfrm>
            <a:off x="6604000" y="0"/>
            <a:ext cx="5588000" cy="6858000"/>
          </a:xfrm>
          <a:custGeom>
            <a:avLst/>
            <a:gdLst>
              <a:gd name="connsiteX0" fmla="*/ 4692919 w 5588000"/>
              <a:gd name="connsiteY0" fmla="*/ 6643760 h 6858000"/>
              <a:gd name="connsiteX1" fmla="*/ 4727910 w 5588000"/>
              <a:gd name="connsiteY1" fmla="*/ 6643760 h 6858000"/>
              <a:gd name="connsiteX2" fmla="*/ 4744838 w 5588000"/>
              <a:gd name="connsiteY2" fmla="*/ 6658037 h 6858000"/>
              <a:gd name="connsiteX3" fmla="*/ 4712475 w 5588000"/>
              <a:gd name="connsiteY3" fmla="*/ 6681001 h 6858000"/>
              <a:gd name="connsiteX4" fmla="*/ 4679377 w 5588000"/>
              <a:gd name="connsiteY4" fmla="*/ 6662180 h 6858000"/>
              <a:gd name="connsiteX5" fmla="*/ 4692919 w 5588000"/>
              <a:gd name="connsiteY5" fmla="*/ 6643760 h 6858000"/>
              <a:gd name="connsiteX6" fmla="*/ 5243574 w 5588000"/>
              <a:gd name="connsiteY6" fmla="*/ 6579035 h 6858000"/>
              <a:gd name="connsiteX7" fmla="*/ 5243574 w 5588000"/>
              <a:gd name="connsiteY7" fmla="*/ 6602733 h 6858000"/>
              <a:gd name="connsiteX8" fmla="*/ 5224018 w 5588000"/>
              <a:gd name="connsiteY8" fmla="*/ 6612511 h 6858000"/>
              <a:gd name="connsiteX9" fmla="*/ 5207848 w 5588000"/>
              <a:gd name="connsiteY9" fmla="*/ 6598212 h 6858000"/>
              <a:gd name="connsiteX10" fmla="*/ 5243574 w 5588000"/>
              <a:gd name="connsiteY10" fmla="*/ 6579035 h 6858000"/>
              <a:gd name="connsiteX11" fmla="*/ 4850835 w 5588000"/>
              <a:gd name="connsiteY11" fmla="*/ 6532751 h 6858000"/>
              <a:gd name="connsiteX12" fmla="*/ 4871126 w 5588000"/>
              <a:gd name="connsiteY12" fmla="*/ 6555692 h 6858000"/>
              <a:gd name="connsiteX13" fmla="*/ 4827114 w 5588000"/>
              <a:gd name="connsiteY13" fmla="*/ 6555692 h 6858000"/>
              <a:gd name="connsiteX14" fmla="*/ 4850835 w 5588000"/>
              <a:gd name="connsiteY14" fmla="*/ 6532751 h 6858000"/>
              <a:gd name="connsiteX15" fmla="*/ 4715125 w 5588000"/>
              <a:gd name="connsiteY15" fmla="*/ 6528253 h 6858000"/>
              <a:gd name="connsiteX16" fmla="*/ 4734302 w 5588000"/>
              <a:gd name="connsiteY16" fmla="*/ 6547808 h 6858000"/>
              <a:gd name="connsiteX17" fmla="*/ 4714368 w 5588000"/>
              <a:gd name="connsiteY17" fmla="*/ 6567364 h 6858000"/>
              <a:gd name="connsiteX18" fmla="*/ 4695570 w 5588000"/>
              <a:gd name="connsiteY18" fmla="*/ 6547808 h 6858000"/>
              <a:gd name="connsiteX19" fmla="*/ 4715125 w 5588000"/>
              <a:gd name="connsiteY19" fmla="*/ 6528253 h 6858000"/>
              <a:gd name="connsiteX20" fmla="*/ 4361988 w 5588000"/>
              <a:gd name="connsiteY20" fmla="*/ 6508674 h 6858000"/>
              <a:gd name="connsiteX21" fmla="*/ 4411657 w 5588000"/>
              <a:gd name="connsiteY21" fmla="*/ 6636966 h 6858000"/>
              <a:gd name="connsiteX22" fmla="*/ 4407893 w 5588000"/>
              <a:gd name="connsiteY22" fmla="*/ 6645987 h 6858000"/>
              <a:gd name="connsiteX23" fmla="*/ 4375530 w 5588000"/>
              <a:gd name="connsiteY23" fmla="*/ 6678350 h 6858000"/>
              <a:gd name="connsiteX24" fmla="*/ 4358224 w 5588000"/>
              <a:gd name="connsiteY24" fmla="*/ 6676100 h 6858000"/>
              <a:gd name="connsiteX25" fmla="*/ 4352589 w 5588000"/>
              <a:gd name="connsiteY25" fmla="*/ 6701669 h 6858000"/>
              <a:gd name="connsiteX26" fmla="*/ 4381922 w 5588000"/>
              <a:gd name="connsiteY26" fmla="*/ 6705433 h 6858000"/>
              <a:gd name="connsiteX27" fmla="*/ 4438362 w 5588000"/>
              <a:gd name="connsiteY27" fmla="*/ 6664050 h 6858000"/>
              <a:gd name="connsiteX28" fmla="*/ 4502308 w 5588000"/>
              <a:gd name="connsiteY28" fmla="*/ 6508674 h 6858000"/>
              <a:gd name="connsiteX29" fmla="*/ 4502286 w 5588000"/>
              <a:gd name="connsiteY29" fmla="*/ 6508674 h 6858000"/>
              <a:gd name="connsiteX30" fmla="*/ 4465045 w 5588000"/>
              <a:gd name="connsiteY30" fmla="*/ 6508674 h 6858000"/>
              <a:gd name="connsiteX31" fmla="*/ 4440968 w 5588000"/>
              <a:gd name="connsiteY31" fmla="*/ 6571127 h 6858000"/>
              <a:gd name="connsiteX32" fmla="*/ 4433818 w 5588000"/>
              <a:gd name="connsiteY32" fmla="*/ 6593334 h 6858000"/>
              <a:gd name="connsiteX33" fmla="*/ 4428183 w 5588000"/>
              <a:gd name="connsiteY33" fmla="*/ 6572263 h 6858000"/>
              <a:gd name="connsiteX34" fmla="*/ 4404864 w 5588000"/>
              <a:gd name="connsiteY34" fmla="*/ 6508674 h 6858000"/>
              <a:gd name="connsiteX35" fmla="*/ 5231925 w 5588000"/>
              <a:gd name="connsiteY35" fmla="*/ 6505690 h 6858000"/>
              <a:gd name="connsiteX36" fmla="*/ 5173993 w 5588000"/>
              <a:gd name="connsiteY36" fmla="*/ 6521482 h 6858000"/>
              <a:gd name="connsiteX37" fmla="*/ 5183771 w 5588000"/>
              <a:gd name="connsiteY37" fmla="*/ 6545180 h 6858000"/>
              <a:gd name="connsiteX38" fmla="*/ 5220655 w 5588000"/>
              <a:gd name="connsiteY38" fmla="*/ 6533130 h 6858000"/>
              <a:gd name="connsiteX39" fmla="*/ 5243574 w 5588000"/>
              <a:gd name="connsiteY39" fmla="*/ 6551194 h 6858000"/>
              <a:gd name="connsiteX40" fmla="*/ 5243574 w 5588000"/>
              <a:gd name="connsiteY40" fmla="*/ 6554579 h 6858000"/>
              <a:gd name="connsiteX41" fmla="*/ 5167957 w 5588000"/>
              <a:gd name="connsiteY41" fmla="*/ 6603869 h 6858000"/>
              <a:gd name="connsiteX42" fmla="*/ 5208204 w 5588000"/>
              <a:gd name="connsiteY42" fmla="*/ 6639595 h 6858000"/>
              <a:gd name="connsiteX43" fmla="*/ 5244710 w 5588000"/>
              <a:gd name="connsiteY43" fmla="*/ 6626810 h 6858000"/>
              <a:gd name="connsiteX44" fmla="*/ 5244710 w 5588000"/>
              <a:gd name="connsiteY44" fmla="*/ 6636967 h 6858000"/>
              <a:gd name="connsiteX45" fmla="*/ 5282329 w 5588000"/>
              <a:gd name="connsiteY45" fmla="*/ 6636967 h 6858000"/>
              <a:gd name="connsiteX46" fmla="*/ 5282351 w 5588000"/>
              <a:gd name="connsiteY46" fmla="*/ 6636989 h 6858000"/>
              <a:gd name="connsiteX47" fmla="*/ 5282351 w 5588000"/>
              <a:gd name="connsiteY47" fmla="*/ 6545937 h 6858000"/>
              <a:gd name="connsiteX48" fmla="*/ 5231925 w 5588000"/>
              <a:gd name="connsiteY48" fmla="*/ 6505690 h 6858000"/>
              <a:gd name="connsiteX49" fmla="*/ 5012380 w 5588000"/>
              <a:gd name="connsiteY49" fmla="*/ 6505667 h 6858000"/>
              <a:gd name="connsiteX50" fmla="*/ 4968369 w 5588000"/>
              <a:gd name="connsiteY50" fmla="*/ 6519966 h 6858000"/>
              <a:gd name="connsiteX51" fmla="*/ 4968369 w 5588000"/>
              <a:gd name="connsiteY51" fmla="*/ 6508674 h 6858000"/>
              <a:gd name="connsiteX52" fmla="*/ 4929614 w 5588000"/>
              <a:gd name="connsiteY52" fmla="*/ 6508674 h 6858000"/>
              <a:gd name="connsiteX53" fmla="*/ 4929614 w 5588000"/>
              <a:gd name="connsiteY53" fmla="*/ 6636944 h 6858000"/>
              <a:gd name="connsiteX54" fmla="*/ 4969505 w 5588000"/>
              <a:gd name="connsiteY54" fmla="*/ 6636944 h 6858000"/>
              <a:gd name="connsiteX55" fmla="*/ 4969505 w 5588000"/>
              <a:gd name="connsiteY55" fmla="*/ 6546672 h 6858000"/>
              <a:gd name="connsiteX56" fmla="*/ 4993938 w 5588000"/>
              <a:gd name="connsiteY56" fmla="*/ 6535758 h 6858000"/>
              <a:gd name="connsiteX57" fmla="*/ 5012737 w 5588000"/>
              <a:gd name="connsiteY57" fmla="*/ 6554578 h 6858000"/>
              <a:gd name="connsiteX58" fmla="*/ 5012737 w 5588000"/>
              <a:gd name="connsiteY58" fmla="*/ 6636966 h 6858000"/>
              <a:gd name="connsiteX59" fmla="*/ 5052628 w 5588000"/>
              <a:gd name="connsiteY59" fmla="*/ 6636966 h 6858000"/>
              <a:gd name="connsiteX60" fmla="*/ 5052628 w 5588000"/>
              <a:gd name="connsiteY60" fmla="*/ 6636944 h 6858000"/>
              <a:gd name="connsiteX61" fmla="*/ 5052628 w 5588000"/>
              <a:gd name="connsiteY61" fmla="*/ 6545536 h 6858000"/>
              <a:gd name="connsiteX62" fmla="*/ 5012380 w 5588000"/>
              <a:gd name="connsiteY62" fmla="*/ 6505667 h 6858000"/>
              <a:gd name="connsiteX63" fmla="*/ 4852350 w 5588000"/>
              <a:gd name="connsiteY63" fmla="*/ 6505667 h 6858000"/>
              <a:gd name="connsiteX64" fmla="*/ 4784662 w 5588000"/>
              <a:gd name="connsiteY64" fmla="*/ 6572998 h 6858000"/>
              <a:gd name="connsiteX65" fmla="*/ 4849343 w 5588000"/>
              <a:gd name="connsiteY65" fmla="*/ 6639594 h 6858000"/>
              <a:gd name="connsiteX66" fmla="*/ 4906896 w 5588000"/>
              <a:gd name="connsiteY66" fmla="*/ 6624916 h 6858000"/>
              <a:gd name="connsiteX67" fmla="*/ 4896361 w 5588000"/>
              <a:gd name="connsiteY67" fmla="*/ 6601218 h 6858000"/>
              <a:gd name="connsiteX68" fmla="*/ 4863620 w 5588000"/>
              <a:gd name="connsiteY68" fmla="*/ 6610996 h 6858000"/>
              <a:gd name="connsiteX69" fmla="*/ 4826758 w 5588000"/>
              <a:gd name="connsiteY69" fmla="*/ 6581284 h 6858000"/>
              <a:gd name="connsiteX70" fmla="*/ 4911774 w 5588000"/>
              <a:gd name="connsiteY70" fmla="*/ 6581284 h 6858000"/>
              <a:gd name="connsiteX71" fmla="*/ 4912152 w 5588000"/>
              <a:gd name="connsiteY71" fmla="*/ 6568120 h 6858000"/>
              <a:gd name="connsiteX72" fmla="*/ 4912175 w 5588000"/>
              <a:gd name="connsiteY72" fmla="*/ 6568120 h 6858000"/>
              <a:gd name="connsiteX73" fmla="*/ 4852350 w 5588000"/>
              <a:gd name="connsiteY73" fmla="*/ 6505667 h 6858000"/>
              <a:gd name="connsiteX74" fmla="*/ 4593315 w 5588000"/>
              <a:gd name="connsiteY74" fmla="*/ 6505667 h 6858000"/>
              <a:gd name="connsiteX75" fmla="*/ 4549304 w 5588000"/>
              <a:gd name="connsiteY75" fmla="*/ 6519966 h 6858000"/>
              <a:gd name="connsiteX76" fmla="*/ 4549304 w 5588000"/>
              <a:gd name="connsiteY76" fmla="*/ 6508674 h 6858000"/>
              <a:gd name="connsiteX77" fmla="*/ 4510549 w 5588000"/>
              <a:gd name="connsiteY77" fmla="*/ 6508674 h 6858000"/>
              <a:gd name="connsiteX78" fmla="*/ 4510549 w 5588000"/>
              <a:gd name="connsiteY78" fmla="*/ 6636944 h 6858000"/>
              <a:gd name="connsiteX79" fmla="*/ 4550418 w 5588000"/>
              <a:gd name="connsiteY79" fmla="*/ 6636944 h 6858000"/>
              <a:gd name="connsiteX80" fmla="*/ 4550418 w 5588000"/>
              <a:gd name="connsiteY80" fmla="*/ 6546672 h 6858000"/>
              <a:gd name="connsiteX81" fmla="*/ 4574873 w 5588000"/>
              <a:gd name="connsiteY81" fmla="*/ 6535758 h 6858000"/>
              <a:gd name="connsiteX82" fmla="*/ 4593672 w 5588000"/>
              <a:gd name="connsiteY82" fmla="*/ 6554578 h 6858000"/>
              <a:gd name="connsiteX83" fmla="*/ 4593672 w 5588000"/>
              <a:gd name="connsiteY83" fmla="*/ 6636966 h 6858000"/>
              <a:gd name="connsiteX84" fmla="*/ 4633563 w 5588000"/>
              <a:gd name="connsiteY84" fmla="*/ 6636966 h 6858000"/>
              <a:gd name="connsiteX85" fmla="*/ 4633585 w 5588000"/>
              <a:gd name="connsiteY85" fmla="*/ 6636944 h 6858000"/>
              <a:gd name="connsiteX86" fmla="*/ 4633585 w 5588000"/>
              <a:gd name="connsiteY86" fmla="*/ 6545536 h 6858000"/>
              <a:gd name="connsiteX87" fmla="*/ 4593315 w 5588000"/>
              <a:gd name="connsiteY87" fmla="*/ 6505667 h 6858000"/>
              <a:gd name="connsiteX88" fmla="*/ 4716618 w 5588000"/>
              <a:gd name="connsiteY88" fmla="*/ 6505267 h 6858000"/>
              <a:gd name="connsiteX89" fmla="*/ 4656815 w 5588000"/>
              <a:gd name="connsiteY89" fmla="*/ 6547029 h 6858000"/>
              <a:gd name="connsiteX90" fmla="*/ 4674121 w 5588000"/>
              <a:gd name="connsiteY90" fmla="*/ 6578256 h 6858000"/>
              <a:gd name="connsiteX91" fmla="*/ 4649665 w 5588000"/>
              <a:gd name="connsiteY91" fmla="*/ 6609861 h 6858000"/>
              <a:gd name="connsiteX92" fmla="*/ 4656058 w 5588000"/>
              <a:gd name="connsiteY92" fmla="*/ 6629795 h 6858000"/>
              <a:gd name="connsiteX93" fmla="*/ 4667729 w 5588000"/>
              <a:gd name="connsiteY93" fmla="*/ 6638081 h 6858000"/>
              <a:gd name="connsiteX94" fmla="*/ 4647037 w 5588000"/>
              <a:gd name="connsiteY94" fmla="*/ 6667437 h 6858000"/>
              <a:gd name="connsiteX95" fmla="*/ 4710604 w 5588000"/>
              <a:gd name="connsiteY95" fmla="*/ 6707684 h 6858000"/>
              <a:gd name="connsiteX96" fmla="*/ 4784706 w 5588000"/>
              <a:gd name="connsiteY96" fmla="*/ 6652759 h 6858000"/>
              <a:gd name="connsiteX97" fmla="*/ 4784706 w 5588000"/>
              <a:gd name="connsiteY97" fmla="*/ 6652736 h 6858000"/>
              <a:gd name="connsiteX98" fmla="*/ 4737666 w 5588000"/>
              <a:gd name="connsiteY98" fmla="*/ 6610240 h 6858000"/>
              <a:gd name="connsiteX99" fmla="*/ 4706060 w 5588000"/>
              <a:gd name="connsiteY99" fmla="*/ 6610240 h 6858000"/>
              <a:gd name="connsiteX100" fmla="*/ 4686505 w 5588000"/>
              <a:gd name="connsiteY100" fmla="*/ 6598947 h 6858000"/>
              <a:gd name="connsiteX101" fmla="*/ 4696283 w 5588000"/>
              <a:gd name="connsiteY101" fmla="*/ 6588033 h 6858000"/>
              <a:gd name="connsiteX102" fmla="*/ 4712096 w 5588000"/>
              <a:gd name="connsiteY102" fmla="*/ 6589904 h 6858000"/>
              <a:gd name="connsiteX103" fmla="*/ 4773057 w 5588000"/>
              <a:gd name="connsiteY103" fmla="*/ 6545893 h 6858000"/>
              <a:gd name="connsiteX104" fmla="*/ 4716618 w 5588000"/>
              <a:gd name="connsiteY104" fmla="*/ 6505267 h 6858000"/>
              <a:gd name="connsiteX105" fmla="*/ 4308733 w 5588000"/>
              <a:gd name="connsiteY105" fmla="*/ 6503396 h 6858000"/>
              <a:gd name="connsiteX106" fmla="*/ 4255322 w 5588000"/>
              <a:gd name="connsiteY106" fmla="*/ 6546271 h 6858000"/>
              <a:gd name="connsiteX107" fmla="*/ 4285035 w 5588000"/>
              <a:gd name="connsiteY107" fmla="*/ 6583156 h 6858000"/>
              <a:gd name="connsiteX108" fmla="*/ 4312119 w 5588000"/>
              <a:gd name="connsiteY108" fmla="*/ 6589548 h 6858000"/>
              <a:gd name="connsiteX109" fmla="*/ 4321540 w 5588000"/>
              <a:gd name="connsiteY109" fmla="*/ 6599326 h 6858000"/>
              <a:gd name="connsiteX110" fmla="*/ 4299334 w 5588000"/>
              <a:gd name="connsiteY110" fmla="*/ 6611754 h 6858000"/>
              <a:gd name="connsiteX111" fmla="*/ 4262851 w 5588000"/>
              <a:gd name="connsiteY111" fmla="*/ 6603112 h 6858000"/>
              <a:gd name="connsiteX112" fmla="*/ 4251937 w 5588000"/>
              <a:gd name="connsiteY112" fmla="*/ 6629060 h 6858000"/>
              <a:gd name="connsiteX113" fmla="*/ 4304991 w 5588000"/>
              <a:gd name="connsiteY113" fmla="*/ 6639217 h 6858000"/>
              <a:gd name="connsiteX114" fmla="*/ 4361431 w 5588000"/>
              <a:gd name="connsiteY114" fmla="*/ 6595962 h 6858000"/>
              <a:gd name="connsiteX115" fmla="*/ 4361386 w 5588000"/>
              <a:gd name="connsiteY115" fmla="*/ 6595962 h 6858000"/>
              <a:gd name="connsiteX116" fmla="*/ 4327910 w 5588000"/>
              <a:gd name="connsiteY116" fmla="*/ 6555693 h 6858000"/>
              <a:gd name="connsiteX117" fmla="*/ 4303454 w 5588000"/>
              <a:gd name="connsiteY117" fmla="*/ 6550058 h 6858000"/>
              <a:gd name="connsiteX118" fmla="*/ 4295547 w 5588000"/>
              <a:gd name="connsiteY118" fmla="*/ 6540659 h 6858000"/>
              <a:gd name="connsiteX119" fmla="*/ 4313989 w 5588000"/>
              <a:gd name="connsiteY119" fmla="*/ 6529745 h 6858000"/>
              <a:gd name="connsiteX120" fmla="*/ 4343345 w 5588000"/>
              <a:gd name="connsiteY120" fmla="*/ 6535380 h 6858000"/>
              <a:gd name="connsiteX121" fmla="*/ 4353502 w 5588000"/>
              <a:gd name="connsiteY121" fmla="*/ 6509410 h 6858000"/>
              <a:gd name="connsiteX122" fmla="*/ 4308733 w 5588000"/>
              <a:gd name="connsiteY122" fmla="*/ 6503396 h 6858000"/>
              <a:gd name="connsiteX123" fmla="*/ 5124949 w 5588000"/>
              <a:gd name="connsiteY123" fmla="*/ 6469184 h 6858000"/>
              <a:gd name="connsiteX124" fmla="*/ 5085080 w 5588000"/>
              <a:gd name="connsiteY124" fmla="*/ 6480476 h 6858000"/>
              <a:gd name="connsiteX125" fmla="*/ 5085080 w 5588000"/>
              <a:gd name="connsiteY125" fmla="*/ 6508674 h 6858000"/>
              <a:gd name="connsiteX126" fmla="*/ 5064767 w 5588000"/>
              <a:gd name="connsiteY126" fmla="*/ 6508674 h 6858000"/>
              <a:gd name="connsiteX127" fmla="*/ 5064767 w 5588000"/>
              <a:gd name="connsiteY127" fmla="*/ 6534266 h 6858000"/>
              <a:gd name="connsiteX128" fmla="*/ 5085080 w 5588000"/>
              <a:gd name="connsiteY128" fmla="*/ 6534266 h 6858000"/>
              <a:gd name="connsiteX129" fmla="*/ 5085080 w 5588000"/>
              <a:gd name="connsiteY129" fmla="*/ 6601597 h 6858000"/>
              <a:gd name="connsiteX130" fmla="*/ 5130584 w 5588000"/>
              <a:gd name="connsiteY130" fmla="*/ 6639595 h 6858000"/>
              <a:gd name="connsiteX131" fmla="*/ 5159939 w 5588000"/>
              <a:gd name="connsiteY131" fmla="*/ 6636588 h 6858000"/>
              <a:gd name="connsiteX132" fmla="*/ 5157289 w 5588000"/>
              <a:gd name="connsiteY132" fmla="*/ 6610617 h 6858000"/>
              <a:gd name="connsiteX133" fmla="*/ 5144883 w 5588000"/>
              <a:gd name="connsiteY133" fmla="*/ 6611753 h 6858000"/>
              <a:gd name="connsiteX134" fmla="*/ 5124949 w 5588000"/>
              <a:gd name="connsiteY134" fmla="*/ 6592198 h 6858000"/>
              <a:gd name="connsiteX135" fmla="*/ 5124949 w 5588000"/>
              <a:gd name="connsiteY135" fmla="*/ 6534266 h 6858000"/>
              <a:gd name="connsiteX136" fmla="*/ 5159939 w 5588000"/>
              <a:gd name="connsiteY136" fmla="*/ 6534266 h 6858000"/>
              <a:gd name="connsiteX137" fmla="*/ 5159939 w 5588000"/>
              <a:gd name="connsiteY137" fmla="*/ 6508674 h 6858000"/>
              <a:gd name="connsiteX138" fmla="*/ 5124949 w 5588000"/>
              <a:gd name="connsiteY138" fmla="*/ 6508674 h 6858000"/>
              <a:gd name="connsiteX139" fmla="*/ 4849186 w 5588000"/>
              <a:gd name="connsiteY139" fmla="*/ 6399470 h 6858000"/>
              <a:gd name="connsiteX140" fmla="*/ 4758936 w 5588000"/>
              <a:gd name="connsiteY140" fmla="*/ 6432879 h 6858000"/>
              <a:gd name="connsiteX141" fmla="*/ 4743568 w 5588000"/>
              <a:gd name="connsiteY141" fmla="*/ 6475332 h 6858000"/>
              <a:gd name="connsiteX142" fmla="*/ 4747622 w 5588000"/>
              <a:gd name="connsiteY142" fmla="*/ 6503774 h 6858000"/>
              <a:gd name="connsiteX143" fmla="*/ 4770206 w 5588000"/>
              <a:gd name="connsiteY143" fmla="*/ 6499721 h 6858000"/>
              <a:gd name="connsiteX144" fmla="*/ 4818026 w 5588000"/>
              <a:gd name="connsiteY144" fmla="*/ 6484375 h 6858000"/>
              <a:gd name="connsiteX145" fmla="*/ 4849164 w 5588000"/>
              <a:gd name="connsiteY145" fmla="*/ 6399515 h 6858000"/>
              <a:gd name="connsiteX146" fmla="*/ 0 w 5588000"/>
              <a:gd name="connsiteY146" fmla="*/ 0 h 6858000"/>
              <a:gd name="connsiteX147" fmla="*/ 5588000 w 5588000"/>
              <a:gd name="connsiteY147" fmla="*/ 0 h 6858000"/>
              <a:gd name="connsiteX148" fmla="*/ 5588000 w 5588000"/>
              <a:gd name="connsiteY148" fmla="*/ 6858000 h 6858000"/>
              <a:gd name="connsiteX149" fmla="*/ 0 w 5588000"/>
              <a:gd name="connsiteY14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5588000" h="6858000">
                <a:moveTo>
                  <a:pt x="4692919" y="6643760"/>
                </a:moveTo>
                <a:lnTo>
                  <a:pt x="4727910" y="6643760"/>
                </a:lnTo>
                <a:cubicBezTo>
                  <a:pt x="4736463" y="6643760"/>
                  <a:pt x="4744838" y="6647569"/>
                  <a:pt x="4744838" y="6658037"/>
                </a:cubicBezTo>
                <a:cubicBezTo>
                  <a:pt x="4744838" y="6672470"/>
                  <a:pt x="4730405" y="6681001"/>
                  <a:pt x="4712475" y="6681001"/>
                </a:cubicBezTo>
                <a:cubicBezTo>
                  <a:pt x="4694545" y="6681001"/>
                  <a:pt x="4679377" y="6673450"/>
                  <a:pt x="4679377" y="6662180"/>
                </a:cubicBezTo>
                <a:cubicBezTo>
                  <a:pt x="4679377" y="6653471"/>
                  <a:pt x="4687596" y="6646789"/>
                  <a:pt x="4692919" y="6643760"/>
                </a:cubicBezTo>
                <a:close/>
                <a:moveTo>
                  <a:pt x="5243574" y="6579035"/>
                </a:moveTo>
                <a:lnTo>
                  <a:pt x="5243574" y="6602733"/>
                </a:lnTo>
                <a:cubicBezTo>
                  <a:pt x="5238674" y="6608368"/>
                  <a:pt x="5232281" y="6612511"/>
                  <a:pt x="5224018" y="6612511"/>
                </a:cubicBezTo>
                <a:cubicBezTo>
                  <a:pt x="5217047" y="6612511"/>
                  <a:pt x="5207848" y="6609103"/>
                  <a:pt x="5207848" y="6598212"/>
                </a:cubicBezTo>
                <a:cubicBezTo>
                  <a:pt x="5207848" y="6580572"/>
                  <a:pt x="5225109" y="6578745"/>
                  <a:pt x="5243574" y="6579035"/>
                </a:cubicBezTo>
                <a:close/>
                <a:moveTo>
                  <a:pt x="4850835" y="6532751"/>
                </a:moveTo>
                <a:cubicBezTo>
                  <a:pt x="4864711" y="6532751"/>
                  <a:pt x="4871816" y="6541571"/>
                  <a:pt x="4871126" y="6555692"/>
                </a:cubicBezTo>
                <a:lnTo>
                  <a:pt x="4827114" y="6555692"/>
                </a:lnTo>
                <a:cubicBezTo>
                  <a:pt x="4829386" y="6542618"/>
                  <a:pt x="4836959" y="6532751"/>
                  <a:pt x="4850835" y="6532751"/>
                </a:cubicBezTo>
                <a:close/>
                <a:moveTo>
                  <a:pt x="4715125" y="6528253"/>
                </a:moveTo>
                <a:cubicBezTo>
                  <a:pt x="4728378" y="6528253"/>
                  <a:pt x="4734302" y="6537051"/>
                  <a:pt x="4734302" y="6547808"/>
                </a:cubicBezTo>
                <a:cubicBezTo>
                  <a:pt x="4734302" y="6558522"/>
                  <a:pt x="4727665" y="6567364"/>
                  <a:pt x="4714368" y="6567364"/>
                </a:cubicBezTo>
                <a:cubicBezTo>
                  <a:pt x="4702274" y="6567364"/>
                  <a:pt x="4695570" y="6558566"/>
                  <a:pt x="4695570" y="6547808"/>
                </a:cubicBezTo>
                <a:cubicBezTo>
                  <a:pt x="4695570" y="6538476"/>
                  <a:pt x="4703009" y="6528253"/>
                  <a:pt x="4715125" y="6528253"/>
                </a:cubicBezTo>
                <a:close/>
                <a:moveTo>
                  <a:pt x="4361988" y="6508674"/>
                </a:moveTo>
                <a:lnTo>
                  <a:pt x="4411657" y="6636966"/>
                </a:lnTo>
                <a:lnTo>
                  <a:pt x="4407893" y="6645987"/>
                </a:lnTo>
                <a:cubicBezTo>
                  <a:pt x="4400097" y="6664718"/>
                  <a:pt x="4391589" y="6678350"/>
                  <a:pt x="4375530" y="6678350"/>
                </a:cubicBezTo>
                <a:cubicBezTo>
                  <a:pt x="4370630" y="6678350"/>
                  <a:pt x="4365307" y="6677704"/>
                  <a:pt x="4358224" y="6676100"/>
                </a:cubicBezTo>
                <a:lnTo>
                  <a:pt x="4352589" y="6701669"/>
                </a:lnTo>
                <a:cubicBezTo>
                  <a:pt x="4361365" y="6703674"/>
                  <a:pt x="4368470" y="6705433"/>
                  <a:pt x="4381922" y="6705433"/>
                </a:cubicBezTo>
                <a:cubicBezTo>
                  <a:pt x="4408806" y="6705433"/>
                  <a:pt x="4428540" y="6687927"/>
                  <a:pt x="4438362" y="6664050"/>
                </a:cubicBezTo>
                <a:lnTo>
                  <a:pt x="4502308" y="6508674"/>
                </a:lnTo>
                <a:lnTo>
                  <a:pt x="4502286" y="6508674"/>
                </a:lnTo>
                <a:lnTo>
                  <a:pt x="4465045" y="6508674"/>
                </a:lnTo>
                <a:lnTo>
                  <a:pt x="4440968" y="6571127"/>
                </a:lnTo>
                <a:cubicBezTo>
                  <a:pt x="4438117" y="6578522"/>
                  <a:pt x="4435288" y="6587743"/>
                  <a:pt x="4433818" y="6593334"/>
                </a:cubicBezTo>
                <a:cubicBezTo>
                  <a:pt x="4432571" y="6587788"/>
                  <a:pt x="4430990" y="6579948"/>
                  <a:pt x="4428183" y="6572263"/>
                </a:cubicBezTo>
                <a:lnTo>
                  <a:pt x="4404864" y="6508674"/>
                </a:lnTo>
                <a:close/>
                <a:moveTo>
                  <a:pt x="5231925" y="6505690"/>
                </a:moveTo>
                <a:cubicBezTo>
                  <a:pt x="5211968" y="6505690"/>
                  <a:pt x="5190920" y="6512283"/>
                  <a:pt x="5173993" y="6521482"/>
                </a:cubicBezTo>
                <a:lnTo>
                  <a:pt x="5183771" y="6545180"/>
                </a:lnTo>
                <a:cubicBezTo>
                  <a:pt x="5193304" y="6539456"/>
                  <a:pt x="5207848" y="6533130"/>
                  <a:pt x="5220655" y="6533130"/>
                </a:cubicBezTo>
                <a:cubicBezTo>
                  <a:pt x="5239587" y="6533130"/>
                  <a:pt x="5243574" y="6540614"/>
                  <a:pt x="5243574" y="6551194"/>
                </a:cubicBezTo>
                <a:lnTo>
                  <a:pt x="5243574" y="6554579"/>
                </a:lnTo>
                <a:cubicBezTo>
                  <a:pt x="5210409" y="6554735"/>
                  <a:pt x="5167957" y="6561350"/>
                  <a:pt x="5167957" y="6603869"/>
                </a:cubicBezTo>
                <a:cubicBezTo>
                  <a:pt x="5167957" y="6628035"/>
                  <a:pt x="5184350" y="6639595"/>
                  <a:pt x="5208204" y="6639595"/>
                </a:cubicBezTo>
                <a:cubicBezTo>
                  <a:pt x="5222281" y="6639595"/>
                  <a:pt x="5234932" y="6635452"/>
                  <a:pt x="5244710" y="6626810"/>
                </a:cubicBezTo>
                <a:lnTo>
                  <a:pt x="5244710" y="6636967"/>
                </a:lnTo>
                <a:lnTo>
                  <a:pt x="5282329" y="6636967"/>
                </a:lnTo>
                <a:lnTo>
                  <a:pt x="5282351" y="6636989"/>
                </a:lnTo>
                <a:lnTo>
                  <a:pt x="5282351" y="6545937"/>
                </a:lnTo>
                <a:cubicBezTo>
                  <a:pt x="5282351" y="6520323"/>
                  <a:pt x="5262550" y="6505690"/>
                  <a:pt x="5231925" y="6505690"/>
                </a:cubicBezTo>
                <a:close/>
                <a:moveTo>
                  <a:pt x="5012380" y="6505667"/>
                </a:moveTo>
                <a:cubicBezTo>
                  <a:pt x="4996255" y="6505667"/>
                  <a:pt x="4981376" y="6511235"/>
                  <a:pt x="4968369" y="6519966"/>
                </a:cubicBezTo>
                <a:lnTo>
                  <a:pt x="4968369" y="6508674"/>
                </a:lnTo>
                <a:lnTo>
                  <a:pt x="4929614" y="6508674"/>
                </a:lnTo>
                <a:lnTo>
                  <a:pt x="4929614" y="6636944"/>
                </a:lnTo>
                <a:lnTo>
                  <a:pt x="4969505" y="6636944"/>
                </a:lnTo>
                <a:lnTo>
                  <a:pt x="4969505" y="6546672"/>
                </a:lnTo>
                <a:cubicBezTo>
                  <a:pt x="4976944" y="6540725"/>
                  <a:pt x="4983626" y="6535758"/>
                  <a:pt x="4993938" y="6535758"/>
                </a:cubicBezTo>
                <a:cubicBezTo>
                  <a:pt x="5007636" y="6535758"/>
                  <a:pt x="5012737" y="6542462"/>
                  <a:pt x="5012737" y="6554578"/>
                </a:cubicBezTo>
                <a:lnTo>
                  <a:pt x="5012737" y="6636966"/>
                </a:lnTo>
                <a:lnTo>
                  <a:pt x="5052628" y="6636966"/>
                </a:lnTo>
                <a:lnTo>
                  <a:pt x="5052628" y="6636944"/>
                </a:lnTo>
                <a:lnTo>
                  <a:pt x="5052628" y="6545536"/>
                </a:lnTo>
                <a:cubicBezTo>
                  <a:pt x="5052628" y="6521481"/>
                  <a:pt x="5037816" y="6505667"/>
                  <a:pt x="5012380" y="6505667"/>
                </a:cubicBezTo>
                <a:close/>
                <a:moveTo>
                  <a:pt x="4852350" y="6505667"/>
                </a:moveTo>
                <a:cubicBezTo>
                  <a:pt x="4817203" y="6505667"/>
                  <a:pt x="4784662" y="6532060"/>
                  <a:pt x="4784662" y="6572998"/>
                </a:cubicBezTo>
                <a:cubicBezTo>
                  <a:pt x="4784662" y="6613936"/>
                  <a:pt x="4809496" y="6639594"/>
                  <a:pt x="4849343" y="6639594"/>
                </a:cubicBezTo>
                <a:cubicBezTo>
                  <a:pt x="4870413" y="6639594"/>
                  <a:pt x="4889323" y="6634449"/>
                  <a:pt x="4906896" y="6624916"/>
                </a:cubicBezTo>
                <a:lnTo>
                  <a:pt x="4896361" y="6601218"/>
                </a:lnTo>
                <a:cubicBezTo>
                  <a:pt x="4890147" y="6605517"/>
                  <a:pt x="4875669" y="6610996"/>
                  <a:pt x="4863620" y="6610996"/>
                </a:cubicBezTo>
                <a:cubicBezTo>
                  <a:pt x="4836424" y="6610996"/>
                  <a:pt x="4827114" y="6599948"/>
                  <a:pt x="4826758" y="6581284"/>
                </a:cubicBezTo>
                <a:lnTo>
                  <a:pt x="4911774" y="6581284"/>
                </a:lnTo>
                <a:cubicBezTo>
                  <a:pt x="4912019" y="6576740"/>
                  <a:pt x="4912152" y="6572375"/>
                  <a:pt x="4912152" y="6568120"/>
                </a:cubicBezTo>
                <a:lnTo>
                  <a:pt x="4912175" y="6568120"/>
                </a:lnTo>
                <a:cubicBezTo>
                  <a:pt x="4912175" y="6531259"/>
                  <a:pt x="4896138" y="6505667"/>
                  <a:pt x="4852350" y="6505667"/>
                </a:cubicBezTo>
                <a:close/>
                <a:moveTo>
                  <a:pt x="4593315" y="6505667"/>
                </a:moveTo>
                <a:cubicBezTo>
                  <a:pt x="4577190" y="6505667"/>
                  <a:pt x="4562289" y="6511235"/>
                  <a:pt x="4549304" y="6519966"/>
                </a:cubicBezTo>
                <a:lnTo>
                  <a:pt x="4549304" y="6508674"/>
                </a:lnTo>
                <a:lnTo>
                  <a:pt x="4510549" y="6508674"/>
                </a:lnTo>
                <a:lnTo>
                  <a:pt x="4510549" y="6636944"/>
                </a:lnTo>
                <a:lnTo>
                  <a:pt x="4550418" y="6636944"/>
                </a:lnTo>
                <a:lnTo>
                  <a:pt x="4550418" y="6546672"/>
                </a:lnTo>
                <a:cubicBezTo>
                  <a:pt x="4557879" y="6540725"/>
                  <a:pt x="4564561" y="6535758"/>
                  <a:pt x="4574873" y="6535758"/>
                </a:cubicBezTo>
                <a:cubicBezTo>
                  <a:pt x="4588571" y="6535758"/>
                  <a:pt x="4593672" y="6542462"/>
                  <a:pt x="4593672" y="6554578"/>
                </a:cubicBezTo>
                <a:lnTo>
                  <a:pt x="4593672" y="6636966"/>
                </a:lnTo>
                <a:lnTo>
                  <a:pt x="4633563" y="6636966"/>
                </a:lnTo>
                <a:lnTo>
                  <a:pt x="4633585" y="6636944"/>
                </a:lnTo>
                <a:lnTo>
                  <a:pt x="4633585" y="6545536"/>
                </a:lnTo>
                <a:cubicBezTo>
                  <a:pt x="4633585" y="6521481"/>
                  <a:pt x="4618751" y="6505667"/>
                  <a:pt x="4593315" y="6505667"/>
                </a:cubicBezTo>
                <a:close/>
                <a:moveTo>
                  <a:pt x="4716618" y="6505267"/>
                </a:moveTo>
                <a:cubicBezTo>
                  <a:pt x="4682741" y="6505267"/>
                  <a:pt x="4656815" y="6519678"/>
                  <a:pt x="4656815" y="6547029"/>
                </a:cubicBezTo>
                <a:cubicBezTo>
                  <a:pt x="4656815" y="6568055"/>
                  <a:pt x="4666682" y="6574335"/>
                  <a:pt x="4674121" y="6578256"/>
                </a:cubicBezTo>
                <a:cubicBezTo>
                  <a:pt x="4660735" y="6585717"/>
                  <a:pt x="4649665" y="6597321"/>
                  <a:pt x="4649665" y="6609861"/>
                </a:cubicBezTo>
                <a:cubicBezTo>
                  <a:pt x="4649665" y="6619817"/>
                  <a:pt x="4652494" y="6625742"/>
                  <a:pt x="4656058" y="6629795"/>
                </a:cubicBezTo>
                <a:cubicBezTo>
                  <a:pt x="4659443" y="6633648"/>
                  <a:pt x="4663408" y="6635608"/>
                  <a:pt x="4667729" y="6638081"/>
                </a:cubicBezTo>
                <a:cubicBezTo>
                  <a:pt x="4659911" y="6643159"/>
                  <a:pt x="4647037" y="6652892"/>
                  <a:pt x="4647037" y="6667437"/>
                </a:cubicBezTo>
                <a:cubicBezTo>
                  <a:pt x="4647037" y="6698530"/>
                  <a:pt x="4678219" y="6707840"/>
                  <a:pt x="4710604" y="6707684"/>
                </a:cubicBezTo>
                <a:cubicBezTo>
                  <a:pt x="4747399" y="6707506"/>
                  <a:pt x="4784706" y="6690177"/>
                  <a:pt x="4784706" y="6652759"/>
                </a:cubicBezTo>
                <a:lnTo>
                  <a:pt x="4784706" y="6652736"/>
                </a:lnTo>
                <a:cubicBezTo>
                  <a:pt x="4784706" y="6624450"/>
                  <a:pt x="4766977" y="6610240"/>
                  <a:pt x="4737666" y="6610240"/>
                </a:cubicBezTo>
                <a:lnTo>
                  <a:pt x="4706060" y="6610240"/>
                </a:lnTo>
                <a:cubicBezTo>
                  <a:pt x="4699958" y="6610240"/>
                  <a:pt x="4686505" y="6608792"/>
                  <a:pt x="4686505" y="6598947"/>
                </a:cubicBezTo>
                <a:cubicBezTo>
                  <a:pt x="4686505" y="6594092"/>
                  <a:pt x="4693031" y="6589771"/>
                  <a:pt x="4696283" y="6588033"/>
                </a:cubicBezTo>
                <a:cubicBezTo>
                  <a:pt x="4701272" y="6589013"/>
                  <a:pt x="4706394" y="6589904"/>
                  <a:pt x="4712096" y="6589904"/>
                </a:cubicBezTo>
                <a:cubicBezTo>
                  <a:pt x="4742766" y="6589904"/>
                  <a:pt x="4773057" y="6579636"/>
                  <a:pt x="4773057" y="6545893"/>
                </a:cubicBezTo>
                <a:cubicBezTo>
                  <a:pt x="4773057" y="6512149"/>
                  <a:pt x="4745417" y="6505267"/>
                  <a:pt x="4716618" y="6505267"/>
                </a:cubicBezTo>
                <a:close/>
                <a:moveTo>
                  <a:pt x="4308733" y="6503396"/>
                </a:moveTo>
                <a:cubicBezTo>
                  <a:pt x="4277885" y="6503396"/>
                  <a:pt x="4255322" y="6519833"/>
                  <a:pt x="4255322" y="6546271"/>
                </a:cubicBezTo>
                <a:cubicBezTo>
                  <a:pt x="4255322" y="6570148"/>
                  <a:pt x="4268775" y="6578679"/>
                  <a:pt x="4285035" y="6583156"/>
                </a:cubicBezTo>
                <a:cubicBezTo>
                  <a:pt x="4292763" y="6585271"/>
                  <a:pt x="4304479" y="6587298"/>
                  <a:pt x="4312119" y="6589548"/>
                </a:cubicBezTo>
                <a:cubicBezTo>
                  <a:pt x="4318221" y="6591352"/>
                  <a:pt x="4321540" y="6594069"/>
                  <a:pt x="4321540" y="6599326"/>
                </a:cubicBezTo>
                <a:cubicBezTo>
                  <a:pt x="4321540" y="6610618"/>
                  <a:pt x="4308577" y="6611754"/>
                  <a:pt x="4299334" y="6611754"/>
                </a:cubicBezTo>
                <a:cubicBezTo>
                  <a:pt x="4287485" y="6611754"/>
                  <a:pt x="4272940" y="6607210"/>
                  <a:pt x="4262851" y="6603112"/>
                </a:cubicBezTo>
                <a:lnTo>
                  <a:pt x="4251937" y="6629060"/>
                </a:lnTo>
                <a:cubicBezTo>
                  <a:pt x="4268954" y="6635876"/>
                  <a:pt x="4285057" y="6639217"/>
                  <a:pt x="4304991" y="6639217"/>
                </a:cubicBezTo>
                <a:cubicBezTo>
                  <a:pt x="4335639" y="6639217"/>
                  <a:pt x="4361431" y="6623893"/>
                  <a:pt x="4361431" y="6595962"/>
                </a:cubicBezTo>
                <a:lnTo>
                  <a:pt x="4361386" y="6595962"/>
                </a:lnTo>
                <a:cubicBezTo>
                  <a:pt x="4361386" y="6569190"/>
                  <a:pt x="4344904" y="6559435"/>
                  <a:pt x="4327910" y="6555693"/>
                </a:cubicBezTo>
                <a:cubicBezTo>
                  <a:pt x="4319602" y="6553867"/>
                  <a:pt x="4309713" y="6552085"/>
                  <a:pt x="4303454" y="6550058"/>
                </a:cubicBezTo>
                <a:cubicBezTo>
                  <a:pt x="4297619" y="6548187"/>
                  <a:pt x="4295547" y="6543977"/>
                  <a:pt x="4295547" y="6540659"/>
                </a:cubicBezTo>
                <a:cubicBezTo>
                  <a:pt x="4295547" y="6533932"/>
                  <a:pt x="4303031" y="6529745"/>
                  <a:pt x="4313989" y="6529745"/>
                </a:cubicBezTo>
                <a:cubicBezTo>
                  <a:pt x="4324101" y="6529745"/>
                  <a:pt x="4338289" y="6533086"/>
                  <a:pt x="4343345" y="6535380"/>
                </a:cubicBezTo>
                <a:lnTo>
                  <a:pt x="4353502" y="6509410"/>
                </a:lnTo>
                <a:cubicBezTo>
                  <a:pt x="4342053" y="6506091"/>
                  <a:pt x="4329113" y="6503396"/>
                  <a:pt x="4308733" y="6503396"/>
                </a:cubicBezTo>
                <a:close/>
                <a:moveTo>
                  <a:pt x="5124949" y="6469184"/>
                </a:moveTo>
                <a:lnTo>
                  <a:pt x="5085080" y="6480476"/>
                </a:lnTo>
                <a:lnTo>
                  <a:pt x="5085080" y="6508674"/>
                </a:lnTo>
                <a:lnTo>
                  <a:pt x="5064767" y="6508674"/>
                </a:lnTo>
                <a:lnTo>
                  <a:pt x="5064767" y="6534266"/>
                </a:lnTo>
                <a:lnTo>
                  <a:pt x="5085080" y="6534266"/>
                </a:lnTo>
                <a:lnTo>
                  <a:pt x="5085080" y="6601597"/>
                </a:lnTo>
                <a:cubicBezTo>
                  <a:pt x="5085080" y="6631175"/>
                  <a:pt x="5106484" y="6639595"/>
                  <a:pt x="5130584" y="6639595"/>
                </a:cubicBezTo>
                <a:cubicBezTo>
                  <a:pt x="5138535" y="6639595"/>
                  <a:pt x="5150785" y="6638214"/>
                  <a:pt x="5159939" y="6636588"/>
                </a:cubicBezTo>
                <a:lnTo>
                  <a:pt x="5157289" y="6610617"/>
                </a:lnTo>
                <a:cubicBezTo>
                  <a:pt x="5153035" y="6611196"/>
                  <a:pt x="5148803" y="6611753"/>
                  <a:pt x="5144883" y="6611753"/>
                </a:cubicBezTo>
                <a:cubicBezTo>
                  <a:pt x="5133635" y="6611753"/>
                  <a:pt x="5124949" y="6608702"/>
                  <a:pt x="5124949" y="6592198"/>
                </a:cubicBezTo>
                <a:lnTo>
                  <a:pt x="5124949" y="6534266"/>
                </a:lnTo>
                <a:lnTo>
                  <a:pt x="5159939" y="6534266"/>
                </a:lnTo>
                <a:lnTo>
                  <a:pt x="5159939" y="6508674"/>
                </a:lnTo>
                <a:lnTo>
                  <a:pt x="5124949" y="6508674"/>
                </a:lnTo>
                <a:close/>
                <a:moveTo>
                  <a:pt x="4849186" y="6399470"/>
                </a:moveTo>
                <a:cubicBezTo>
                  <a:pt x="4821924" y="6403368"/>
                  <a:pt x="4781343" y="6410473"/>
                  <a:pt x="4758936" y="6432879"/>
                </a:cubicBezTo>
                <a:cubicBezTo>
                  <a:pt x="4747221" y="6444573"/>
                  <a:pt x="4743568" y="6459050"/>
                  <a:pt x="4743568" y="6475332"/>
                </a:cubicBezTo>
                <a:cubicBezTo>
                  <a:pt x="4743568" y="6484798"/>
                  <a:pt x="4744793" y="6494732"/>
                  <a:pt x="4747622" y="6503774"/>
                </a:cubicBezTo>
                <a:cubicBezTo>
                  <a:pt x="4752522" y="6500233"/>
                  <a:pt x="4764193" y="6499721"/>
                  <a:pt x="4770206" y="6499721"/>
                </a:cubicBezTo>
                <a:cubicBezTo>
                  <a:pt x="4787490" y="6499721"/>
                  <a:pt x="4802168" y="6500233"/>
                  <a:pt x="4818026" y="6484375"/>
                </a:cubicBezTo>
                <a:cubicBezTo>
                  <a:pt x="4837760" y="6464663"/>
                  <a:pt x="4828985" y="6433704"/>
                  <a:pt x="4849164" y="6399515"/>
                </a:cubicBezTo>
                <a:close/>
                <a:moveTo>
                  <a:pt x="0" y="0"/>
                </a:moveTo>
                <a:lnTo>
                  <a:pt x="5588000" y="0"/>
                </a:lnTo>
                <a:lnTo>
                  <a:pt x="5588000" y="6858000"/>
                </a:lnTo>
                <a:lnTo>
                  <a:pt x="0" y="6858000"/>
                </a:lnTo>
                <a:close/>
              </a:path>
            </a:pathLst>
          </a:custGeom>
          <a:pattFill prst="ltVert">
            <a:fgClr>
              <a:schemeClr val="bg1">
                <a:lumMod val="85000"/>
              </a:schemeClr>
            </a:fgClr>
            <a:bgClr>
              <a:schemeClr val="bg1"/>
            </a:bgClr>
          </a:pattFill>
        </p:spPr>
        <p:txBody>
          <a:bodyPr wrap="square" anchor="ctr">
            <a:noAutofit/>
          </a:bodyPr>
          <a:lstStyle>
            <a:lvl1pPr marL="0" indent="0" algn="ctr">
              <a:buNone/>
              <a:defRPr/>
            </a:lvl1pPr>
          </a:lstStyle>
          <a:p>
            <a:r>
              <a:rPr lang="en-US"/>
              <a:t>Click icon to add picture</a:t>
            </a:r>
          </a:p>
        </p:txBody>
      </p:sp>
    </p:spTree>
    <p:extLst>
      <p:ext uri="{BB962C8B-B14F-4D97-AF65-F5344CB8AC3E}">
        <p14:creationId xmlns:p14="http://schemas.microsoft.com/office/powerpoint/2010/main" val="19379811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0_Big photo">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28A18227-4686-E716-55B0-C3268C49147B}"/>
              </a:ext>
            </a:extLst>
          </p:cNvPr>
          <p:cNvSpPr>
            <a:spLocks noGrp="1"/>
          </p:cNvSpPr>
          <p:nvPr>
            <p:ph type="pic" sz="quarter" idx="13"/>
          </p:nvPr>
        </p:nvSpPr>
        <p:spPr>
          <a:xfrm>
            <a:off x="6604000" y="0"/>
            <a:ext cx="5588000" cy="6858000"/>
          </a:xfrm>
          <a:custGeom>
            <a:avLst/>
            <a:gdLst>
              <a:gd name="connsiteX0" fmla="*/ 4692919 w 5588000"/>
              <a:gd name="connsiteY0" fmla="*/ 6643760 h 6858000"/>
              <a:gd name="connsiteX1" fmla="*/ 4727910 w 5588000"/>
              <a:gd name="connsiteY1" fmla="*/ 6643760 h 6858000"/>
              <a:gd name="connsiteX2" fmla="*/ 4744838 w 5588000"/>
              <a:gd name="connsiteY2" fmla="*/ 6658037 h 6858000"/>
              <a:gd name="connsiteX3" fmla="*/ 4712475 w 5588000"/>
              <a:gd name="connsiteY3" fmla="*/ 6681001 h 6858000"/>
              <a:gd name="connsiteX4" fmla="*/ 4679377 w 5588000"/>
              <a:gd name="connsiteY4" fmla="*/ 6662180 h 6858000"/>
              <a:gd name="connsiteX5" fmla="*/ 4692919 w 5588000"/>
              <a:gd name="connsiteY5" fmla="*/ 6643760 h 6858000"/>
              <a:gd name="connsiteX6" fmla="*/ 5243574 w 5588000"/>
              <a:gd name="connsiteY6" fmla="*/ 6579035 h 6858000"/>
              <a:gd name="connsiteX7" fmla="*/ 5243574 w 5588000"/>
              <a:gd name="connsiteY7" fmla="*/ 6602733 h 6858000"/>
              <a:gd name="connsiteX8" fmla="*/ 5224018 w 5588000"/>
              <a:gd name="connsiteY8" fmla="*/ 6612511 h 6858000"/>
              <a:gd name="connsiteX9" fmla="*/ 5207848 w 5588000"/>
              <a:gd name="connsiteY9" fmla="*/ 6598212 h 6858000"/>
              <a:gd name="connsiteX10" fmla="*/ 5243574 w 5588000"/>
              <a:gd name="connsiteY10" fmla="*/ 6579035 h 6858000"/>
              <a:gd name="connsiteX11" fmla="*/ 4850835 w 5588000"/>
              <a:gd name="connsiteY11" fmla="*/ 6532751 h 6858000"/>
              <a:gd name="connsiteX12" fmla="*/ 4871126 w 5588000"/>
              <a:gd name="connsiteY12" fmla="*/ 6555692 h 6858000"/>
              <a:gd name="connsiteX13" fmla="*/ 4827114 w 5588000"/>
              <a:gd name="connsiteY13" fmla="*/ 6555692 h 6858000"/>
              <a:gd name="connsiteX14" fmla="*/ 4850835 w 5588000"/>
              <a:gd name="connsiteY14" fmla="*/ 6532751 h 6858000"/>
              <a:gd name="connsiteX15" fmla="*/ 4715125 w 5588000"/>
              <a:gd name="connsiteY15" fmla="*/ 6528253 h 6858000"/>
              <a:gd name="connsiteX16" fmla="*/ 4734302 w 5588000"/>
              <a:gd name="connsiteY16" fmla="*/ 6547808 h 6858000"/>
              <a:gd name="connsiteX17" fmla="*/ 4714368 w 5588000"/>
              <a:gd name="connsiteY17" fmla="*/ 6567364 h 6858000"/>
              <a:gd name="connsiteX18" fmla="*/ 4695570 w 5588000"/>
              <a:gd name="connsiteY18" fmla="*/ 6547808 h 6858000"/>
              <a:gd name="connsiteX19" fmla="*/ 4715125 w 5588000"/>
              <a:gd name="connsiteY19" fmla="*/ 6528253 h 6858000"/>
              <a:gd name="connsiteX20" fmla="*/ 4361988 w 5588000"/>
              <a:gd name="connsiteY20" fmla="*/ 6508674 h 6858000"/>
              <a:gd name="connsiteX21" fmla="*/ 4411657 w 5588000"/>
              <a:gd name="connsiteY21" fmla="*/ 6636966 h 6858000"/>
              <a:gd name="connsiteX22" fmla="*/ 4407893 w 5588000"/>
              <a:gd name="connsiteY22" fmla="*/ 6645987 h 6858000"/>
              <a:gd name="connsiteX23" fmla="*/ 4375530 w 5588000"/>
              <a:gd name="connsiteY23" fmla="*/ 6678350 h 6858000"/>
              <a:gd name="connsiteX24" fmla="*/ 4358224 w 5588000"/>
              <a:gd name="connsiteY24" fmla="*/ 6676100 h 6858000"/>
              <a:gd name="connsiteX25" fmla="*/ 4352589 w 5588000"/>
              <a:gd name="connsiteY25" fmla="*/ 6701669 h 6858000"/>
              <a:gd name="connsiteX26" fmla="*/ 4381922 w 5588000"/>
              <a:gd name="connsiteY26" fmla="*/ 6705433 h 6858000"/>
              <a:gd name="connsiteX27" fmla="*/ 4438362 w 5588000"/>
              <a:gd name="connsiteY27" fmla="*/ 6664050 h 6858000"/>
              <a:gd name="connsiteX28" fmla="*/ 4502308 w 5588000"/>
              <a:gd name="connsiteY28" fmla="*/ 6508674 h 6858000"/>
              <a:gd name="connsiteX29" fmla="*/ 4502286 w 5588000"/>
              <a:gd name="connsiteY29" fmla="*/ 6508674 h 6858000"/>
              <a:gd name="connsiteX30" fmla="*/ 4465045 w 5588000"/>
              <a:gd name="connsiteY30" fmla="*/ 6508674 h 6858000"/>
              <a:gd name="connsiteX31" fmla="*/ 4440968 w 5588000"/>
              <a:gd name="connsiteY31" fmla="*/ 6571127 h 6858000"/>
              <a:gd name="connsiteX32" fmla="*/ 4433818 w 5588000"/>
              <a:gd name="connsiteY32" fmla="*/ 6593334 h 6858000"/>
              <a:gd name="connsiteX33" fmla="*/ 4428183 w 5588000"/>
              <a:gd name="connsiteY33" fmla="*/ 6572263 h 6858000"/>
              <a:gd name="connsiteX34" fmla="*/ 4404864 w 5588000"/>
              <a:gd name="connsiteY34" fmla="*/ 6508674 h 6858000"/>
              <a:gd name="connsiteX35" fmla="*/ 5231925 w 5588000"/>
              <a:gd name="connsiteY35" fmla="*/ 6505690 h 6858000"/>
              <a:gd name="connsiteX36" fmla="*/ 5173993 w 5588000"/>
              <a:gd name="connsiteY36" fmla="*/ 6521482 h 6858000"/>
              <a:gd name="connsiteX37" fmla="*/ 5183771 w 5588000"/>
              <a:gd name="connsiteY37" fmla="*/ 6545180 h 6858000"/>
              <a:gd name="connsiteX38" fmla="*/ 5220655 w 5588000"/>
              <a:gd name="connsiteY38" fmla="*/ 6533130 h 6858000"/>
              <a:gd name="connsiteX39" fmla="*/ 5243574 w 5588000"/>
              <a:gd name="connsiteY39" fmla="*/ 6551194 h 6858000"/>
              <a:gd name="connsiteX40" fmla="*/ 5243574 w 5588000"/>
              <a:gd name="connsiteY40" fmla="*/ 6554579 h 6858000"/>
              <a:gd name="connsiteX41" fmla="*/ 5167957 w 5588000"/>
              <a:gd name="connsiteY41" fmla="*/ 6603869 h 6858000"/>
              <a:gd name="connsiteX42" fmla="*/ 5208204 w 5588000"/>
              <a:gd name="connsiteY42" fmla="*/ 6639595 h 6858000"/>
              <a:gd name="connsiteX43" fmla="*/ 5244710 w 5588000"/>
              <a:gd name="connsiteY43" fmla="*/ 6626810 h 6858000"/>
              <a:gd name="connsiteX44" fmla="*/ 5244710 w 5588000"/>
              <a:gd name="connsiteY44" fmla="*/ 6636967 h 6858000"/>
              <a:gd name="connsiteX45" fmla="*/ 5282329 w 5588000"/>
              <a:gd name="connsiteY45" fmla="*/ 6636967 h 6858000"/>
              <a:gd name="connsiteX46" fmla="*/ 5282351 w 5588000"/>
              <a:gd name="connsiteY46" fmla="*/ 6636989 h 6858000"/>
              <a:gd name="connsiteX47" fmla="*/ 5282351 w 5588000"/>
              <a:gd name="connsiteY47" fmla="*/ 6545937 h 6858000"/>
              <a:gd name="connsiteX48" fmla="*/ 5231925 w 5588000"/>
              <a:gd name="connsiteY48" fmla="*/ 6505690 h 6858000"/>
              <a:gd name="connsiteX49" fmla="*/ 5012380 w 5588000"/>
              <a:gd name="connsiteY49" fmla="*/ 6505667 h 6858000"/>
              <a:gd name="connsiteX50" fmla="*/ 4968369 w 5588000"/>
              <a:gd name="connsiteY50" fmla="*/ 6519966 h 6858000"/>
              <a:gd name="connsiteX51" fmla="*/ 4968369 w 5588000"/>
              <a:gd name="connsiteY51" fmla="*/ 6508674 h 6858000"/>
              <a:gd name="connsiteX52" fmla="*/ 4929614 w 5588000"/>
              <a:gd name="connsiteY52" fmla="*/ 6508674 h 6858000"/>
              <a:gd name="connsiteX53" fmla="*/ 4929614 w 5588000"/>
              <a:gd name="connsiteY53" fmla="*/ 6636944 h 6858000"/>
              <a:gd name="connsiteX54" fmla="*/ 4969505 w 5588000"/>
              <a:gd name="connsiteY54" fmla="*/ 6636944 h 6858000"/>
              <a:gd name="connsiteX55" fmla="*/ 4969505 w 5588000"/>
              <a:gd name="connsiteY55" fmla="*/ 6546672 h 6858000"/>
              <a:gd name="connsiteX56" fmla="*/ 4993938 w 5588000"/>
              <a:gd name="connsiteY56" fmla="*/ 6535758 h 6858000"/>
              <a:gd name="connsiteX57" fmla="*/ 5012737 w 5588000"/>
              <a:gd name="connsiteY57" fmla="*/ 6554578 h 6858000"/>
              <a:gd name="connsiteX58" fmla="*/ 5012737 w 5588000"/>
              <a:gd name="connsiteY58" fmla="*/ 6636966 h 6858000"/>
              <a:gd name="connsiteX59" fmla="*/ 5052628 w 5588000"/>
              <a:gd name="connsiteY59" fmla="*/ 6636966 h 6858000"/>
              <a:gd name="connsiteX60" fmla="*/ 5052628 w 5588000"/>
              <a:gd name="connsiteY60" fmla="*/ 6636944 h 6858000"/>
              <a:gd name="connsiteX61" fmla="*/ 5052628 w 5588000"/>
              <a:gd name="connsiteY61" fmla="*/ 6545536 h 6858000"/>
              <a:gd name="connsiteX62" fmla="*/ 5012380 w 5588000"/>
              <a:gd name="connsiteY62" fmla="*/ 6505667 h 6858000"/>
              <a:gd name="connsiteX63" fmla="*/ 4852350 w 5588000"/>
              <a:gd name="connsiteY63" fmla="*/ 6505667 h 6858000"/>
              <a:gd name="connsiteX64" fmla="*/ 4784662 w 5588000"/>
              <a:gd name="connsiteY64" fmla="*/ 6572998 h 6858000"/>
              <a:gd name="connsiteX65" fmla="*/ 4849343 w 5588000"/>
              <a:gd name="connsiteY65" fmla="*/ 6639594 h 6858000"/>
              <a:gd name="connsiteX66" fmla="*/ 4906896 w 5588000"/>
              <a:gd name="connsiteY66" fmla="*/ 6624916 h 6858000"/>
              <a:gd name="connsiteX67" fmla="*/ 4896361 w 5588000"/>
              <a:gd name="connsiteY67" fmla="*/ 6601218 h 6858000"/>
              <a:gd name="connsiteX68" fmla="*/ 4863620 w 5588000"/>
              <a:gd name="connsiteY68" fmla="*/ 6610996 h 6858000"/>
              <a:gd name="connsiteX69" fmla="*/ 4826758 w 5588000"/>
              <a:gd name="connsiteY69" fmla="*/ 6581284 h 6858000"/>
              <a:gd name="connsiteX70" fmla="*/ 4911774 w 5588000"/>
              <a:gd name="connsiteY70" fmla="*/ 6581284 h 6858000"/>
              <a:gd name="connsiteX71" fmla="*/ 4912152 w 5588000"/>
              <a:gd name="connsiteY71" fmla="*/ 6568120 h 6858000"/>
              <a:gd name="connsiteX72" fmla="*/ 4912175 w 5588000"/>
              <a:gd name="connsiteY72" fmla="*/ 6568120 h 6858000"/>
              <a:gd name="connsiteX73" fmla="*/ 4852350 w 5588000"/>
              <a:gd name="connsiteY73" fmla="*/ 6505667 h 6858000"/>
              <a:gd name="connsiteX74" fmla="*/ 4593315 w 5588000"/>
              <a:gd name="connsiteY74" fmla="*/ 6505667 h 6858000"/>
              <a:gd name="connsiteX75" fmla="*/ 4549304 w 5588000"/>
              <a:gd name="connsiteY75" fmla="*/ 6519966 h 6858000"/>
              <a:gd name="connsiteX76" fmla="*/ 4549304 w 5588000"/>
              <a:gd name="connsiteY76" fmla="*/ 6508674 h 6858000"/>
              <a:gd name="connsiteX77" fmla="*/ 4510549 w 5588000"/>
              <a:gd name="connsiteY77" fmla="*/ 6508674 h 6858000"/>
              <a:gd name="connsiteX78" fmla="*/ 4510549 w 5588000"/>
              <a:gd name="connsiteY78" fmla="*/ 6636944 h 6858000"/>
              <a:gd name="connsiteX79" fmla="*/ 4550418 w 5588000"/>
              <a:gd name="connsiteY79" fmla="*/ 6636944 h 6858000"/>
              <a:gd name="connsiteX80" fmla="*/ 4550418 w 5588000"/>
              <a:gd name="connsiteY80" fmla="*/ 6546672 h 6858000"/>
              <a:gd name="connsiteX81" fmla="*/ 4574873 w 5588000"/>
              <a:gd name="connsiteY81" fmla="*/ 6535758 h 6858000"/>
              <a:gd name="connsiteX82" fmla="*/ 4593672 w 5588000"/>
              <a:gd name="connsiteY82" fmla="*/ 6554578 h 6858000"/>
              <a:gd name="connsiteX83" fmla="*/ 4593672 w 5588000"/>
              <a:gd name="connsiteY83" fmla="*/ 6636966 h 6858000"/>
              <a:gd name="connsiteX84" fmla="*/ 4633563 w 5588000"/>
              <a:gd name="connsiteY84" fmla="*/ 6636966 h 6858000"/>
              <a:gd name="connsiteX85" fmla="*/ 4633585 w 5588000"/>
              <a:gd name="connsiteY85" fmla="*/ 6636944 h 6858000"/>
              <a:gd name="connsiteX86" fmla="*/ 4633585 w 5588000"/>
              <a:gd name="connsiteY86" fmla="*/ 6545536 h 6858000"/>
              <a:gd name="connsiteX87" fmla="*/ 4593315 w 5588000"/>
              <a:gd name="connsiteY87" fmla="*/ 6505667 h 6858000"/>
              <a:gd name="connsiteX88" fmla="*/ 4716618 w 5588000"/>
              <a:gd name="connsiteY88" fmla="*/ 6505267 h 6858000"/>
              <a:gd name="connsiteX89" fmla="*/ 4656815 w 5588000"/>
              <a:gd name="connsiteY89" fmla="*/ 6547029 h 6858000"/>
              <a:gd name="connsiteX90" fmla="*/ 4674121 w 5588000"/>
              <a:gd name="connsiteY90" fmla="*/ 6578256 h 6858000"/>
              <a:gd name="connsiteX91" fmla="*/ 4649665 w 5588000"/>
              <a:gd name="connsiteY91" fmla="*/ 6609861 h 6858000"/>
              <a:gd name="connsiteX92" fmla="*/ 4656058 w 5588000"/>
              <a:gd name="connsiteY92" fmla="*/ 6629795 h 6858000"/>
              <a:gd name="connsiteX93" fmla="*/ 4667729 w 5588000"/>
              <a:gd name="connsiteY93" fmla="*/ 6638081 h 6858000"/>
              <a:gd name="connsiteX94" fmla="*/ 4647037 w 5588000"/>
              <a:gd name="connsiteY94" fmla="*/ 6667437 h 6858000"/>
              <a:gd name="connsiteX95" fmla="*/ 4710604 w 5588000"/>
              <a:gd name="connsiteY95" fmla="*/ 6707684 h 6858000"/>
              <a:gd name="connsiteX96" fmla="*/ 4784706 w 5588000"/>
              <a:gd name="connsiteY96" fmla="*/ 6652759 h 6858000"/>
              <a:gd name="connsiteX97" fmla="*/ 4784706 w 5588000"/>
              <a:gd name="connsiteY97" fmla="*/ 6652736 h 6858000"/>
              <a:gd name="connsiteX98" fmla="*/ 4737666 w 5588000"/>
              <a:gd name="connsiteY98" fmla="*/ 6610240 h 6858000"/>
              <a:gd name="connsiteX99" fmla="*/ 4706060 w 5588000"/>
              <a:gd name="connsiteY99" fmla="*/ 6610240 h 6858000"/>
              <a:gd name="connsiteX100" fmla="*/ 4686505 w 5588000"/>
              <a:gd name="connsiteY100" fmla="*/ 6598947 h 6858000"/>
              <a:gd name="connsiteX101" fmla="*/ 4696283 w 5588000"/>
              <a:gd name="connsiteY101" fmla="*/ 6588033 h 6858000"/>
              <a:gd name="connsiteX102" fmla="*/ 4712096 w 5588000"/>
              <a:gd name="connsiteY102" fmla="*/ 6589904 h 6858000"/>
              <a:gd name="connsiteX103" fmla="*/ 4773057 w 5588000"/>
              <a:gd name="connsiteY103" fmla="*/ 6545893 h 6858000"/>
              <a:gd name="connsiteX104" fmla="*/ 4716618 w 5588000"/>
              <a:gd name="connsiteY104" fmla="*/ 6505267 h 6858000"/>
              <a:gd name="connsiteX105" fmla="*/ 4308733 w 5588000"/>
              <a:gd name="connsiteY105" fmla="*/ 6503396 h 6858000"/>
              <a:gd name="connsiteX106" fmla="*/ 4255322 w 5588000"/>
              <a:gd name="connsiteY106" fmla="*/ 6546271 h 6858000"/>
              <a:gd name="connsiteX107" fmla="*/ 4285035 w 5588000"/>
              <a:gd name="connsiteY107" fmla="*/ 6583156 h 6858000"/>
              <a:gd name="connsiteX108" fmla="*/ 4312119 w 5588000"/>
              <a:gd name="connsiteY108" fmla="*/ 6589548 h 6858000"/>
              <a:gd name="connsiteX109" fmla="*/ 4321540 w 5588000"/>
              <a:gd name="connsiteY109" fmla="*/ 6599326 h 6858000"/>
              <a:gd name="connsiteX110" fmla="*/ 4299334 w 5588000"/>
              <a:gd name="connsiteY110" fmla="*/ 6611754 h 6858000"/>
              <a:gd name="connsiteX111" fmla="*/ 4262851 w 5588000"/>
              <a:gd name="connsiteY111" fmla="*/ 6603112 h 6858000"/>
              <a:gd name="connsiteX112" fmla="*/ 4251937 w 5588000"/>
              <a:gd name="connsiteY112" fmla="*/ 6629060 h 6858000"/>
              <a:gd name="connsiteX113" fmla="*/ 4304991 w 5588000"/>
              <a:gd name="connsiteY113" fmla="*/ 6639217 h 6858000"/>
              <a:gd name="connsiteX114" fmla="*/ 4361431 w 5588000"/>
              <a:gd name="connsiteY114" fmla="*/ 6595962 h 6858000"/>
              <a:gd name="connsiteX115" fmla="*/ 4361386 w 5588000"/>
              <a:gd name="connsiteY115" fmla="*/ 6595962 h 6858000"/>
              <a:gd name="connsiteX116" fmla="*/ 4327910 w 5588000"/>
              <a:gd name="connsiteY116" fmla="*/ 6555693 h 6858000"/>
              <a:gd name="connsiteX117" fmla="*/ 4303454 w 5588000"/>
              <a:gd name="connsiteY117" fmla="*/ 6550058 h 6858000"/>
              <a:gd name="connsiteX118" fmla="*/ 4295547 w 5588000"/>
              <a:gd name="connsiteY118" fmla="*/ 6540659 h 6858000"/>
              <a:gd name="connsiteX119" fmla="*/ 4313989 w 5588000"/>
              <a:gd name="connsiteY119" fmla="*/ 6529745 h 6858000"/>
              <a:gd name="connsiteX120" fmla="*/ 4343345 w 5588000"/>
              <a:gd name="connsiteY120" fmla="*/ 6535380 h 6858000"/>
              <a:gd name="connsiteX121" fmla="*/ 4353502 w 5588000"/>
              <a:gd name="connsiteY121" fmla="*/ 6509410 h 6858000"/>
              <a:gd name="connsiteX122" fmla="*/ 4308733 w 5588000"/>
              <a:gd name="connsiteY122" fmla="*/ 6503396 h 6858000"/>
              <a:gd name="connsiteX123" fmla="*/ 5124949 w 5588000"/>
              <a:gd name="connsiteY123" fmla="*/ 6469184 h 6858000"/>
              <a:gd name="connsiteX124" fmla="*/ 5085080 w 5588000"/>
              <a:gd name="connsiteY124" fmla="*/ 6480476 h 6858000"/>
              <a:gd name="connsiteX125" fmla="*/ 5085080 w 5588000"/>
              <a:gd name="connsiteY125" fmla="*/ 6508674 h 6858000"/>
              <a:gd name="connsiteX126" fmla="*/ 5064767 w 5588000"/>
              <a:gd name="connsiteY126" fmla="*/ 6508674 h 6858000"/>
              <a:gd name="connsiteX127" fmla="*/ 5064767 w 5588000"/>
              <a:gd name="connsiteY127" fmla="*/ 6534266 h 6858000"/>
              <a:gd name="connsiteX128" fmla="*/ 5085080 w 5588000"/>
              <a:gd name="connsiteY128" fmla="*/ 6534266 h 6858000"/>
              <a:gd name="connsiteX129" fmla="*/ 5085080 w 5588000"/>
              <a:gd name="connsiteY129" fmla="*/ 6601597 h 6858000"/>
              <a:gd name="connsiteX130" fmla="*/ 5130584 w 5588000"/>
              <a:gd name="connsiteY130" fmla="*/ 6639595 h 6858000"/>
              <a:gd name="connsiteX131" fmla="*/ 5159939 w 5588000"/>
              <a:gd name="connsiteY131" fmla="*/ 6636588 h 6858000"/>
              <a:gd name="connsiteX132" fmla="*/ 5157289 w 5588000"/>
              <a:gd name="connsiteY132" fmla="*/ 6610617 h 6858000"/>
              <a:gd name="connsiteX133" fmla="*/ 5144883 w 5588000"/>
              <a:gd name="connsiteY133" fmla="*/ 6611753 h 6858000"/>
              <a:gd name="connsiteX134" fmla="*/ 5124949 w 5588000"/>
              <a:gd name="connsiteY134" fmla="*/ 6592198 h 6858000"/>
              <a:gd name="connsiteX135" fmla="*/ 5124949 w 5588000"/>
              <a:gd name="connsiteY135" fmla="*/ 6534266 h 6858000"/>
              <a:gd name="connsiteX136" fmla="*/ 5159939 w 5588000"/>
              <a:gd name="connsiteY136" fmla="*/ 6534266 h 6858000"/>
              <a:gd name="connsiteX137" fmla="*/ 5159939 w 5588000"/>
              <a:gd name="connsiteY137" fmla="*/ 6508674 h 6858000"/>
              <a:gd name="connsiteX138" fmla="*/ 5124949 w 5588000"/>
              <a:gd name="connsiteY138" fmla="*/ 6508674 h 6858000"/>
              <a:gd name="connsiteX139" fmla="*/ 4849186 w 5588000"/>
              <a:gd name="connsiteY139" fmla="*/ 6399470 h 6858000"/>
              <a:gd name="connsiteX140" fmla="*/ 4758936 w 5588000"/>
              <a:gd name="connsiteY140" fmla="*/ 6432879 h 6858000"/>
              <a:gd name="connsiteX141" fmla="*/ 4743568 w 5588000"/>
              <a:gd name="connsiteY141" fmla="*/ 6475332 h 6858000"/>
              <a:gd name="connsiteX142" fmla="*/ 4747622 w 5588000"/>
              <a:gd name="connsiteY142" fmla="*/ 6503774 h 6858000"/>
              <a:gd name="connsiteX143" fmla="*/ 4770206 w 5588000"/>
              <a:gd name="connsiteY143" fmla="*/ 6499721 h 6858000"/>
              <a:gd name="connsiteX144" fmla="*/ 4818026 w 5588000"/>
              <a:gd name="connsiteY144" fmla="*/ 6484375 h 6858000"/>
              <a:gd name="connsiteX145" fmla="*/ 4849164 w 5588000"/>
              <a:gd name="connsiteY145" fmla="*/ 6399515 h 6858000"/>
              <a:gd name="connsiteX146" fmla="*/ 4350834 w 5588000"/>
              <a:gd name="connsiteY146" fmla="*/ 1926977 h 6858000"/>
              <a:gd name="connsiteX147" fmla="*/ 4350834 w 5588000"/>
              <a:gd name="connsiteY147" fmla="*/ 1926979 h 6858000"/>
              <a:gd name="connsiteX148" fmla="*/ 3964528 w 5588000"/>
              <a:gd name="connsiteY148" fmla="*/ 3247847 h 6858000"/>
              <a:gd name="connsiteX149" fmla="*/ 3476614 w 5588000"/>
              <a:gd name="connsiteY149" fmla="*/ 4474071 h 6858000"/>
              <a:gd name="connsiteX150" fmla="*/ 2027490 w 5588000"/>
              <a:gd name="connsiteY150" fmla="*/ 4945503 h 6858000"/>
              <a:gd name="connsiteX151" fmla="*/ 1974397 w 5588000"/>
              <a:gd name="connsiteY151" fmla="*/ 4945503 h 6858000"/>
              <a:gd name="connsiteX152" fmla="*/ 1317566 w 5588000"/>
              <a:gd name="connsiteY152" fmla="*/ 5019898 h 6858000"/>
              <a:gd name="connsiteX153" fmla="*/ 1236208 w 5588000"/>
              <a:gd name="connsiteY153" fmla="*/ 4284098 h 6858000"/>
              <a:gd name="connsiteX154" fmla="*/ 1236208 w 5588000"/>
              <a:gd name="connsiteY154" fmla="*/ 4284097 h 6858000"/>
              <a:gd name="connsiteX155" fmla="*/ 1236208 w 5588000"/>
              <a:gd name="connsiteY155" fmla="*/ 4284096 h 6858000"/>
              <a:gd name="connsiteX156" fmla="*/ 1707559 w 5588000"/>
              <a:gd name="connsiteY156" fmla="*/ 2964038 h 6858000"/>
              <a:gd name="connsiteX157" fmla="*/ 4350834 w 5588000"/>
              <a:gd name="connsiteY157" fmla="*/ 1926977 h 6858000"/>
              <a:gd name="connsiteX158" fmla="*/ 4959350 w 5588000"/>
              <a:gd name="connsiteY158" fmla="*/ 1508758 h 6858000"/>
              <a:gd name="connsiteX159" fmla="*/ 4623060 w 5588000"/>
              <a:gd name="connsiteY159" fmla="*/ 1556586 h 6858000"/>
              <a:gd name="connsiteX160" fmla="*/ 1476722 w 5588000"/>
              <a:gd name="connsiteY160" fmla="*/ 2732959 h 6858000"/>
              <a:gd name="connsiteX161" fmla="*/ 909594 w 5588000"/>
              <a:gd name="connsiteY161" fmla="*/ 4284096 h 6858000"/>
              <a:gd name="connsiteX162" fmla="*/ 1054617 w 5588000"/>
              <a:gd name="connsiteY162" fmla="*/ 5295400 h 6858000"/>
              <a:gd name="connsiteX163" fmla="*/ 1124434 w 5588000"/>
              <a:gd name="connsiteY163" fmla="*/ 5516880 h 6858000"/>
              <a:gd name="connsiteX164" fmla="*/ 1156671 w 5588000"/>
              <a:gd name="connsiteY164" fmla="*/ 5486874 h 6858000"/>
              <a:gd name="connsiteX165" fmla="*/ 1319268 w 5588000"/>
              <a:gd name="connsiteY165" fmla="*/ 5369592 h 6858000"/>
              <a:gd name="connsiteX166" fmla="*/ 1974397 w 5588000"/>
              <a:gd name="connsiteY166" fmla="*/ 5272074 h 6858000"/>
              <a:gd name="connsiteX167" fmla="*/ 2027166 w 5588000"/>
              <a:gd name="connsiteY167" fmla="*/ 5272074 h 6858000"/>
              <a:gd name="connsiteX168" fmla="*/ 3707613 w 5588000"/>
              <a:gd name="connsiteY168" fmla="*/ 4704987 h 6858000"/>
              <a:gd name="connsiteX169" fmla="*/ 4285310 w 5588000"/>
              <a:gd name="connsiteY169" fmla="*/ 3309400 h 6858000"/>
              <a:gd name="connsiteX170" fmla="*/ 4786750 w 5588000"/>
              <a:gd name="connsiteY170" fmla="*/ 1801232 h 6858000"/>
              <a:gd name="connsiteX171" fmla="*/ 0 w 5588000"/>
              <a:gd name="connsiteY171" fmla="*/ 0 h 6858000"/>
              <a:gd name="connsiteX172" fmla="*/ 5588000 w 5588000"/>
              <a:gd name="connsiteY172" fmla="*/ 0 h 6858000"/>
              <a:gd name="connsiteX173" fmla="*/ 5588000 w 5588000"/>
              <a:gd name="connsiteY173" fmla="*/ 6858000 h 6858000"/>
              <a:gd name="connsiteX174" fmla="*/ 0 w 5588000"/>
              <a:gd name="connsiteY17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5588000" h="6858000">
                <a:moveTo>
                  <a:pt x="4692919" y="6643760"/>
                </a:moveTo>
                <a:lnTo>
                  <a:pt x="4727910" y="6643760"/>
                </a:lnTo>
                <a:cubicBezTo>
                  <a:pt x="4736463" y="6643760"/>
                  <a:pt x="4744838" y="6647569"/>
                  <a:pt x="4744838" y="6658037"/>
                </a:cubicBezTo>
                <a:cubicBezTo>
                  <a:pt x="4744838" y="6672470"/>
                  <a:pt x="4730405" y="6681001"/>
                  <a:pt x="4712475" y="6681001"/>
                </a:cubicBezTo>
                <a:cubicBezTo>
                  <a:pt x="4694545" y="6681001"/>
                  <a:pt x="4679377" y="6673450"/>
                  <a:pt x="4679377" y="6662180"/>
                </a:cubicBezTo>
                <a:cubicBezTo>
                  <a:pt x="4679377" y="6653471"/>
                  <a:pt x="4687596" y="6646789"/>
                  <a:pt x="4692919" y="6643760"/>
                </a:cubicBezTo>
                <a:close/>
                <a:moveTo>
                  <a:pt x="5243574" y="6579035"/>
                </a:moveTo>
                <a:lnTo>
                  <a:pt x="5243574" y="6602733"/>
                </a:lnTo>
                <a:cubicBezTo>
                  <a:pt x="5238674" y="6608368"/>
                  <a:pt x="5232281" y="6612511"/>
                  <a:pt x="5224018" y="6612511"/>
                </a:cubicBezTo>
                <a:cubicBezTo>
                  <a:pt x="5217047" y="6612511"/>
                  <a:pt x="5207848" y="6609103"/>
                  <a:pt x="5207848" y="6598212"/>
                </a:cubicBezTo>
                <a:cubicBezTo>
                  <a:pt x="5207848" y="6580572"/>
                  <a:pt x="5225109" y="6578745"/>
                  <a:pt x="5243574" y="6579035"/>
                </a:cubicBezTo>
                <a:close/>
                <a:moveTo>
                  <a:pt x="4850835" y="6532751"/>
                </a:moveTo>
                <a:cubicBezTo>
                  <a:pt x="4864711" y="6532751"/>
                  <a:pt x="4871816" y="6541571"/>
                  <a:pt x="4871126" y="6555692"/>
                </a:cubicBezTo>
                <a:lnTo>
                  <a:pt x="4827114" y="6555692"/>
                </a:lnTo>
                <a:cubicBezTo>
                  <a:pt x="4829386" y="6542618"/>
                  <a:pt x="4836959" y="6532751"/>
                  <a:pt x="4850835" y="6532751"/>
                </a:cubicBezTo>
                <a:close/>
                <a:moveTo>
                  <a:pt x="4715125" y="6528253"/>
                </a:moveTo>
                <a:cubicBezTo>
                  <a:pt x="4728378" y="6528253"/>
                  <a:pt x="4734302" y="6537051"/>
                  <a:pt x="4734302" y="6547808"/>
                </a:cubicBezTo>
                <a:cubicBezTo>
                  <a:pt x="4734302" y="6558522"/>
                  <a:pt x="4727665" y="6567364"/>
                  <a:pt x="4714368" y="6567364"/>
                </a:cubicBezTo>
                <a:cubicBezTo>
                  <a:pt x="4702274" y="6567364"/>
                  <a:pt x="4695570" y="6558566"/>
                  <a:pt x="4695570" y="6547808"/>
                </a:cubicBezTo>
                <a:cubicBezTo>
                  <a:pt x="4695570" y="6538476"/>
                  <a:pt x="4703009" y="6528253"/>
                  <a:pt x="4715125" y="6528253"/>
                </a:cubicBezTo>
                <a:close/>
                <a:moveTo>
                  <a:pt x="4361988" y="6508674"/>
                </a:moveTo>
                <a:lnTo>
                  <a:pt x="4411657" y="6636966"/>
                </a:lnTo>
                <a:lnTo>
                  <a:pt x="4407893" y="6645987"/>
                </a:lnTo>
                <a:cubicBezTo>
                  <a:pt x="4400097" y="6664718"/>
                  <a:pt x="4391589" y="6678350"/>
                  <a:pt x="4375530" y="6678350"/>
                </a:cubicBezTo>
                <a:cubicBezTo>
                  <a:pt x="4370630" y="6678350"/>
                  <a:pt x="4365307" y="6677704"/>
                  <a:pt x="4358224" y="6676100"/>
                </a:cubicBezTo>
                <a:lnTo>
                  <a:pt x="4352589" y="6701669"/>
                </a:lnTo>
                <a:cubicBezTo>
                  <a:pt x="4361365" y="6703674"/>
                  <a:pt x="4368470" y="6705433"/>
                  <a:pt x="4381922" y="6705433"/>
                </a:cubicBezTo>
                <a:cubicBezTo>
                  <a:pt x="4408806" y="6705433"/>
                  <a:pt x="4428540" y="6687927"/>
                  <a:pt x="4438362" y="6664050"/>
                </a:cubicBezTo>
                <a:lnTo>
                  <a:pt x="4502308" y="6508674"/>
                </a:lnTo>
                <a:lnTo>
                  <a:pt x="4502286" y="6508674"/>
                </a:lnTo>
                <a:lnTo>
                  <a:pt x="4465045" y="6508674"/>
                </a:lnTo>
                <a:lnTo>
                  <a:pt x="4440968" y="6571127"/>
                </a:lnTo>
                <a:cubicBezTo>
                  <a:pt x="4438117" y="6578522"/>
                  <a:pt x="4435288" y="6587743"/>
                  <a:pt x="4433818" y="6593334"/>
                </a:cubicBezTo>
                <a:cubicBezTo>
                  <a:pt x="4432571" y="6587788"/>
                  <a:pt x="4430990" y="6579948"/>
                  <a:pt x="4428183" y="6572263"/>
                </a:cubicBezTo>
                <a:lnTo>
                  <a:pt x="4404864" y="6508674"/>
                </a:lnTo>
                <a:close/>
                <a:moveTo>
                  <a:pt x="5231925" y="6505690"/>
                </a:moveTo>
                <a:cubicBezTo>
                  <a:pt x="5211968" y="6505690"/>
                  <a:pt x="5190920" y="6512283"/>
                  <a:pt x="5173993" y="6521482"/>
                </a:cubicBezTo>
                <a:lnTo>
                  <a:pt x="5183771" y="6545180"/>
                </a:lnTo>
                <a:cubicBezTo>
                  <a:pt x="5193304" y="6539456"/>
                  <a:pt x="5207848" y="6533130"/>
                  <a:pt x="5220655" y="6533130"/>
                </a:cubicBezTo>
                <a:cubicBezTo>
                  <a:pt x="5239587" y="6533130"/>
                  <a:pt x="5243574" y="6540614"/>
                  <a:pt x="5243574" y="6551194"/>
                </a:cubicBezTo>
                <a:lnTo>
                  <a:pt x="5243574" y="6554579"/>
                </a:lnTo>
                <a:cubicBezTo>
                  <a:pt x="5210409" y="6554735"/>
                  <a:pt x="5167957" y="6561350"/>
                  <a:pt x="5167957" y="6603869"/>
                </a:cubicBezTo>
                <a:cubicBezTo>
                  <a:pt x="5167957" y="6628035"/>
                  <a:pt x="5184350" y="6639595"/>
                  <a:pt x="5208204" y="6639595"/>
                </a:cubicBezTo>
                <a:cubicBezTo>
                  <a:pt x="5222281" y="6639595"/>
                  <a:pt x="5234932" y="6635452"/>
                  <a:pt x="5244710" y="6626810"/>
                </a:cubicBezTo>
                <a:lnTo>
                  <a:pt x="5244710" y="6636967"/>
                </a:lnTo>
                <a:lnTo>
                  <a:pt x="5282329" y="6636967"/>
                </a:lnTo>
                <a:lnTo>
                  <a:pt x="5282351" y="6636989"/>
                </a:lnTo>
                <a:lnTo>
                  <a:pt x="5282351" y="6545937"/>
                </a:lnTo>
                <a:cubicBezTo>
                  <a:pt x="5282351" y="6520323"/>
                  <a:pt x="5262550" y="6505690"/>
                  <a:pt x="5231925" y="6505690"/>
                </a:cubicBezTo>
                <a:close/>
                <a:moveTo>
                  <a:pt x="5012380" y="6505667"/>
                </a:moveTo>
                <a:cubicBezTo>
                  <a:pt x="4996255" y="6505667"/>
                  <a:pt x="4981376" y="6511235"/>
                  <a:pt x="4968369" y="6519966"/>
                </a:cubicBezTo>
                <a:lnTo>
                  <a:pt x="4968369" y="6508674"/>
                </a:lnTo>
                <a:lnTo>
                  <a:pt x="4929614" y="6508674"/>
                </a:lnTo>
                <a:lnTo>
                  <a:pt x="4929614" y="6636944"/>
                </a:lnTo>
                <a:lnTo>
                  <a:pt x="4969505" y="6636944"/>
                </a:lnTo>
                <a:lnTo>
                  <a:pt x="4969505" y="6546672"/>
                </a:lnTo>
                <a:cubicBezTo>
                  <a:pt x="4976944" y="6540725"/>
                  <a:pt x="4983626" y="6535758"/>
                  <a:pt x="4993938" y="6535758"/>
                </a:cubicBezTo>
                <a:cubicBezTo>
                  <a:pt x="5007636" y="6535758"/>
                  <a:pt x="5012737" y="6542462"/>
                  <a:pt x="5012737" y="6554578"/>
                </a:cubicBezTo>
                <a:lnTo>
                  <a:pt x="5012737" y="6636966"/>
                </a:lnTo>
                <a:lnTo>
                  <a:pt x="5052628" y="6636966"/>
                </a:lnTo>
                <a:lnTo>
                  <a:pt x="5052628" y="6636944"/>
                </a:lnTo>
                <a:lnTo>
                  <a:pt x="5052628" y="6545536"/>
                </a:lnTo>
                <a:cubicBezTo>
                  <a:pt x="5052628" y="6521481"/>
                  <a:pt x="5037816" y="6505667"/>
                  <a:pt x="5012380" y="6505667"/>
                </a:cubicBezTo>
                <a:close/>
                <a:moveTo>
                  <a:pt x="4852350" y="6505667"/>
                </a:moveTo>
                <a:cubicBezTo>
                  <a:pt x="4817203" y="6505667"/>
                  <a:pt x="4784662" y="6532060"/>
                  <a:pt x="4784662" y="6572998"/>
                </a:cubicBezTo>
                <a:cubicBezTo>
                  <a:pt x="4784662" y="6613936"/>
                  <a:pt x="4809496" y="6639594"/>
                  <a:pt x="4849343" y="6639594"/>
                </a:cubicBezTo>
                <a:cubicBezTo>
                  <a:pt x="4870413" y="6639594"/>
                  <a:pt x="4889323" y="6634449"/>
                  <a:pt x="4906896" y="6624916"/>
                </a:cubicBezTo>
                <a:lnTo>
                  <a:pt x="4896361" y="6601218"/>
                </a:lnTo>
                <a:cubicBezTo>
                  <a:pt x="4890147" y="6605517"/>
                  <a:pt x="4875669" y="6610996"/>
                  <a:pt x="4863620" y="6610996"/>
                </a:cubicBezTo>
                <a:cubicBezTo>
                  <a:pt x="4836424" y="6610996"/>
                  <a:pt x="4827114" y="6599948"/>
                  <a:pt x="4826758" y="6581284"/>
                </a:cubicBezTo>
                <a:lnTo>
                  <a:pt x="4911774" y="6581284"/>
                </a:lnTo>
                <a:cubicBezTo>
                  <a:pt x="4912019" y="6576740"/>
                  <a:pt x="4912152" y="6572375"/>
                  <a:pt x="4912152" y="6568120"/>
                </a:cubicBezTo>
                <a:lnTo>
                  <a:pt x="4912175" y="6568120"/>
                </a:lnTo>
                <a:cubicBezTo>
                  <a:pt x="4912175" y="6531259"/>
                  <a:pt x="4896138" y="6505667"/>
                  <a:pt x="4852350" y="6505667"/>
                </a:cubicBezTo>
                <a:close/>
                <a:moveTo>
                  <a:pt x="4593315" y="6505667"/>
                </a:moveTo>
                <a:cubicBezTo>
                  <a:pt x="4577190" y="6505667"/>
                  <a:pt x="4562289" y="6511235"/>
                  <a:pt x="4549304" y="6519966"/>
                </a:cubicBezTo>
                <a:lnTo>
                  <a:pt x="4549304" y="6508674"/>
                </a:lnTo>
                <a:lnTo>
                  <a:pt x="4510549" y="6508674"/>
                </a:lnTo>
                <a:lnTo>
                  <a:pt x="4510549" y="6636944"/>
                </a:lnTo>
                <a:lnTo>
                  <a:pt x="4550418" y="6636944"/>
                </a:lnTo>
                <a:lnTo>
                  <a:pt x="4550418" y="6546672"/>
                </a:lnTo>
                <a:cubicBezTo>
                  <a:pt x="4557879" y="6540725"/>
                  <a:pt x="4564561" y="6535758"/>
                  <a:pt x="4574873" y="6535758"/>
                </a:cubicBezTo>
                <a:cubicBezTo>
                  <a:pt x="4588571" y="6535758"/>
                  <a:pt x="4593672" y="6542462"/>
                  <a:pt x="4593672" y="6554578"/>
                </a:cubicBezTo>
                <a:lnTo>
                  <a:pt x="4593672" y="6636966"/>
                </a:lnTo>
                <a:lnTo>
                  <a:pt x="4633563" y="6636966"/>
                </a:lnTo>
                <a:lnTo>
                  <a:pt x="4633585" y="6636944"/>
                </a:lnTo>
                <a:lnTo>
                  <a:pt x="4633585" y="6545536"/>
                </a:lnTo>
                <a:cubicBezTo>
                  <a:pt x="4633585" y="6521481"/>
                  <a:pt x="4618751" y="6505667"/>
                  <a:pt x="4593315" y="6505667"/>
                </a:cubicBezTo>
                <a:close/>
                <a:moveTo>
                  <a:pt x="4716618" y="6505267"/>
                </a:moveTo>
                <a:cubicBezTo>
                  <a:pt x="4682741" y="6505267"/>
                  <a:pt x="4656815" y="6519678"/>
                  <a:pt x="4656815" y="6547029"/>
                </a:cubicBezTo>
                <a:cubicBezTo>
                  <a:pt x="4656815" y="6568055"/>
                  <a:pt x="4666682" y="6574335"/>
                  <a:pt x="4674121" y="6578256"/>
                </a:cubicBezTo>
                <a:cubicBezTo>
                  <a:pt x="4660735" y="6585717"/>
                  <a:pt x="4649665" y="6597321"/>
                  <a:pt x="4649665" y="6609861"/>
                </a:cubicBezTo>
                <a:cubicBezTo>
                  <a:pt x="4649665" y="6619817"/>
                  <a:pt x="4652494" y="6625742"/>
                  <a:pt x="4656058" y="6629795"/>
                </a:cubicBezTo>
                <a:cubicBezTo>
                  <a:pt x="4659443" y="6633648"/>
                  <a:pt x="4663408" y="6635608"/>
                  <a:pt x="4667729" y="6638081"/>
                </a:cubicBezTo>
                <a:cubicBezTo>
                  <a:pt x="4659911" y="6643159"/>
                  <a:pt x="4647037" y="6652892"/>
                  <a:pt x="4647037" y="6667437"/>
                </a:cubicBezTo>
                <a:cubicBezTo>
                  <a:pt x="4647037" y="6698530"/>
                  <a:pt x="4678219" y="6707840"/>
                  <a:pt x="4710604" y="6707684"/>
                </a:cubicBezTo>
                <a:cubicBezTo>
                  <a:pt x="4747399" y="6707506"/>
                  <a:pt x="4784706" y="6690177"/>
                  <a:pt x="4784706" y="6652759"/>
                </a:cubicBezTo>
                <a:lnTo>
                  <a:pt x="4784706" y="6652736"/>
                </a:lnTo>
                <a:cubicBezTo>
                  <a:pt x="4784706" y="6624450"/>
                  <a:pt x="4766977" y="6610240"/>
                  <a:pt x="4737666" y="6610240"/>
                </a:cubicBezTo>
                <a:lnTo>
                  <a:pt x="4706060" y="6610240"/>
                </a:lnTo>
                <a:cubicBezTo>
                  <a:pt x="4699958" y="6610240"/>
                  <a:pt x="4686505" y="6608792"/>
                  <a:pt x="4686505" y="6598947"/>
                </a:cubicBezTo>
                <a:cubicBezTo>
                  <a:pt x="4686505" y="6594092"/>
                  <a:pt x="4693031" y="6589771"/>
                  <a:pt x="4696283" y="6588033"/>
                </a:cubicBezTo>
                <a:cubicBezTo>
                  <a:pt x="4701272" y="6589013"/>
                  <a:pt x="4706394" y="6589904"/>
                  <a:pt x="4712096" y="6589904"/>
                </a:cubicBezTo>
                <a:cubicBezTo>
                  <a:pt x="4742766" y="6589904"/>
                  <a:pt x="4773057" y="6579636"/>
                  <a:pt x="4773057" y="6545893"/>
                </a:cubicBezTo>
                <a:cubicBezTo>
                  <a:pt x="4773057" y="6512149"/>
                  <a:pt x="4745417" y="6505267"/>
                  <a:pt x="4716618" y="6505267"/>
                </a:cubicBezTo>
                <a:close/>
                <a:moveTo>
                  <a:pt x="4308733" y="6503396"/>
                </a:moveTo>
                <a:cubicBezTo>
                  <a:pt x="4277885" y="6503396"/>
                  <a:pt x="4255322" y="6519833"/>
                  <a:pt x="4255322" y="6546271"/>
                </a:cubicBezTo>
                <a:cubicBezTo>
                  <a:pt x="4255322" y="6570148"/>
                  <a:pt x="4268775" y="6578679"/>
                  <a:pt x="4285035" y="6583156"/>
                </a:cubicBezTo>
                <a:cubicBezTo>
                  <a:pt x="4292763" y="6585271"/>
                  <a:pt x="4304479" y="6587298"/>
                  <a:pt x="4312119" y="6589548"/>
                </a:cubicBezTo>
                <a:cubicBezTo>
                  <a:pt x="4318221" y="6591352"/>
                  <a:pt x="4321540" y="6594069"/>
                  <a:pt x="4321540" y="6599326"/>
                </a:cubicBezTo>
                <a:cubicBezTo>
                  <a:pt x="4321540" y="6610618"/>
                  <a:pt x="4308577" y="6611754"/>
                  <a:pt x="4299334" y="6611754"/>
                </a:cubicBezTo>
                <a:cubicBezTo>
                  <a:pt x="4287485" y="6611754"/>
                  <a:pt x="4272940" y="6607210"/>
                  <a:pt x="4262851" y="6603112"/>
                </a:cubicBezTo>
                <a:lnTo>
                  <a:pt x="4251937" y="6629060"/>
                </a:lnTo>
                <a:cubicBezTo>
                  <a:pt x="4268954" y="6635876"/>
                  <a:pt x="4285057" y="6639217"/>
                  <a:pt x="4304991" y="6639217"/>
                </a:cubicBezTo>
                <a:cubicBezTo>
                  <a:pt x="4335639" y="6639217"/>
                  <a:pt x="4361431" y="6623893"/>
                  <a:pt x="4361431" y="6595962"/>
                </a:cubicBezTo>
                <a:lnTo>
                  <a:pt x="4361386" y="6595962"/>
                </a:lnTo>
                <a:cubicBezTo>
                  <a:pt x="4361386" y="6569190"/>
                  <a:pt x="4344904" y="6559435"/>
                  <a:pt x="4327910" y="6555693"/>
                </a:cubicBezTo>
                <a:cubicBezTo>
                  <a:pt x="4319602" y="6553867"/>
                  <a:pt x="4309713" y="6552085"/>
                  <a:pt x="4303454" y="6550058"/>
                </a:cubicBezTo>
                <a:cubicBezTo>
                  <a:pt x="4297619" y="6548187"/>
                  <a:pt x="4295547" y="6543977"/>
                  <a:pt x="4295547" y="6540659"/>
                </a:cubicBezTo>
                <a:cubicBezTo>
                  <a:pt x="4295547" y="6533932"/>
                  <a:pt x="4303031" y="6529745"/>
                  <a:pt x="4313989" y="6529745"/>
                </a:cubicBezTo>
                <a:cubicBezTo>
                  <a:pt x="4324101" y="6529745"/>
                  <a:pt x="4338289" y="6533086"/>
                  <a:pt x="4343345" y="6535380"/>
                </a:cubicBezTo>
                <a:lnTo>
                  <a:pt x="4353502" y="6509410"/>
                </a:lnTo>
                <a:cubicBezTo>
                  <a:pt x="4342053" y="6506091"/>
                  <a:pt x="4329113" y="6503396"/>
                  <a:pt x="4308733" y="6503396"/>
                </a:cubicBezTo>
                <a:close/>
                <a:moveTo>
                  <a:pt x="5124949" y="6469184"/>
                </a:moveTo>
                <a:lnTo>
                  <a:pt x="5085080" y="6480476"/>
                </a:lnTo>
                <a:lnTo>
                  <a:pt x="5085080" y="6508674"/>
                </a:lnTo>
                <a:lnTo>
                  <a:pt x="5064767" y="6508674"/>
                </a:lnTo>
                <a:lnTo>
                  <a:pt x="5064767" y="6534266"/>
                </a:lnTo>
                <a:lnTo>
                  <a:pt x="5085080" y="6534266"/>
                </a:lnTo>
                <a:lnTo>
                  <a:pt x="5085080" y="6601597"/>
                </a:lnTo>
                <a:cubicBezTo>
                  <a:pt x="5085080" y="6631175"/>
                  <a:pt x="5106484" y="6639595"/>
                  <a:pt x="5130584" y="6639595"/>
                </a:cubicBezTo>
                <a:cubicBezTo>
                  <a:pt x="5138535" y="6639595"/>
                  <a:pt x="5150785" y="6638214"/>
                  <a:pt x="5159939" y="6636588"/>
                </a:cubicBezTo>
                <a:lnTo>
                  <a:pt x="5157289" y="6610617"/>
                </a:lnTo>
                <a:cubicBezTo>
                  <a:pt x="5153035" y="6611196"/>
                  <a:pt x="5148803" y="6611753"/>
                  <a:pt x="5144883" y="6611753"/>
                </a:cubicBezTo>
                <a:cubicBezTo>
                  <a:pt x="5133635" y="6611753"/>
                  <a:pt x="5124949" y="6608702"/>
                  <a:pt x="5124949" y="6592198"/>
                </a:cubicBezTo>
                <a:lnTo>
                  <a:pt x="5124949" y="6534266"/>
                </a:lnTo>
                <a:lnTo>
                  <a:pt x="5159939" y="6534266"/>
                </a:lnTo>
                <a:lnTo>
                  <a:pt x="5159939" y="6508674"/>
                </a:lnTo>
                <a:lnTo>
                  <a:pt x="5124949" y="6508674"/>
                </a:lnTo>
                <a:close/>
                <a:moveTo>
                  <a:pt x="4849186" y="6399470"/>
                </a:moveTo>
                <a:cubicBezTo>
                  <a:pt x="4821924" y="6403368"/>
                  <a:pt x="4781343" y="6410473"/>
                  <a:pt x="4758936" y="6432879"/>
                </a:cubicBezTo>
                <a:cubicBezTo>
                  <a:pt x="4747221" y="6444573"/>
                  <a:pt x="4743568" y="6459050"/>
                  <a:pt x="4743568" y="6475332"/>
                </a:cubicBezTo>
                <a:cubicBezTo>
                  <a:pt x="4743568" y="6484798"/>
                  <a:pt x="4744793" y="6494732"/>
                  <a:pt x="4747622" y="6503774"/>
                </a:cubicBezTo>
                <a:cubicBezTo>
                  <a:pt x="4752522" y="6500233"/>
                  <a:pt x="4764193" y="6499721"/>
                  <a:pt x="4770206" y="6499721"/>
                </a:cubicBezTo>
                <a:cubicBezTo>
                  <a:pt x="4787490" y="6499721"/>
                  <a:pt x="4802168" y="6500233"/>
                  <a:pt x="4818026" y="6484375"/>
                </a:cubicBezTo>
                <a:cubicBezTo>
                  <a:pt x="4837760" y="6464663"/>
                  <a:pt x="4828985" y="6433704"/>
                  <a:pt x="4849164" y="6399515"/>
                </a:cubicBezTo>
                <a:close/>
                <a:moveTo>
                  <a:pt x="4350834" y="1926977"/>
                </a:moveTo>
                <a:lnTo>
                  <a:pt x="4350834" y="1926979"/>
                </a:lnTo>
                <a:cubicBezTo>
                  <a:pt x="4127733" y="2399504"/>
                  <a:pt x="4041190" y="2849310"/>
                  <a:pt x="3964528" y="3247847"/>
                </a:cubicBezTo>
                <a:cubicBezTo>
                  <a:pt x="3870088" y="3738595"/>
                  <a:pt x="3788526" y="4162443"/>
                  <a:pt x="3476614" y="4474071"/>
                </a:cubicBezTo>
                <a:cubicBezTo>
                  <a:pt x="3004696" y="4946515"/>
                  <a:pt x="2573032" y="4946112"/>
                  <a:pt x="2027490" y="4945503"/>
                </a:cubicBezTo>
                <a:lnTo>
                  <a:pt x="1974397" y="4945503"/>
                </a:lnTo>
                <a:cubicBezTo>
                  <a:pt x="1784868" y="4945503"/>
                  <a:pt x="1521068" y="4958664"/>
                  <a:pt x="1317566" y="5019898"/>
                </a:cubicBezTo>
                <a:cubicBezTo>
                  <a:pt x="1264313" y="4793679"/>
                  <a:pt x="1236208" y="4540002"/>
                  <a:pt x="1236208" y="4284098"/>
                </a:cubicBezTo>
                <a:lnTo>
                  <a:pt x="1236208" y="4284097"/>
                </a:lnTo>
                <a:lnTo>
                  <a:pt x="1236208" y="4284096"/>
                </a:lnTo>
                <a:cubicBezTo>
                  <a:pt x="1236208" y="3704535"/>
                  <a:pt x="1385968" y="3285061"/>
                  <a:pt x="1707559" y="2964038"/>
                </a:cubicBezTo>
                <a:cubicBezTo>
                  <a:pt x="2203128" y="2468388"/>
                  <a:pt x="3068074" y="2128979"/>
                  <a:pt x="4350834" y="1926977"/>
                </a:cubicBezTo>
                <a:close/>
                <a:moveTo>
                  <a:pt x="4959350" y="1508758"/>
                </a:moveTo>
                <a:lnTo>
                  <a:pt x="4623060" y="1556586"/>
                </a:lnTo>
                <a:cubicBezTo>
                  <a:pt x="3487346" y="1718130"/>
                  <a:pt x="2225361" y="1984241"/>
                  <a:pt x="1476722" y="2732959"/>
                </a:cubicBezTo>
                <a:cubicBezTo>
                  <a:pt x="1089809" y="3119225"/>
                  <a:pt x="909594" y="3612120"/>
                  <a:pt x="909594" y="4284096"/>
                </a:cubicBezTo>
                <a:cubicBezTo>
                  <a:pt x="909594" y="4644645"/>
                  <a:pt x="959731" y="4994342"/>
                  <a:pt x="1054617" y="5295400"/>
                </a:cubicBezTo>
                <a:lnTo>
                  <a:pt x="1124434" y="5516880"/>
                </a:lnTo>
                <a:lnTo>
                  <a:pt x="1156671" y="5486874"/>
                </a:lnTo>
                <a:cubicBezTo>
                  <a:pt x="1157399" y="5486224"/>
                  <a:pt x="1228716" y="5420214"/>
                  <a:pt x="1319268" y="5369592"/>
                </a:cubicBezTo>
                <a:cubicBezTo>
                  <a:pt x="1431650" y="5306699"/>
                  <a:pt x="1664348" y="5272074"/>
                  <a:pt x="1974397" y="5272074"/>
                </a:cubicBezTo>
                <a:lnTo>
                  <a:pt x="2027166" y="5272074"/>
                </a:lnTo>
                <a:cubicBezTo>
                  <a:pt x="2599113" y="5272843"/>
                  <a:pt x="3139634" y="5273532"/>
                  <a:pt x="3707613" y="4704987"/>
                </a:cubicBezTo>
                <a:cubicBezTo>
                  <a:pt x="4090354" y="4322568"/>
                  <a:pt x="4185038" y="3830442"/>
                  <a:pt x="4285310" y="3309400"/>
                </a:cubicBezTo>
                <a:cubicBezTo>
                  <a:pt x="4373434" y="2851334"/>
                  <a:pt x="4473340" y="2332195"/>
                  <a:pt x="4786750" y="1801232"/>
                </a:cubicBezTo>
                <a:close/>
                <a:moveTo>
                  <a:pt x="0" y="0"/>
                </a:moveTo>
                <a:lnTo>
                  <a:pt x="5588000" y="0"/>
                </a:lnTo>
                <a:lnTo>
                  <a:pt x="5588000" y="6858000"/>
                </a:lnTo>
                <a:lnTo>
                  <a:pt x="0" y="6858000"/>
                </a:lnTo>
                <a:close/>
              </a:path>
            </a:pathLst>
          </a:custGeom>
          <a:pattFill prst="ltVert">
            <a:fgClr>
              <a:schemeClr val="bg1">
                <a:lumMod val="85000"/>
              </a:schemeClr>
            </a:fgClr>
            <a:bgClr>
              <a:schemeClr val="bg1"/>
            </a:bgClr>
          </a:pattFill>
        </p:spPr>
        <p:txBody>
          <a:bodyPr wrap="square" anchor="ctr">
            <a:noAutofit/>
          </a:bodyP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64143504-EE65-4DC3-B3CA-E3F6B61D62F8}"/>
              </a:ext>
            </a:extLst>
          </p:cNvPr>
          <p:cNvSpPr>
            <a:spLocks noGrp="1"/>
          </p:cNvSpPr>
          <p:nvPr>
            <p:ph type="title" hasCustomPrompt="1"/>
          </p:nvPr>
        </p:nvSpPr>
        <p:spPr>
          <a:xfrm>
            <a:off x="304800" y="228601"/>
            <a:ext cx="5376672" cy="777240"/>
          </a:xfrm>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50EC9150-4BFD-49BF-B8E4-AF03E73591D1}"/>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338E1321-EBFA-4C3D-BEA2-63D1F4F498DC}"/>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14" name="Text Placeholder 13">
            <a:extLst>
              <a:ext uri="{FF2B5EF4-FFF2-40B4-BE49-F238E27FC236}">
                <a16:creationId xmlns:a16="http://schemas.microsoft.com/office/drawing/2014/main" id="{75AD173E-95AD-4CF5-BB5A-7CA9E22B6860}"/>
              </a:ext>
            </a:extLst>
          </p:cNvPr>
          <p:cNvSpPr>
            <a:spLocks noGrp="1"/>
          </p:cNvSpPr>
          <p:nvPr>
            <p:ph type="body" sz="quarter" idx="14"/>
          </p:nvPr>
        </p:nvSpPr>
        <p:spPr>
          <a:xfrm>
            <a:off x="304800" y="2686316"/>
            <a:ext cx="5376672" cy="356208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15">
            <a:extLst>
              <a:ext uri="{FF2B5EF4-FFF2-40B4-BE49-F238E27FC236}">
                <a16:creationId xmlns:a16="http://schemas.microsoft.com/office/drawing/2014/main" id="{CAB4241F-4057-495B-B3D6-3483CCDEDB73}"/>
              </a:ext>
            </a:extLst>
          </p:cNvPr>
          <p:cNvSpPr>
            <a:spLocks noGrp="1"/>
          </p:cNvSpPr>
          <p:nvPr>
            <p:ph type="body" sz="quarter" idx="15"/>
          </p:nvPr>
        </p:nvSpPr>
        <p:spPr>
          <a:xfrm>
            <a:off x="304800" y="1592263"/>
            <a:ext cx="5376672" cy="695934"/>
          </a:xfrm>
        </p:spPr>
        <p:txBody>
          <a:bodyPr anchor="t"/>
          <a:lstStyle>
            <a:lvl1pPr marL="0" indent="0">
              <a:buNone/>
              <a:defRPr sz="1800" b="1">
                <a:solidFill>
                  <a:schemeClr val="tx1"/>
                </a:solidFill>
              </a:defRPr>
            </a:lvl1pPr>
            <a:lvl2pPr marL="0" indent="0">
              <a:buNone/>
              <a:defRPr sz="2200" b="1">
                <a:solidFill>
                  <a:schemeClr val="accent1"/>
                </a:solidFill>
              </a:defRPr>
            </a:lvl2pPr>
            <a:lvl3pPr>
              <a:defRPr sz="2200" b="1">
                <a:solidFill>
                  <a:schemeClr val="accent1"/>
                </a:solidFill>
              </a:defRPr>
            </a:lvl3pPr>
            <a:lvl4pPr>
              <a:defRPr sz="2200" b="1">
                <a:solidFill>
                  <a:schemeClr val="accent1"/>
                </a:solidFill>
              </a:defRPr>
            </a:lvl4pPr>
            <a:lvl5pPr>
              <a:defRPr sz="2200" b="1">
                <a:solidFill>
                  <a:schemeClr val="accent1"/>
                </a:solidFill>
              </a:defRPr>
            </a:lvl5pPr>
          </a:lstStyle>
          <a:p>
            <a:pPr lvl="0"/>
            <a:r>
              <a:rPr lang="en-US"/>
              <a:t>Click to edit Master text styles</a:t>
            </a:r>
          </a:p>
        </p:txBody>
      </p:sp>
    </p:spTree>
    <p:extLst>
      <p:ext uri="{BB962C8B-B14F-4D97-AF65-F5344CB8AC3E}">
        <p14:creationId xmlns:p14="http://schemas.microsoft.com/office/powerpoint/2010/main" val="14695166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07_Title and content (background)">
    <p:bg>
      <p:bgPr>
        <a:solidFill>
          <a:schemeClr val="accent6"/>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167AF66-0550-42B8-8FFC-736485DC6703}"/>
              </a:ext>
            </a:extLst>
          </p:cNvPr>
          <p:cNvSpPr/>
          <p:nvPr userDrawn="1"/>
        </p:nvSpPr>
        <p:spPr>
          <a:xfrm>
            <a:off x="0" y="0"/>
            <a:ext cx="10558941" cy="6858000"/>
          </a:xfrm>
          <a:custGeom>
            <a:avLst/>
            <a:gdLst>
              <a:gd name="connsiteX0" fmla="*/ 0 w 10558941"/>
              <a:gd name="connsiteY0" fmla="*/ 0 h 6858000"/>
              <a:gd name="connsiteX1" fmla="*/ 10558941 w 10558941"/>
              <a:gd name="connsiteY1" fmla="*/ 0 h 6858000"/>
              <a:gd name="connsiteX2" fmla="*/ 10512280 w 10558941"/>
              <a:gd name="connsiteY2" fmla="*/ 261060 h 6858000"/>
              <a:gd name="connsiteX3" fmla="*/ 6607116 w 10558941"/>
              <a:gd name="connsiteY3" fmla="*/ 6747285 h 6858000"/>
              <a:gd name="connsiteX4" fmla="*/ 6466390 w 10558941"/>
              <a:gd name="connsiteY4" fmla="*/ 6858000 h 6858000"/>
              <a:gd name="connsiteX5" fmla="*/ 0 w 10558941"/>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58941" h="6858000">
                <a:moveTo>
                  <a:pt x="0" y="0"/>
                </a:moveTo>
                <a:lnTo>
                  <a:pt x="10558941" y="0"/>
                </a:lnTo>
                <a:lnTo>
                  <a:pt x="10512280" y="261060"/>
                </a:lnTo>
                <a:cubicBezTo>
                  <a:pt x="9981473" y="2853751"/>
                  <a:pt x="8570945" y="5124726"/>
                  <a:pt x="6607116" y="6747285"/>
                </a:cubicBezTo>
                <a:lnTo>
                  <a:pt x="6466390"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p:txBody>
          <a:bodyPr lIns="0" tIns="0" rIns="0" bIns="0"/>
          <a:lstStyle>
            <a:lvl1pPr>
              <a:defRPr/>
            </a:lvl1pPr>
          </a:lstStyle>
          <a:p>
            <a:r>
              <a:rPr lang="en-US"/>
              <a:t>Title</a:t>
            </a:r>
            <a:endParaRPr lang="en-GB"/>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p>
            <a:fld id="{7695D00A-BA34-4D39-8C84-2534822D6434}" type="slidenum">
              <a:rPr lang="en-GB" smtClean="0"/>
              <a:pPr/>
              <a:t>‹#›</a:t>
            </a:fld>
            <a:endParaRPr lang="en-GB"/>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1581958"/>
            <a:ext cx="11582400" cy="4666441"/>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716245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_Cov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3D94B-1A77-99E2-6671-F7B6E6D309DC}"/>
              </a:ext>
            </a:extLst>
          </p:cNvPr>
          <p:cNvSpPr>
            <a:spLocks noGrp="1"/>
          </p:cNvSpPr>
          <p:nvPr>
            <p:ph type="title" hasCustomPrompt="1"/>
          </p:nvPr>
        </p:nvSpPr>
        <p:spPr>
          <a:xfrm>
            <a:off x="304800" y="1592263"/>
            <a:ext cx="5029200" cy="2503487"/>
          </a:xfrm>
        </p:spPr>
        <p:txBody>
          <a:bodyPr anchor="b"/>
          <a:lstStyle>
            <a:lvl1pPr>
              <a:defRPr sz="4400" b="1">
                <a:solidFill>
                  <a:schemeClr val="tx2"/>
                </a:solidFill>
              </a:defRPr>
            </a:lvl1pPr>
          </a:lstStyle>
          <a:p>
            <a:r>
              <a:rPr lang="en-US" dirty="0"/>
              <a:t>Title</a:t>
            </a:r>
          </a:p>
        </p:txBody>
      </p:sp>
      <p:sp>
        <p:nvSpPr>
          <p:cNvPr id="10" name="Subtitle 2">
            <a:extLst>
              <a:ext uri="{FF2B5EF4-FFF2-40B4-BE49-F238E27FC236}">
                <a16:creationId xmlns:a16="http://schemas.microsoft.com/office/drawing/2014/main" id="{E9160F1E-F5D6-D657-831A-D8426F0A0797}"/>
              </a:ext>
            </a:extLst>
          </p:cNvPr>
          <p:cNvSpPr>
            <a:spLocks noGrp="1"/>
          </p:cNvSpPr>
          <p:nvPr>
            <p:ph type="subTitle" idx="1" hasCustomPrompt="1"/>
          </p:nvPr>
        </p:nvSpPr>
        <p:spPr>
          <a:xfrm>
            <a:off x="304800" y="4208211"/>
            <a:ext cx="5029200" cy="541589"/>
          </a:xfrm>
        </p:spPr>
        <p:txBody>
          <a:bodyPr lIns="0" tIns="0" rIns="0" bIns="0"/>
          <a:lstStyle>
            <a:lvl1pPr marL="0" indent="0" algn="l">
              <a:buNone/>
              <a:defRPr sz="2200">
                <a:solidFill>
                  <a:srgbClr val="2646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endParaRPr lang="en-GB" dirty="0"/>
          </a:p>
        </p:txBody>
      </p:sp>
      <p:sp>
        <p:nvSpPr>
          <p:cNvPr id="8" name="Text Placeholder 8">
            <a:extLst>
              <a:ext uri="{FF2B5EF4-FFF2-40B4-BE49-F238E27FC236}">
                <a16:creationId xmlns:a16="http://schemas.microsoft.com/office/drawing/2014/main" id="{1314D683-9603-D7B7-19BF-7708E062EB2E}"/>
              </a:ext>
            </a:extLst>
          </p:cNvPr>
          <p:cNvSpPr>
            <a:spLocks noGrp="1"/>
          </p:cNvSpPr>
          <p:nvPr>
            <p:ph type="body" sz="quarter" idx="14" hasCustomPrompt="1"/>
          </p:nvPr>
        </p:nvSpPr>
        <p:spPr>
          <a:xfrm>
            <a:off x="304800" y="5844101"/>
            <a:ext cx="2164080" cy="299524"/>
          </a:xfrm>
        </p:spPr>
        <p:txBody>
          <a:bodyPr/>
          <a:lstStyle>
            <a:lvl1pPr>
              <a:defRPr sz="1000"/>
            </a:lvl1pPr>
            <a:lvl2pPr>
              <a:defRPr sz="1200"/>
            </a:lvl2pPr>
            <a:lvl3pPr>
              <a:defRPr sz="1200"/>
            </a:lvl3pPr>
            <a:lvl4pPr>
              <a:defRPr sz="1200"/>
            </a:lvl4pPr>
            <a:lvl5pPr>
              <a:defRPr sz="1200"/>
            </a:lvl5pPr>
          </a:lstStyle>
          <a:p>
            <a:pPr lvl="0"/>
            <a:r>
              <a:rPr lang="en-US" dirty="0"/>
              <a:t>Date</a:t>
            </a:r>
          </a:p>
        </p:txBody>
      </p:sp>
      <p:sp>
        <p:nvSpPr>
          <p:cNvPr id="9" name="Footer Placeholder 2">
            <a:extLst>
              <a:ext uri="{FF2B5EF4-FFF2-40B4-BE49-F238E27FC236}">
                <a16:creationId xmlns:a16="http://schemas.microsoft.com/office/drawing/2014/main" id="{C462AF32-286C-7791-57AE-A05154482D35}"/>
              </a:ext>
            </a:extLst>
          </p:cNvPr>
          <p:cNvSpPr>
            <a:spLocks noGrp="1"/>
          </p:cNvSpPr>
          <p:nvPr>
            <p:ph type="ftr" sz="quarter" idx="10"/>
          </p:nvPr>
        </p:nvSpPr>
        <p:spPr>
          <a:xfrm>
            <a:off x="304800" y="5436099"/>
            <a:ext cx="2164080" cy="408002"/>
          </a:xfrm>
          <a:custGeom>
            <a:avLst/>
            <a:gdLst>
              <a:gd name="connsiteX0" fmla="*/ 0 w 2164080"/>
              <a:gd name="connsiteY0" fmla="*/ 0 h 408002"/>
              <a:gd name="connsiteX1" fmla="*/ 2164080 w 2164080"/>
              <a:gd name="connsiteY1" fmla="*/ 0 h 408002"/>
              <a:gd name="connsiteX2" fmla="*/ 2164080 w 2164080"/>
              <a:gd name="connsiteY2" fmla="*/ 408002 h 408002"/>
              <a:gd name="connsiteX3" fmla="*/ 0 w 2164080"/>
              <a:gd name="connsiteY3" fmla="*/ 408002 h 408002"/>
              <a:gd name="connsiteX4" fmla="*/ 0 w 2164080"/>
              <a:gd name="connsiteY4" fmla="*/ 0 h 408002"/>
              <a:gd name="connsiteX0" fmla="*/ 0 w 2164080"/>
              <a:gd name="connsiteY0" fmla="*/ 0 h 408002"/>
              <a:gd name="connsiteX1" fmla="*/ 2164080 w 2164080"/>
              <a:gd name="connsiteY1" fmla="*/ 0 h 408002"/>
              <a:gd name="connsiteX2" fmla="*/ 0 w 2164080"/>
              <a:gd name="connsiteY2" fmla="*/ 408002 h 408002"/>
              <a:gd name="connsiteX3" fmla="*/ 0 w 2164080"/>
              <a:gd name="connsiteY3" fmla="*/ 0 h 408002"/>
              <a:gd name="connsiteX0" fmla="*/ 0 w 2164080"/>
              <a:gd name="connsiteY0" fmla="*/ 0 h 0"/>
              <a:gd name="connsiteX1" fmla="*/ 2164080 w 2164080"/>
              <a:gd name="connsiteY1" fmla="*/ 0 h 0"/>
              <a:gd name="connsiteX2" fmla="*/ 0 w 2164080"/>
              <a:gd name="connsiteY2" fmla="*/ 0 h 0"/>
            </a:gdLst>
            <a:ahLst/>
            <a:cxnLst>
              <a:cxn ang="0">
                <a:pos x="connsiteX0" y="connsiteY0"/>
              </a:cxn>
              <a:cxn ang="0">
                <a:pos x="connsiteX1" y="connsiteY1"/>
              </a:cxn>
              <a:cxn ang="0">
                <a:pos x="connsiteX2" y="connsiteY2"/>
              </a:cxn>
            </a:cxnLst>
            <a:rect l="l" t="t" r="r" b="b"/>
            <a:pathLst>
              <a:path w="2164080">
                <a:moveTo>
                  <a:pt x="0" y="0"/>
                </a:moveTo>
                <a:lnTo>
                  <a:pt x="2164080" y="0"/>
                </a:lnTo>
                <a:lnTo>
                  <a:pt x="0" y="0"/>
                </a:lnTo>
                <a:close/>
              </a:path>
            </a:pathLst>
          </a:custGeom>
          <a:ln>
            <a:solidFill>
              <a:schemeClr val="tx1"/>
            </a:solidFill>
          </a:ln>
        </p:spPr>
        <p:txBody>
          <a:bodyPr tIns="128016" anchor="t"/>
          <a:lstStyle>
            <a:lvl1pPr algn="l">
              <a:defRPr sz="1000"/>
            </a:lvl1pPr>
          </a:lstStyle>
          <a:p>
            <a:r>
              <a:rPr lang="en-GB" dirty="0"/>
              <a:t>Classification: Public</a:t>
            </a:r>
          </a:p>
        </p:txBody>
      </p:sp>
      <p:pic>
        <p:nvPicPr>
          <p:cNvPr id="3" name="Graphic 2">
            <a:extLst>
              <a:ext uri="{FF2B5EF4-FFF2-40B4-BE49-F238E27FC236}">
                <a16:creationId xmlns:a16="http://schemas.microsoft.com/office/drawing/2014/main" id="{094D0A72-3333-8285-26D6-5DA7116A5B3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4800" y="228600"/>
            <a:ext cx="1788072" cy="532946"/>
          </a:xfrm>
          <a:prstGeom prst="rect">
            <a:avLst/>
          </a:prstGeom>
        </p:spPr>
      </p:pic>
      <p:pic>
        <p:nvPicPr>
          <p:cNvPr id="11" name="Picture 10">
            <a:extLst>
              <a:ext uri="{FF2B5EF4-FFF2-40B4-BE49-F238E27FC236}">
                <a16:creationId xmlns:a16="http://schemas.microsoft.com/office/drawing/2014/main" id="{2E9B5460-F39C-4220-78C7-1FFC432586E6}"/>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6441901" y="798787"/>
            <a:ext cx="5330999" cy="5276193"/>
          </a:xfrm>
          <a:custGeom>
            <a:avLst/>
            <a:gdLst>
              <a:gd name="connsiteX0" fmla="*/ 4529963 w 5330999"/>
              <a:gd name="connsiteY0" fmla="*/ 550532 h 5276193"/>
              <a:gd name="connsiteX1" fmla="*/ 1050420 w 5330999"/>
              <a:gd name="connsiteY1" fmla="*/ 1915694 h 5276193"/>
              <a:gd name="connsiteX2" fmla="*/ 429946 w 5330999"/>
              <a:gd name="connsiteY2" fmla="*/ 3653385 h 5276193"/>
              <a:gd name="connsiteX3" fmla="*/ 537044 w 5330999"/>
              <a:gd name="connsiteY3" fmla="*/ 4621975 h 5276193"/>
              <a:gd name="connsiteX4" fmla="*/ 1401680 w 5330999"/>
              <a:gd name="connsiteY4" fmla="*/ 4524044 h 5276193"/>
              <a:gd name="connsiteX5" fmla="*/ 1471570 w 5330999"/>
              <a:gd name="connsiteY5" fmla="*/ 4524044 h 5276193"/>
              <a:gd name="connsiteX6" fmla="*/ 3379161 w 5330999"/>
              <a:gd name="connsiteY6" fmla="*/ 3903462 h 5276193"/>
              <a:gd name="connsiteX7" fmla="*/ 4021439 w 5330999"/>
              <a:gd name="connsiteY7" fmla="*/ 2289290 h 5276193"/>
              <a:gd name="connsiteX8" fmla="*/ 4529963 w 5330999"/>
              <a:gd name="connsiteY8" fmla="*/ 550532 h 5276193"/>
              <a:gd name="connsiteX9" fmla="*/ 5330999 w 5330999"/>
              <a:gd name="connsiteY9" fmla="*/ 0 h 5276193"/>
              <a:gd name="connsiteX10" fmla="*/ 5103792 w 5330999"/>
              <a:gd name="connsiteY10" fmla="*/ 385005 h 5276193"/>
              <a:gd name="connsiteX11" fmla="*/ 4443708 w 5330999"/>
              <a:gd name="connsiteY11" fmla="*/ 2370321 h 5276193"/>
              <a:gd name="connsiteX12" fmla="*/ 3683241 w 5330999"/>
              <a:gd name="connsiteY12" fmla="*/ 4207436 h 5276193"/>
              <a:gd name="connsiteX13" fmla="*/ 1471143 w 5330999"/>
              <a:gd name="connsiteY13" fmla="*/ 4953935 h 5276193"/>
              <a:gd name="connsiteX14" fmla="*/ 1401680 w 5330999"/>
              <a:gd name="connsiteY14" fmla="*/ 4953935 h 5276193"/>
              <a:gd name="connsiteX15" fmla="*/ 539284 w 5330999"/>
              <a:gd name="connsiteY15" fmla="*/ 5082306 h 5276193"/>
              <a:gd name="connsiteX16" fmla="*/ 325245 w 5330999"/>
              <a:gd name="connsiteY16" fmla="*/ 5236692 h 5276193"/>
              <a:gd name="connsiteX17" fmla="*/ 282810 w 5330999"/>
              <a:gd name="connsiteY17" fmla="*/ 5276193 h 5276193"/>
              <a:gd name="connsiteX18" fmla="*/ 190904 w 5330999"/>
              <a:gd name="connsiteY18" fmla="*/ 4984642 h 5276193"/>
              <a:gd name="connsiteX19" fmla="*/ 0 w 5330999"/>
              <a:gd name="connsiteY19" fmla="*/ 3653385 h 5276193"/>
              <a:gd name="connsiteX20" fmla="*/ 746553 w 5330999"/>
              <a:gd name="connsiteY20" fmla="*/ 1611507 h 5276193"/>
              <a:gd name="connsiteX21" fmla="*/ 4888314 w 5330999"/>
              <a:gd name="connsiteY21" fmla="*/ 62959 h 527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30999" h="5276193">
                <a:moveTo>
                  <a:pt x="4529963" y="550532"/>
                </a:moveTo>
                <a:cubicBezTo>
                  <a:pt x="2841369" y="816442"/>
                  <a:pt x="1702775" y="1263233"/>
                  <a:pt x="1050420" y="1915694"/>
                </a:cubicBezTo>
                <a:cubicBezTo>
                  <a:pt x="627086" y="2338281"/>
                  <a:pt x="429946" y="2890466"/>
                  <a:pt x="429946" y="3653385"/>
                </a:cubicBezTo>
                <a:cubicBezTo>
                  <a:pt x="429946" y="3990251"/>
                  <a:pt x="466943" y="4324185"/>
                  <a:pt x="537044" y="4621975"/>
                </a:cubicBezTo>
                <a:cubicBezTo>
                  <a:pt x="804928" y="4541369"/>
                  <a:pt x="1152189" y="4524044"/>
                  <a:pt x="1401680" y="4524044"/>
                </a:cubicBezTo>
                <a:lnTo>
                  <a:pt x="1471570" y="4524044"/>
                </a:lnTo>
                <a:cubicBezTo>
                  <a:pt x="2189708" y="4524844"/>
                  <a:pt x="2757940" y="4525376"/>
                  <a:pt x="3379161" y="3903462"/>
                </a:cubicBezTo>
                <a:cubicBezTo>
                  <a:pt x="3789754" y="3493242"/>
                  <a:pt x="3897121" y="2935300"/>
                  <a:pt x="4021439" y="2289290"/>
                </a:cubicBezTo>
                <a:cubicBezTo>
                  <a:pt x="4122355" y="1764667"/>
                  <a:pt x="4236278" y="1172553"/>
                  <a:pt x="4529963" y="550532"/>
                </a:cubicBezTo>
                <a:close/>
                <a:moveTo>
                  <a:pt x="5330999" y="0"/>
                </a:moveTo>
                <a:lnTo>
                  <a:pt x="5103792" y="385005"/>
                </a:lnTo>
                <a:cubicBezTo>
                  <a:pt x="4691226" y="1083952"/>
                  <a:pt x="4559711" y="1767332"/>
                  <a:pt x="4443708" y="2370321"/>
                </a:cubicBezTo>
                <a:cubicBezTo>
                  <a:pt x="4311712" y="3056207"/>
                  <a:pt x="4187073" y="3704030"/>
                  <a:pt x="3683241" y="4207436"/>
                </a:cubicBezTo>
                <a:cubicBezTo>
                  <a:pt x="2935568" y="4955855"/>
                  <a:pt x="2224040" y="4954948"/>
                  <a:pt x="1471143" y="4953935"/>
                </a:cubicBezTo>
                <a:lnTo>
                  <a:pt x="1401680" y="4953935"/>
                </a:lnTo>
                <a:cubicBezTo>
                  <a:pt x="993539" y="4953935"/>
                  <a:pt x="687220" y="4999515"/>
                  <a:pt x="539284" y="5082306"/>
                </a:cubicBezTo>
                <a:cubicBezTo>
                  <a:pt x="420083" y="5148943"/>
                  <a:pt x="326204" y="5235838"/>
                  <a:pt x="325245" y="5236692"/>
                </a:cubicBezTo>
                <a:lnTo>
                  <a:pt x="282810" y="5276193"/>
                </a:lnTo>
                <a:lnTo>
                  <a:pt x="190904" y="4984642"/>
                </a:lnTo>
                <a:cubicBezTo>
                  <a:pt x="65998" y="4588336"/>
                  <a:pt x="0" y="4128004"/>
                  <a:pt x="0" y="3653385"/>
                </a:cubicBezTo>
                <a:cubicBezTo>
                  <a:pt x="0" y="2768813"/>
                  <a:pt x="237230" y="2119978"/>
                  <a:pt x="746553" y="1611507"/>
                </a:cubicBezTo>
                <a:cubicBezTo>
                  <a:pt x="1732042" y="625913"/>
                  <a:pt x="3393288" y="275612"/>
                  <a:pt x="4888314" y="62959"/>
                </a:cubicBezTo>
                <a:close/>
              </a:path>
            </a:pathLst>
          </a:custGeom>
        </p:spPr>
      </p:pic>
    </p:spTree>
    <p:extLst>
      <p:ext uri="{BB962C8B-B14F-4D97-AF65-F5344CB8AC3E}">
        <p14:creationId xmlns:p14="http://schemas.microsoft.com/office/powerpoint/2010/main" val="1299498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01_Cover">
    <p:spTree>
      <p:nvGrpSpPr>
        <p:cNvPr id="1" name=""/>
        <p:cNvGrpSpPr/>
        <p:nvPr/>
      </p:nvGrpSpPr>
      <p:grpSpPr>
        <a:xfrm>
          <a:off x="0" y="0"/>
          <a:ext cx="0" cy="0"/>
          <a:chOff x="0" y="0"/>
          <a:chExt cx="0" cy="0"/>
        </a:xfrm>
      </p:grpSpPr>
      <p:pic>
        <p:nvPicPr>
          <p:cNvPr id="9" name="Picture Placeholder 6">
            <a:extLst>
              <a:ext uri="{FF2B5EF4-FFF2-40B4-BE49-F238E27FC236}">
                <a16:creationId xmlns:a16="http://schemas.microsoft.com/office/drawing/2014/main" id="{F35F7B2D-FBA2-14F6-FEC2-6993681EC08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49"/>
            <a:ext cx="12182302" cy="6852544"/>
          </a:xfrm>
          <a:prstGeom prst="rect">
            <a:avLst/>
          </a:prstGeom>
        </p:spPr>
      </p:pic>
      <p:sp>
        <p:nvSpPr>
          <p:cNvPr id="6" name="Freeform: Shape 5">
            <a:extLst>
              <a:ext uri="{FF2B5EF4-FFF2-40B4-BE49-F238E27FC236}">
                <a16:creationId xmlns:a16="http://schemas.microsoft.com/office/drawing/2014/main" id="{6612B8DD-06CB-EC09-976C-F4BCF1474DF5}"/>
              </a:ext>
            </a:extLst>
          </p:cNvPr>
          <p:cNvSpPr/>
          <p:nvPr userDrawn="1"/>
        </p:nvSpPr>
        <p:spPr>
          <a:xfrm>
            <a:off x="5630362" y="2"/>
            <a:ext cx="6561639" cy="6857998"/>
          </a:xfrm>
          <a:custGeom>
            <a:avLst/>
            <a:gdLst>
              <a:gd name="connsiteX0" fmla="*/ 6561639 w 6561639"/>
              <a:gd name="connsiteY0" fmla="*/ 0 h 6857998"/>
              <a:gd name="connsiteX1" fmla="*/ 6561639 w 6561639"/>
              <a:gd name="connsiteY1" fmla="*/ 6857998 h 6857998"/>
              <a:gd name="connsiteX2" fmla="*/ 0 w 6561639"/>
              <a:gd name="connsiteY2" fmla="*/ 6857998 h 6857998"/>
              <a:gd name="connsiteX3" fmla="*/ 55157 w 6561639"/>
              <a:gd name="connsiteY3" fmla="*/ 6806655 h 6857998"/>
              <a:gd name="connsiteX4" fmla="*/ 333365 w 6561639"/>
              <a:gd name="connsiteY4" fmla="*/ 6605984 h 6857998"/>
              <a:gd name="connsiteX5" fmla="*/ 1454308 w 6561639"/>
              <a:gd name="connsiteY5" fmla="*/ 6439127 h 6857998"/>
              <a:gd name="connsiteX6" fmla="*/ 1544596 w 6561639"/>
              <a:gd name="connsiteY6" fmla="*/ 6439127 h 6857998"/>
              <a:gd name="connsiteX7" fmla="*/ 4419883 w 6561639"/>
              <a:gd name="connsiteY7" fmla="*/ 5468827 h 6857998"/>
              <a:gd name="connsiteX8" fmla="*/ 5408338 w 6561639"/>
              <a:gd name="connsiteY8" fmla="*/ 3080943 h 6857998"/>
              <a:gd name="connsiteX9" fmla="*/ 6266316 w 6561639"/>
              <a:gd name="connsiteY9" fmla="*/ 500428 h 6857998"/>
              <a:gd name="connsiteX10" fmla="*/ 6561639 w 6561639"/>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61639" h="6857998">
                <a:moveTo>
                  <a:pt x="6561639" y="0"/>
                </a:moveTo>
                <a:lnTo>
                  <a:pt x="6561639" y="6857998"/>
                </a:lnTo>
                <a:lnTo>
                  <a:pt x="0" y="6857998"/>
                </a:lnTo>
                <a:lnTo>
                  <a:pt x="55157" y="6806655"/>
                </a:lnTo>
                <a:cubicBezTo>
                  <a:pt x="56403" y="6805545"/>
                  <a:pt x="178427" y="6692599"/>
                  <a:pt x="333365" y="6605984"/>
                </a:cubicBezTo>
                <a:cubicBezTo>
                  <a:pt x="525652" y="6498372"/>
                  <a:pt x="923806" y="6439127"/>
                  <a:pt x="1454308" y="6439127"/>
                </a:cubicBezTo>
                <a:lnTo>
                  <a:pt x="1544596" y="6439127"/>
                </a:lnTo>
                <a:cubicBezTo>
                  <a:pt x="2523212" y="6440444"/>
                  <a:pt x="3448057" y="6441623"/>
                  <a:pt x="4419883" y="5468827"/>
                </a:cubicBezTo>
                <a:cubicBezTo>
                  <a:pt x="5074764" y="4814499"/>
                  <a:pt x="5236770" y="3972458"/>
                  <a:pt x="5408338" y="3080943"/>
                </a:cubicBezTo>
                <a:cubicBezTo>
                  <a:pt x="5559119" y="2297178"/>
                  <a:pt x="5730062" y="1408920"/>
                  <a:pt x="6266316" y="500428"/>
                </a:cubicBezTo>
                <a:lnTo>
                  <a:pt x="6561639"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sz="1400" dirty="0">
              <a:solidFill>
                <a:schemeClr val="tx1"/>
              </a:solidFill>
            </a:endParaRPr>
          </a:p>
        </p:txBody>
      </p:sp>
      <p:sp>
        <p:nvSpPr>
          <p:cNvPr id="2" name="Title 1">
            <a:extLst>
              <a:ext uri="{FF2B5EF4-FFF2-40B4-BE49-F238E27FC236}">
                <a16:creationId xmlns:a16="http://schemas.microsoft.com/office/drawing/2014/main" id="{F1155816-EB3A-42CC-8EB6-2116CB7A6FEC}"/>
              </a:ext>
            </a:extLst>
          </p:cNvPr>
          <p:cNvSpPr>
            <a:spLocks noGrp="1"/>
          </p:cNvSpPr>
          <p:nvPr>
            <p:ph type="ctrTitle"/>
          </p:nvPr>
        </p:nvSpPr>
        <p:spPr>
          <a:xfrm>
            <a:off x="304800" y="1592263"/>
            <a:ext cx="4782312" cy="2503487"/>
          </a:xfrm>
        </p:spPr>
        <p:txBody>
          <a:bodyPr anchor="b" anchorCtr="0"/>
          <a:lstStyle>
            <a:lvl1pPr algn="l">
              <a:defRPr sz="4400">
                <a:solidFill>
                  <a:schemeClr val="bg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551F0510-29DA-413B-BAC3-98B769B38B6B}"/>
              </a:ext>
            </a:extLst>
          </p:cNvPr>
          <p:cNvSpPr>
            <a:spLocks noGrp="1"/>
          </p:cNvSpPr>
          <p:nvPr>
            <p:ph type="subTitle" idx="1"/>
          </p:nvPr>
        </p:nvSpPr>
        <p:spPr>
          <a:xfrm>
            <a:off x="304800" y="4208211"/>
            <a:ext cx="4782312" cy="891791"/>
          </a:xfrm>
        </p:spPr>
        <p:txBody>
          <a:bodyPr lIns="0" tIns="0" rIns="0" bIns="0"/>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3082E7E1-A232-40B7-9C0B-4B0C65E7DA72}"/>
              </a:ext>
            </a:extLst>
          </p:cNvPr>
          <p:cNvSpPr>
            <a:spLocks noGrp="1"/>
          </p:cNvSpPr>
          <p:nvPr>
            <p:ph type="dt" sz="half" idx="10"/>
          </p:nvPr>
        </p:nvSpPr>
        <p:spPr>
          <a:xfrm>
            <a:off x="304800" y="5844101"/>
            <a:ext cx="2121408" cy="411480"/>
          </a:xfrm>
          <a:prstGeom prst="rect">
            <a:avLst/>
          </a:prstGeom>
        </p:spPr>
        <p:txBody>
          <a:bodyPr lIns="0" tIns="0" rIns="0" bIns="0"/>
          <a:lstStyle>
            <a:lvl1pPr algn="l">
              <a:defRPr sz="1000">
                <a:solidFill>
                  <a:schemeClr val="bg1"/>
                </a:solidFill>
              </a:defRPr>
            </a:lvl1pPr>
          </a:lstStyle>
          <a:p>
            <a:r>
              <a:rPr lang="pl-PL"/>
              <a:t>Date</a:t>
            </a:r>
            <a:endParaRPr lang="en-GB" dirty="0"/>
          </a:p>
        </p:txBody>
      </p:sp>
      <p:sp>
        <p:nvSpPr>
          <p:cNvPr id="5" name="Footer Placeholder 4">
            <a:extLst>
              <a:ext uri="{FF2B5EF4-FFF2-40B4-BE49-F238E27FC236}">
                <a16:creationId xmlns:a16="http://schemas.microsoft.com/office/drawing/2014/main" id="{1BE80F68-B7EB-4CFA-B511-76AC6EA50029}"/>
              </a:ext>
            </a:extLst>
          </p:cNvPr>
          <p:cNvSpPr>
            <a:spLocks noGrp="1"/>
          </p:cNvSpPr>
          <p:nvPr>
            <p:ph type="ftr" sz="quarter" idx="11"/>
          </p:nvPr>
        </p:nvSpPr>
        <p:spPr>
          <a:xfrm>
            <a:off x="304800" y="5436099"/>
            <a:ext cx="2121408" cy="411480"/>
          </a:xfrm>
          <a:ln>
            <a:solidFill>
              <a:schemeClr val="bg1"/>
            </a:solidFill>
          </a:ln>
        </p:spPr>
        <p:txBody>
          <a:bodyPr lIns="0" tIns="128016" rIns="0" bIns="0"/>
          <a:lstStyle>
            <a:lvl1pPr algn="l">
              <a:defRPr sz="1000">
                <a:solidFill>
                  <a:schemeClr val="bg1"/>
                </a:solidFill>
              </a:defRPr>
            </a:lvl1pPr>
          </a:lstStyle>
          <a:p>
            <a:r>
              <a:rPr lang="en-GB" dirty="0"/>
              <a:t>Classification: Public</a:t>
            </a:r>
          </a:p>
        </p:txBody>
      </p:sp>
      <p:sp>
        <p:nvSpPr>
          <p:cNvPr id="42" name="Freeform: Shape 41">
            <a:extLst>
              <a:ext uri="{FF2B5EF4-FFF2-40B4-BE49-F238E27FC236}">
                <a16:creationId xmlns:a16="http://schemas.microsoft.com/office/drawing/2014/main" id="{46DA326C-81B6-3E91-BF50-E58AC3FA41B8}"/>
              </a:ext>
            </a:extLst>
          </p:cNvPr>
          <p:cNvSpPr/>
          <p:nvPr userDrawn="1"/>
        </p:nvSpPr>
        <p:spPr>
          <a:xfrm>
            <a:off x="5262764" y="0"/>
            <a:ext cx="6929237" cy="6857998"/>
          </a:xfrm>
          <a:custGeom>
            <a:avLst/>
            <a:gdLst>
              <a:gd name="connsiteX0" fmla="*/ 6929237 w 6929237"/>
              <a:gd name="connsiteY0" fmla="*/ 0 h 6857998"/>
              <a:gd name="connsiteX1" fmla="*/ 6929237 w 6929237"/>
              <a:gd name="connsiteY1" fmla="*/ 5 h 6857998"/>
              <a:gd name="connsiteX2" fmla="*/ 6633915 w 6929237"/>
              <a:gd name="connsiteY2" fmla="*/ 500431 h 6857998"/>
              <a:gd name="connsiteX3" fmla="*/ 5775937 w 6929237"/>
              <a:gd name="connsiteY3" fmla="*/ 3080946 h 6857998"/>
              <a:gd name="connsiteX4" fmla="*/ 4787482 w 6929237"/>
              <a:gd name="connsiteY4" fmla="*/ 5468830 h 6857998"/>
              <a:gd name="connsiteX5" fmla="*/ 1912195 w 6929237"/>
              <a:gd name="connsiteY5" fmla="*/ 6439130 h 6857998"/>
              <a:gd name="connsiteX6" fmla="*/ 1821907 w 6929237"/>
              <a:gd name="connsiteY6" fmla="*/ 6439130 h 6857998"/>
              <a:gd name="connsiteX7" fmla="*/ 700964 w 6929237"/>
              <a:gd name="connsiteY7" fmla="*/ 6605987 h 6857998"/>
              <a:gd name="connsiteX8" fmla="*/ 422756 w 6929237"/>
              <a:gd name="connsiteY8" fmla="*/ 6806658 h 6857998"/>
              <a:gd name="connsiteX9" fmla="*/ 367602 w 6929237"/>
              <a:gd name="connsiteY9" fmla="*/ 6857998 h 6857998"/>
              <a:gd name="connsiteX10" fmla="*/ 367598 w 6929237"/>
              <a:gd name="connsiteY10" fmla="*/ 6857998 h 6857998"/>
              <a:gd name="connsiteX11" fmla="*/ 248138 w 6929237"/>
              <a:gd name="connsiteY11" fmla="*/ 6479042 h 6857998"/>
              <a:gd name="connsiteX12" fmla="*/ 0 w 6929237"/>
              <a:gd name="connsiteY12" fmla="*/ 4748673 h 6857998"/>
              <a:gd name="connsiteX13" fmla="*/ 970371 w 6929237"/>
              <a:gd name="connsiteY13" fmla="*/ 2094638 h 6857998"/>
              <a:gd name="connsiteX14" fmla="*/ 6353835 w 6929237"/>
              <a:gd name="connsiteY14" fmla="*/ 81834 h 6857998"/>
              <a:gd name="connsiteX15" fmla="*/ 6929237 w 6929237"/>
              <a:gd name="connsiteY15" fmla="*/ 0 h 6857998"/>
              <a:gd name="connsiteX16" fmla="*/ 5888050 w 6929237"/>
              <a:gd name="connsiteY16" fmla="*/ 715583 h 6857998"/>
              <a:gd name="connsiteX17" fmla="*/ 1365338 w 6929237"/>
              <a:gd name="connsiteY17" fmla="*/ 2490022 h 6857998"/>
              <a:gd name="connsiteX18" fmla="*/ 558846 w 6929237"/>
              <a:gd name="connsiteY18" fmla="*/ 4748674 h 6857998"/>
              <a:gd name="connsiteX19" fmla="*/ 698051 w 6929237"/>
              <a:gd name="connsiteY19" fmla="*/ 6007648 h 6857998"/>
              <a:gd name="connsiteX20" fmla="*/ 1821906 w 6929237"/>
              <a:gd name="connsiteY20" fmla="*/ 5880357 h 6857998"/>
              <a:gd name="connsiteX21" fmla="*/ 1912749 w 6929237"/>
              <a:gd name="connsiteY21" fmla="*/ 5880357 h 6857998"/>
              <a:gd name="connsiteX22" fmla="*/ 4392238 w 6929237"/>
              <a:gd name="connsiteY22" fmla="*/ 5073724 h 6857998"/>
              <a:gd name="connsiteX23" fmla="*/ 5227071 w 6929237"/>
              <a:gd name="connsiteY23" fmla="*/ 2975622 h 6857998"/>
              <a:gd name="connsiteX24" fmla="*/ 5888050 w 6929237"/>
              <a:gd name="connsiteY24" fmla="*/ 715583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929237" h="6857998">
                <a:moveTo>
                  <a:pt x="6929237" y="0"/>
                </a:moveTo>
                <a:lnTo>
                  <a:pt x="6929237" y="5"/>
                </a:lnTo>
                <a:lnTo>
                  <a:pt x="6633915" y="500431"/>
                </a:lnTo>
                <a:cubicBezTo>
                  <a:pt x="6097661" y="1408923"/>
                  <a:pt x="5926718" y="2297181"/>
                  <a:pt x="5775937" y="3080946"/>
                </a:cubicBezTo>
                <a:cubicBezTo>
                  <a:pt x="5604369" y="3972461"/>
                  <a:pt x="5442363" y="4814502"/>
                  <a:pt x="4787482" y="5468830"/>
                </a:cubicBezTo>
                <a:cubicBezTo>
                  <a:pt x="3815656" y="6441626"/>
                  <a:pt x="2890811" y="6440447"/>
                  <a:pt x="1912195" y="6439130"/>
                </a:cubicBezTo>
                <a:lnTo>
                  <a:pt x="1821907" y="6439130"/>
                </a:lnTo>
                <a:cubicBezTo>
                  <a:pt x="1291405" y="6439130"/>
                  <a:pt x="893251" y="6498375"/>
                  <a:pt x="700964" y="6605987"/>
                </a:cubicBezTo>
                <a:cubicBezTo>
                  <a:pt x="546026" y="6692602"/>
                  <a:pt x="424002" y="6805548"/>
                  <a:pt x="422756" y="6806658"/>
                </a:cubicBezTo>
                <a:lnTo>
                  <a:pt x="367602" y="6857998"/>
                </a:lnTo>
                <a:lnTo>
                  <a:pt x="367598" y="6857998"/>
                </a:lnTo>
                <a:lnTo>
                  <a:pt x="248138" y="6479042"/>
                </a:lnTo>
                <a:cubicBezTo>
                  <a:pt x="85786" y="5963923"/>
                  <a:pt x="0" y="5365583"/>
                  <a:pt x="0" y="4748673"/>
                </a:cubicBezTo>
                <a:cubicBezTo>
                  <a:pt x="0" y="3598906"/>
                  <a:pt x="308352" y="2755549"/>
                  <a:pt x="970371" y="2094638"/>
                </a:cubicBezTo>
                <a:cubicBezTo>
                  <a:pt x="2251311" y="813562"/>
                  <a:pt x="4410599" y="358241"/>
                  <a:pt x="6353835" y="81834"/>
                </a:cubicBezTo>
                <a:lnTo>
                  <a:pt x="6929237" y="0"/>
                </a:lnTo>
                <a:close/>
                <a:moveTo>
                  <a:pt x="5888050" y="715583"/>
                </a:moveTo>
                <a:cubicBezTo>
                  <a:pt x="3693215" y="1061213"/>
                  <a:pt x="2213271" y="1641952"/>
                  <a:pt x="1365338" y="2490022"/>
                </a:cubicBezTo>
                <a:cubicBezTo>
                  <a:pt x="815089" y="3039301"/>
                  <a:pt x="558846" y="3757031"/>
                  <a:pt x="558846" y="4748674"/>
                </a:cubicBezTo>
                <a:cubicBezTo>
                  <a:pt x="558846" y="5186533"/>
                  <a:pt x="606934" y="5620580"/>
                  <a:pt x="698051" y="6007648"/>
                </a:cubicBezTo>
                <a:cubicBezTo>
                  <a:pt x="1046247" y="5902876"/>
                  <a:pt x="1497618" y="5880357"/>
                  <a:pt x="1821906" y="5880357"/>
                </a:cubicBezTo>
                <a:lnTo>
                  <a:pt x="1912749" y="5880357"/>
                </a:lnTo>
                <a:cubicBezTo>
                  <a:pt x="2846185" y="5881397"/>
                  <a:pt x="3584774" y="5882089"/>
                  <a:pt x="4392238" y="5073724"/>
                </a:cubicBezTo>
                <a:cubicBezTo>
                  <a:pt x="4925926" y="4540520"/>
                  <a:pt x="5065482" y="3815306"/>
                  <a:pt x="5227071" y="2975622"/>
                </a:cubicBezTo>
                <a:cubicBezTo>
                  <a:pt x="5358242" y="2293717"/>
                  <a:pt x="5506318" y="1524086"/>
                  <a:pt x="5888050" y="71558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49" name="Graphic 48">
            <a:extLst>
              <a:ext uri="{FF2B5EF4-FFF2-40B4-BE49-F238E27FC236}">
                <a16:creationId xmlns:a16="http://schemas.microsoft.com/office/drawing/2014/main" id="{1BAEFA76-7D9C-82BA-BE44-8E2949F8950D}"/>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4800" y="228600"/>
            <a:ext cx="1788072" cy="532946"/>
          </a:xfrm>
          <a:prstGeom prst="rect">
            <a:avLst/>
          </a:prstGeom>
        </p:spPr>
      </p:pic>
    </p:spTree>
    <p:extLst>
      <p:ext uri="{BB962C8B-B14F-4D97-AF65-F5344CB8AC3E}">
        <p14:creationId xmlns:p14="http://schemas.microsoft.com/office/powerpoint/2010/main" val="21887334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02_Cov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5816-EB3A-42CC-8EB6-2116CB7A6FEC}"/>
              </a:ext>
            </a:extLst>
          </p:cNvPr>
          <p:cNvSpPr>
            <a:spLocks noGrp="1"/>
          </p:cNvSpPr>
          <p:nvPr>
            <p:ph type="ctrTitle"/>
          </p:nvPr>
        </p:nvSpPr>
        <p:spPr>
          <a:xfrm>
            <a:off x="304800" y="1592263"/>
            <a:ext cx="4782312" cy="2503487"/>
          </a:xfrm>
        </p:spPr>
        <p:txBody>
          <a:bodyPr anchor="b" anchorCtr="0"/>
          <a:lstStyle>
            <a:lvl1pPr algn="l">
              <a:defRPr sz="4400">
                <a:solidFill>
                  <a:srgbClr val="334C56"/>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551F0510-29DA-413B-BAC3-98B769B38B6B}"/>
              </a:ext>
            </a:extLst>
          </p:cNvPr>
          <p:cNvSpPr>
            <a:spLocks noGrp="1"/>
          </p:cNvSpPr>
          <p:nvPr>
            <p:ph type="subTitle" idx="1"/>
          </p:nvPr>
        </p:nvSpPr>
        <p:spPr>
          <a:xfrm>
            <a:off x="304800" y="4208211"/>
            <a:ext cx="4782312" cy="891791"/>
          </a:xfrm>
        </p:spPr>
        <p:txBody>
          <a:bodyPr lIns="0" tIns="0" rIns="0" bIns="0"/>
          <a:lstStyle>
            <a:lvl1pPr marL="0" indent="0" algn="l">
              <a:buNone/>
              <a:defRPr sz="2000">
                <a:solidFill>
                  <a:srgbClr val="334C5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3082E7E1-A232-40B7-9C0B-4B0C65E7DA72}"/>
              </a:ext>
            </a:extLst>
          </p:cNvPr>
          <p:cNvSpPr>
            <a:spLocks noGrp="1"/>
          </p:cNvSpPr>
          <p:nvPr>
            <p:ph type="dt" sz="half" idx="10"/>
          </p:nvPr>
        </p:nvSpPr>
        <p:spPr>
          <a:xfrm>
            <a:off x="304800" y="5844101"/>
            <a:ext cx="2121408" cy="411480"/>
          </a:xfrm>
          <a:prstGeom prst="rect">
            <a:avLst/>
          </a:prstGeom>
        </p:spPr>
        <p:txBody>
          <a:bodyPr lIns="0" tIns="0" rIns="0" bIns="0"/>
          <a:lstStyle>
            <a:lvl1pPr algn="l">
              <a:defRPr sz="1000">
                <a:solidFill>
                  <a:schemeClr val="bg1"/>
                </a:solidFill>
              </a:defRPr>
            </a:lvl1pPr>
          </a:lstStyle>
          <a:p>
            <a:r>
              <a:rPr lang="pl-PL"/>
              <a:t>Date</a:t>
            </a:r>
            <a:endParaRPr lang="en-GB" dirty="0"/>
          </a:p>
        </p:txBody>
      </p:sp>
      <p:sp>
        <p:nvSpPr>
          <p:cNvPr id="5" name="Footer Placeholder 4">
            <a:extLst>
              <a:ext uri="{FF2B5EF4-FFF2-40B4-BE49-F238E27FC236}">
                <a16:creationId xmlns:a16="http://schemas.microsoft.com/office/drawing/2014/main" id="{1BE80F68-B7EB-4CFA-B511-76AC6EA50029}"/>
              </a:ext>
            </a:extLst>
          </p:cNvPr>
          <p:cNvSpPr>
            <a:spLocks noGrp="1"/>
          </p:cNvSpPr>
          <p:nvPr>
            <p:ph type="ftr" sz="quarter" idx="11"/>
          </p:nvPr>
        </p:nvSpPr>
        <p:spPr>
          <a:xfrm>
            <a:off x="304800" y="5436099"/>
            <a:ext cx="2121408" cy="411480"/>
          </a:xfrm>
          <a:ln>
            <a:solidFill>
              <a:schemeClr val="bg1"/>
            </a:solidFill>
          </a:ln>
        </p:spPr>
        <p:txBody>
          <a:bodyPr lIns="0" tIns="128016" rIns="0" bIns="0"/>
          <a:lstStyle>
            <a:lvl1pPr algn="l">
              <a:defRPr sz="1000">
                <a:solidFill>
                  <a:schemeClr val="bg1"/>
                </a:solidFill>
              </a:defRPr>
            </a:lvl1pPr>
          </a:lstStyle>
          <a:p>
            <a:r>
              <a:rPr lang="en-GB" dirty="0"/>
              <a:t>Classification: Public</a:t>
            </a:r>
          </a:p>
        </p:txBody>
      </p:sp>
      <p:pic>
        <p:nvPicPr>
          <p:cNvPr id="7" name="Graphic 6">
            <a:extLst>
              <a:ext uri="{FF2B5EF4-FFF2-40B4-BE49-F238E27FC236}">
                <a16:creationId xmlns:a16="http://schemas.microsoft.com/office/drawing/2014/main" id="{A22387D7-CE2A-8F15-D34A-56673FC3C92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4800" y="228600"/>
            <a:ext cx="1788072" cy="532946"/>
          </a:xfrm>
          <a:prstGeom prst="rect">
            <a:avLst/>
          </a:prstGeom>
        </p:spPr>
      </p:pic>
      <p:sp>
        <p:nvSpPr>
          <p:cNvPr id="8" name="Text Placeholder 16">
            <a:extLst>
              <a:ext uri="{FF2B5EF4-FFF2-40B4-BE49-F238E27FC236}">
                <a16:creationId xmlns:a16="http://schemas.microsoft.com/office/drawing/2014/main" id="{A73E8FBF-4FD2-2AB3-4DB2-7094F4CA3179}"/>
              </a:ext>
            </a:extLst>
          </p:cNvPr>
          <p:cNvSpPr>
            <a:spLocks noGrp="1"/>
          </p:cNvSpPr>
          <p:nvPr>
            <p:ph type="body" sz="quarter" idx="12"/>
          </p:nvPr>
        </p:nvSpPr>
        <p:spPr>
          <a:xfrm>
            <a:off x="6441902" y="798789"/>
            <a:ext cx="5330999" cy="5276193"/>
          </a:xfrm>
          <a:custGeom>
            <a:avLst/>
            <a:gdLst>
              <a:gd name="connsiteX0" fmla="*/ 4529963 w 5330999"/>
              <a:gd name="connsiteY0" fmla="*/ 550532 h 5276193"/>
              <a:gd name="connsiteX1" fmla="*/ 1050420 w 5330999"/>
              <a:gd name="connsiteY1" fmla="*/ 1915694 h 5276193"/>
              <a:gd name="connsiteX2" fmla="*/ 429947 w 5330999"/>
              <a:gd name="connsiteY2" fmla="*/ 3653385 h 5276193"/>
              <a:gd name="connsiteX3" fmla="*/ 537045 w 5330999"/>
              <a:gd name="connsiteY3" fmla="*/ 4621975 h 5276193"/>
              <a:gd name="connsiteX4" fmla="*/ 1401680 w 5330999"/>
              <a:gd name="connsiteY4" fmla="*/ 4524044 h 5276193"/>
              <a:gd name="connsiteX5" fmla="*/ 1471570 w 5330999"/>
              <a:gd name="connsiteY5" fmla="*/ 4524044 h 5276193"/>
              <a:gd name="connsiteX6" fmla="*/ 3379161 w 5330999"/>
              <a:gd name="connsiteY6" fmla="*/ 3903462 h 5276193"/>
              <a:gd name="connsiteX7" fmla="*/ 4021439 w 5330999"/>
              <a:gd name="connsiteY7" fmla="*/ 2289290 h 5276193"/>
              <a:gd name="connsiteX8" fmla="*/ 4529963 w 5330999"/>
              <a:gd name="connsiteY8" fmla="*/ 550532 h 5276193"/>
              <a:gd name="connsiteX9" fmla="*/ 5330999 w 5330999"/>
              <a:gd name="connsiteY9" fmla="*/ 0 h 5276193"/>
              <a:gd name="connsiteX10" fmla="*/ 5103792 w 5330999"/>
              <a:gd name="connsiteY10" fmla="*/ 385005 h 5276193"/>
              <a:gd name="connsiteX11" fmla="*/ 4443708 w 5330999"/>
              <a:gd name="connsiteY11" fmla="*/ 2370321 h 5276193"/>
              <a:gd name="connsiteX12" fmla="*/ 3683241 w 5330999"/>
              <a:gd name="connsiteY12" fmla="*/ 4207436 h 5276193"/>
              <a:gd name="connsiteX13" fmla="*/ 1471143 w 5330999"/>
              <a:gd name="connsiteY13" fmla="*/ 4953935 h 5276193"/>
              <a:gd name="connsiteX14" fmla="*/ 1401680 w 5330999"/>
              <a:gd name="connsiteY14" fmla="*/ 4953935 h 5276193"/>
              <a:gd name="connsiteX15" fmla="*/ 539284 w 5330999"/>
              <a:gd name="connsiteY15" fmla="*/ 5082306 h 5276193"/>
              <a:gd name="connsiteX16" fmla="*/ 325245 w 5330999"/>
              <a:gd name="connsiteY16" fmla="*/ 5236692 h 5276193"/>
              <a:gd name="connsiteX17" fmla="*/ 282810 w 5330999"/>
              <a:gd name="connsiteY17" fmla="*/ 5276193 h 5276193"/>
              <a:gd name="connsiteX18" fmla="*/ 190904 w 5330999"/>
              <a:gd name="connsiteY18" fmla="*/ 4984642 h 5276193"/>
              <a:gd name="connsiteX19" fmla="*/ 0 w 5330999"/>
              <a:gd name="connsiteY19" fmla="*/ 3653385 h 5276193"/>
              <a:gd name="connsiteX20" fmla="*/ 746553 w 5330999"/>
              <a:gd name="connsiteY20" fmla="*/ 1611507 h 5276193"/>
              <a:gd name="connsiteX21" fmla="*/ 4888314 w 5330999"/>
              <a:gd name="connsiteY21" fmla="*/ 62959 h 527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30999" h="5276193">
                <a:moveTo>
                  <a:pt x="4529963" y="550532"/>
                </a:moveTo>
                <a:cubicBezTo>
                  <a:pt x="2841369" y="816442"/>
                  <a:pt x="1702776" y="1263233"/>
                  <a:pt x="1050420" y="1915694"/>
                </a:cubicBezTo>
                <a:cubicBezTo>
                  <a:pt x="627086" y="2338281"/>
                  <a:pt x="429947" y="2890466"/>
                  <a:pt x="429947" y="3653385"/>
                </a:cubicBezTo>
                <a:cubicBezTo>
                  <a:pt x="429947" y="3990251"/>
                  <a:pt x="466943" y="4324185"/>
                  <a:pt x="537045" y="4621975"/>
                </a:cubicBezTo>
                <a:cubicBezTo>
                  <a:pt x="804928" y="4541369"/>
                  <a:pt x="1152189" y="4524044"/>
                  <a:pt x="1401680" y="4524044"/>
                </a:cubicBezTo>
                <a:lnTo>
                  <a:pt x="1471570" y="4524044"/>
                </a:lnTo>
                <a:cubicBezTo>
                  <a:pt x="2189708" y="4524844"/>
                  <a:pt x="2757940" y="4525376"/>
                  <a:pt x="3379161" y="3903462"/>
                </a:cubicBezTo>
                <a:cubicBezTo>
                  <a:pt x="3789754" y="3493242"/>
                  <a:pt x="3897121" y="2935300"/>
                  <a:pt x="4021439" y="2289290"/>
                </a:cubicBezTo>
                <a:cubicBezTo>
                  <a:pt x="4122355" y="1764667"/>
                  <a:pt x="4236278" y="1172553"/>
                  <a:pt x="4529963" y="550532"/>
                </a:cubicBezTo>
                <a:close/>
                <a:moveTo>
                  <a:pt x="5330999" y="0"/>
                </a:moveTo>
                <a:lnTo>
                  <a:pt x="5103792" y="385005"/>
                </a:lnTo>
                <a:cubicBezTo>
                  <a:pt x="4691226" y="1083952"/>
                  <a:pt x="4559711" y="1767332"/>
                  <a:pt x="4443708" y="2370321"/>
                </a:cubicBezTo>
                <a:cubicBezTo>
                  <a:pt x="4311712" y="3056207"/>
                  <a:pt x="4187073" y="3704030"/>
                  <a:pt x="3683241" y="4207436"/>
                </a:cubicBezTo>
                <a:cubicBezTo>
                  <a:pt x="2935568" y="4955855"/>
                  <a:pt x="2224040" y="4954948"/>
                  <a:pt x="1471143" y="4953935"/>
                </a:cubicBezTo>
                <a:lnTo>
                  <a:pt x="1401680" y="4953935"/>
                </a:lnTo>
                <a:cubicBezTo>
                  <a:pt x="993539" y="4953935"/>
                  <a:pt x="687220" y="4999515"/>
                  <a:pt x="539284" y="5082306"/>
                </a:cubicBezTo>
                <a:cubicBezTo>
                  <a:pt x="420083" y="5148943"/>
                  <a:pt x="326204" y="5235838"/>
                  <a:pt x="325245" y="5236692"/>
                </a:cubicBezTo>
                <a:lnTo>
                  <a:pt x="282810" y="5276193"/>
                </a:lnTo>
                <a:lnTo>
                  <a:pt x="190904" y="4984642"/>
                </a:lnTo>
                <a:cubicBezTo>
                  <a:pt x="65999" y="4588336"/>
                  <a:pt x="0" y="4128004"/>
                  <a:pt x="0" y="3653385"/>
                </a:cubicBezTo>
                <a:cubicBezTo>
                  <a:pt x="0" y="2768813"/>
                  <a:pt x="237230" y="2119978"/>
                  <a:pt x="746553" y="1611507"/>
                </a:cubicBezTo>
                <a:cubicBezTo>
                  <a:pt x="1732043" y="625913"/>
                  <a:pt x="3393288" y="275612"/>
                  <a:pt x="4888314" y="62959"/>
                </a:cubicBezTo>
                <a:close/>
              </a:path>
            </a:pathLst>
          </a:custGeom>
          <a:solidFill>
            <a:srgbClr val="334C56"/>
          </a:solidFill>
        </p:spPr>
        <p:txBody>
          <a:bodyPr wrap="square">
            <a:noAutofit/>
          </a:bodyPr>
          <a:lstStyle>
            <a:lvl1pPr>
              <a:defRPr>
                <a:noFill/>
              </a:defRPr>
            </a:lvl1pPr>
          </a:lstStyle>
          <a:p>
            <a:pPr lvl="0"/>
            <a:r>
              <a:rPr lang="en-US"/>
              <a:t>Click to edit Master text styles</a:t>
            </a:r>
          </a:p>
        </p:txBody>
      </p:sp>
    </p:spTree>
    <p:extLst>
      <p:ext uri="{BB962C8B-B14F-4D97-AF65-F5344CB8AC3E}">
        <p14:creationId xmlns:p14="http://schemas.microsoft.com/office/powerpoint/2010/main" val="15880496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03_Agenda">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8C46BE4-94EF-9C3D-8CA0-1BB44602F214}"/>
              </a:ext>
            </a:extLst>
          </p:cNvPr>
          <p:cNvSpPr>
            <a:spLocks noGrp="1"/>
          </p:cNvSpPr>
          <p:nvPr>
            <p:ph type="body" sz="quarter" idx="15"/>
          </p:nvPr>
        </p:nvSpPr>
        <p:spPr>
          <a:xfrm>
            <a:off x="0" y="0"/>
            <a:ext cx="5120640" cy="6858000"/>
          </a:xfrm>
          <a:custGeom>
            <a:avLst/>
            <a:gdLst>
              <a:gd name="connsiteX0" fmla="*/ 4106045 w 5120640"/>
              <a:gd name="connsiteY0" fmla="*/ 1852710 h 6858000"/>
              <a:gd name="connsiteX1" fmla="*/ 3722066 w 5120640"/>
              <a:gd name="connsiteY1" fmla="*/ 3165621 h 6858000"/>
              <a:gd name="connsiteX2" fmla="*/ 3237091 w 5120640"/>
              <a:gd name="connsiteY2" fmla="*/ 4384459 h 6858000"/>
              <a:gd name="connsiteX3" fmla="*/ 1796696 w 5120640"/>
              <a:gd name="connsiteY3" fmla="*/ 4853052 h 6858000"/>
              <a:gd name="connsiteX4" fmla="*/ 1743923 w 5120640"/>
              <a:gd name="connsiteY4" fmla="*/ 4853052 h 6858000"/>
              <a:gd name="connsiteX5" fmla="*/ 1091048 w 5120640"/>
              <a:gd name="connsiteY5" fmla="*/ 4926998 h 6858000"/>
              <a:gd name="connsiteX6" fmla="*/ 1010180 w 5120640"/>
              <a:gd name="connsiteY6" fmla="*/ 4195630 h 6858000"/>
              <a:gd name="connsiteX7" fmla="*/ 1478692 w 5120640"/>
              <a:gd name="connsiteY7" fmla="*/ 2883525 h 6858000"/>
              <a:gd name="connsiteX8" fmla="*/ 4106045 w 5120640"/>
              <a:gd name="connsiteY8" fmla="*/ 1852710 h 6858000"/>
              <a:gd name="connsiteX9" fmla="*/ 4710896 w 5120640"/>
              <a:gd name="connsiteY9" fmla="*/ 1437010 h 6858000"/>
              <a:gd name="connsiteX10" fmla="*/ 4376631 w 5120640"/>
              <a:gd name="connsiteY10" fmla="*/ 1484550 h 6858000"/>
              <a:gd name="connsiteX11" fmla="*/ 1249246 w 5120640"/>
              <a:gd name="connsiteY11" fmla="*/ 2653837 h 6858000"/>
              <a:gd name="connsiteX12" fmla="*/ 685534 w 5120640"/>
              <a:gd name="connsiteY12" fmla="*/ 4195630 h 6858000"/>
              <a:gd name="connsiteX13" fmla="*/ 829683 w 5120640"/>
              <a:gd name="connsiteY13" fmla="*/ 5200843 h 6858000"/>
              <a:gd name="connsiteX14" fmla="*/ 899080 w 5120640"/>
              <a:gd name="connsiteY14" fmla="*/ 5420989 h 6858000"/>
              <a:gd name="connsiteX15" fmla="*/ 931123 w 5120640"/>
              <a:gd name="connsiteY15" fmla="*/ 5391163 h 6858000"/>
              <a:gd name="connsiteX16" fmla="*/ 1092740 w 5120640"/>
              <a:gd name="connsiteY16" fmla="*/ 5274588 h 6858000"/>
              <a:gd name="connsiteX17" fmla="*/ 1743923 w 5120640"/>
              <a:gd name="connsiteY17" fmla="*/ 5177657 h 6858000"/>
              <a:gd name="connsiteX18" fmla="*/ 1796374 w 5120640"/>
              <a:gd name="connsiteY18" fmla="*/ 5177657 h 6858000"/>
              <a:gd name="connsiteX19" fmla="*/ 3466698 w 5120640"/>
              <a:gd name="connsiteY19" fmla="*/ 4613986 h 6858000"/>
              <a:gd name="connsiteX20" fmla="*/ 4040915 w 5120640"/>
              <a:gd name="connsiteY20" fmla="*/ 3226806 h 6858000"/>
              <a:gd name="connsiteX21" fmla="*/ 4539336 w 5120640"/>
              <a:gd name="connsiteY21" fmla="*/ 1727722 h 6858000"/>
              <a:gd name="connsiteX22" fmla="*/ 0 w 5120640"/>
              <a:gd name="connsiteY22" fmla="*/ 0 h 6858000"/>
              <a:gd name="connsiteX23" fmla="*/ 5120640 w 5120640"/>
              <a:gd name="connsiteY23" fmla="*/ 0 h 6858000"/>
              <a:gd name="connsiteX24" fmla="*/ 5120640 w 5120640"/>
              <a:gd name="connsiteY24" fmla="*/ 6858000 h 6858000"/>
              <a:gd name="connsiteX25" fmla="*/ 0 w 5120640"/>
              <a:gd name="connsiteY2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20640" h="6858000">
                <a:moveTo>
                  <a:pt x="4106045" y="1852710"/>
                </a:moveTo>
                <a:cubicBezTo>
                  <a:pt x="3884287" y="2322389"/>
                  <a:pt x="3798267" y="2769486"/>
                  <a:pt x="3722066" y="3165621"/>
                </a:cubicBezTo>
                <a:cubicBezTo>
                  <a:pt x="3628195" y="3653413"/>
                  <a:pt x="3547123" y="4074708"/>
                  <a:pt x="3237091" y="4384459"/>
                </a:cubicBezTo>
                <a:cubicBezTo>
                  <a:pt x="2768016" y="4854058"/>
                  <a:pt x="2338952" y="4853657"/>
                  <a:pt x="1796696" y="4853052"/>
                </a:cubicBezTo>
                <a:lnTo>
                  <a:pt x="1743923" y="4853052"/>
                </a:lnTo>
                <a:cubicBezTo>
                  <a:pt x="1555535" y="4853052"/>
                  <a:pt x="1293324" y="4866134"/>
                  <a:pt x="1091048" y="4926998"/>
                </a:cubicBezTo>
                <a:cubicBezTo>
                  <a:pt x="1038116" y="4702142"/>
                  <a:pt x="1010180" y="4449993"/>
                  <a:pt x="1010180" y="4195630"/>
                </a:cubicBezTo>
                <a:cubicBezTo>
                  <a:pt x="1010180" y="3619560"/>
                  <a:pt x="1159038" y="3202614"/>
                  <a:pt x="1478692" y="2883525"/>
                </a:cubicBezTo>
                <a:cubicBezTo>
                  <a:pt x="1971276" y="2390860"/>
                  <a:pt x="2831012" y="2053494"/>
                  <a:pt x="4106045" y="1852710"/>
                </a:cubicBezTo>
                <a:close/>
                <a:moveTo>
                  <a:pt x="4710896" y="1437010"/>
                </a:moveTo>
                <a:lnTo>
                  <a:pt x="4376631" y="1484550"/>
                </a:lnTo>
                <a:cubicBezTo>
                  <a:pt x="3247759" y="1645121"/>
                  <a:pt x="1993375" y="1909628"/>
                  <a:pt x="1249246" y="2653837"/>
                </a:cubicBezTo>
                <a:cubicBezTo>
                  <a:pt x="864663" y="3037776"/>
                  <a:pt x="685534" y="3527702"/>
                  <a:pt x="685534" y="4195630"/>
                </a:cubicBezTo>
                <a:cubicBezTo>
                  <a:pt x="685534" y="4554008"/>
                  <a:pt x="735369" y="4901598"/>
                  <a:pt x="829683" y="5200843"/>
                </a:cubicBezTo>
                <a:lnTo>
                  <a:pt x="899080" y="5420989"/>
                </a:lnTo>
                <a:lnTo>
                  <a:pt x="931123" y="5391163"/>
                </a:lnTo>
                <a:cubicBezTo>
                  <a:pt x="931846" y="5390518"/>
                  <a:pt x="1002733" y="5324905"/>
                  <a:pt x="1092740" y="5274588"/>
                </a:cubicBezTo>
                <a:cubicBezTo>
                  <a:pt x="1204445" y="5212073"/>
                  <a:pt x="1435741" y="5177657"/>
                  <a:pt x="1743923" y="5177657"/>
                </a:cubicBezTo>
                <a:lnTo>
                  <a:pt x="1796374" y="5177657"/>
                </a:lnTo>
                <a:cubicBezTo>
                  <a:pt x="2364875" y="5178422"/>
                  <a:pt x="2902140" y="5179107"/>
                  <a:pt x="3466698" y="4613986"/>
                </a:cubicBezTo>
                <a:cubicBezTo>
                  <a:pt x="3847133" y="4233871"/>
                  <a:pt x="3941247" y="3744709"/>
                  <a:pt x="4040915" y="3226806"/>
                </a:cubicBezTo>
                <a:cubicBezTo>
                  <a:pt x="4128508" y="2771499"/>
                  <a:pt x="4227812" y="2255487"/>
                  <a:pt x="4539336" y="1727722"/>
                </a:cubicBezTo>
                <a:close/>
                <a:moveTo>
                  <a:pt x="0" y="0"/>
                </a:moveTo>
                <a:lnTo>
                  <a:pt x="5120640" y="0"/>
                </a:lnTo>
                <a:lnTo>
                  <a:pt x="5120640" y="6858000"/>
                </a:lnTo>
                <a:lnTo>
                  <a:pt x="0" y="6858000"/>
                </a:lnTo>
                <a:close/>
              </a:path>
            </a:pathLst>
          </a:custGeom>
          <a:solidFill>
            <a:schemeClr val="accent1"/>
          </a:solidFill>
        </p:spPr>
        <p:txBody>
          <a:bodyPr wrap="square">
            <a:noAutofit/>
          </a:bodyPr>
          <a:lstStyle>
            <a:lvl1pPr>
              <a:defRPr>
                <a:noFill/>
              </a:defRPr>
            </a:lvl1pPr>
          </a:lstStyle>
          <a:p>
            <a:pPr lvl="0"/>
            <a:endParaRPr lang="en-US" dirty="0"/>
          </a:p>
        </p:txBody>
      </p:sp>
      <p:sp>
        <p:nvSpPr>
          <p:cNvPr id="2" name="Title 1">
            <a:extLst>
              <a:ext uri="{FF2B5EF4-FFF2-40B4-BE49-F238E27FC236}">
                <a16:creationId xmlns:a16="http://schemas.microsoft.com/office/drawing/2014/main" id="{2208F89D-1E17-4736-A2DE-3A958C13FFEE}"/>
              </a:ext>
            </a:extLst>
          </p:cNvPr>
          <p:cNvSpPr>
            <a:spLocks noGrp="1"/>
          </p:cNvSpPr>
          <p:nvPr>
            <p:ph type="title" hasCustomPrompt="1"/>
          </p:nvPr>
        </p:nvSpPr>
        <p:spPr>
          <a:xfrm>
            <a:off x="304800" y="228600"/>
            <a:ext cx="11582400" cy="777240"/>
          </a:xfrm>
        </p:spPr>
        <p:txBody>
          <a:bodyPr vert="horz" lIns="0" tIns="0" rIns="0" bIns="0" rtlCol="0" anchor="t">
            <a:noAutofit/>
          </a:bodyPr>
          <a:lstStyle>
            <a:lvl1pPr>
              <a:defRPr lang="en-GB" dirty="0"/>
            </a:lvl1pPr>
          </a:lstStyle>
          <a:p>
            <a:pPr lvl="0"/>
            <a:r>
              <a:rPr lang="en-US" dirty="0"/>
              <a:t>Agenda Title</a:t>
            </a:r>
            <a:endParaRPr lang="en-GB" dirty="0"/>
          </a:p>
        </p:txBody>
      </p:sp>
      <p:sp>
        <p:nvSpPr>
          <p:cNvPr id="4" name="Footer Placeholder 3">
            <a:extLst>
              <a:ext uri="{FF2B5EF4-FFF2-40B4-BE49-F238E27FC236}">
                <a16:creationId xmlns:a16="http://schemas.microsoft.com/office/drawing/2014/main" id="{6D1DD80A-9C32-4615-A774-BE188EE35B82}"/>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DC7992EC-D8F9-405E-835D-AFE6C47819B9}"/>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9" name="Text Placeholder 8">
            <a:extLst>
              <a:ext uri="{FF2B5EF4-FFF2-40B4-BE49-F238E27FC236}">
                <a16:creationId xmlns:a16="http://schemas.microsoft.com/office/drawing/2014/main" id="{F956791E-6906-4DFF-9C42-39BB02696491}"/>
              </a:ext>
            </a:extLst>
          </p:cNvPr>
          <p:cNvSpPr>
            <a:spLocks noGrp="1"/>
          </p:cNvSpPr>
          <p:nvPr>
            <p:ph type="body" sz="quarter" idx="13"/>
          </p:nvPr>
        </p:nvSpPr>
        <p:spPr>
          <a:xfrm>
            <a:off x="5627948" y="2527300"/>
            <a:ext cx="6259252" cy="3721100"/>
          </a:xfrm>
        </p:spPr>
        <p:txBody>
          <a:bodyPr numCol="2" spcCol="914400"/>
          <a:lstStyle>
            <a:lvl1pPr marL="292608" indent="-292608">
              <a:buClr>
                <a:schemeClr val="accent1"/>
              </a:buClr>
              <a:buFont typeface="+mj-lt"/>
              <a:buAutoNum type="arabicPeriod"/>
              <a:defRPr sz="1800"/>
            </a:lvl1pPr>
            <a:lvl2pPr marL="574675" indent="-292608">
              <a:buSzPct val="80000"/>
              <a:buFont typeface="Arial" panose="020B0604020202020204" pitchFamily="34" charset="0"/>
              <a:buChar char="●"/>
              <a:defRPr sz="1800"/>
            </a:lvl2pPr>
            <a:lvl3pPr marL="868680" indent="-292608">
              <a:buFont typeface="Courier New" panose="02070309020205020404" pitchFamily="49" charset="0"/>
              <a:buChar char="-"/>
              <a:defRPr sz="1800"/>
            </a:lvl3pPr>
            <a:lvl4pPr marL="1152144" indent="-292608">
              <a:buFont typeface="Arial" panose="020B0604020202020204" pitchFamily="34" charset="0"/>
              <a:buChar char="•"/>
              <a:defRPr sz="1800"/>
            </a:lvl4pPr>
            <a:lvl5pPr marL="1444752" indent="-292608">
              <a:buFont typeface="Courier New" panose="02070309020205020404" pitchFamily="49" charset="0"/>
              <a:buChar cha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0939581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4_Divider">
    <p:bg>
      <p:bgPr>
        <a:solidFill>
          <a:schemeClr val="bg1">
            <a:lumMod val="95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75D256C-1213-1869-F0A2-E45794D09D05}"/>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4" name="Footer Placeholder 3">
            <a:extLst>
              <a:ext uri="{FF2B5EF4-FFF2-40B4-BE49-F238E27FC236}">
                <a16:creationId xmlns:a16="http://schemas.microsoft.com/office/drawing/2014/main" id="{7E24406A-33A1-4B99-82CD-083813AA5BBF}"/>
              </a:ext>
            </a:extLst>
          </p:cNvPr>
          <p:cNvSpPr>
            <a:spLocks noGrp="1"/>
          </p:cNvSpPr>
          <p:nvPr>
            <p:ph type="ftr" sz="quarter" idx="11"/>
          </p:nvPr>
        </p:nvSpPr>
        <p:spPr>
          <a:ln>
            <a:solidFill>
              <a:schemeClr val="bg1"/>
            </a:solidFill>
          </a:ln>
        </p:spPr>
        <p:txBody>
          <a:bodyPr lIns="0" tIns="128016" rIns="0" bIns="0"/>
          <a:lstStyle>
            <a:lvl1pPr>
              <a:defRPr>
                <a:solidFill>
                  <a:schemeClr val="bg1"/>
                </a:solidFill>
              </a:defRPr>
            </a:lvl1pPr>
          </a:lstStyle>
          <a:p>
            <a:pPr algn="r"/>
            <a:r>
              <a:rPr lang="en-GB" dirty="0"/>
              <a:t>Classification: Public</a:t>
            </a:r>
          </a:p>
        </p:txBody>
      </p:sp>
      <p:sp>
        <p:nvSpPr>
          <p:cNvPr id="5" name="Slide Number Placeholder 4">
            <a:extLst>
              <a:ext uri="{FF2B5EF4-FFF2-40B4-BE49-F238E27FC236}">
                <a16:creationId xmlns:a16="http://schemas.microsoft.com/office/drawing/2014/main" id="{E5E1AFC2-177E-4F8B-B396-B22824D35B24}"/>
              </a:ext>
            </a:extLst>
          </p:cNvPr>
          <p:cNvSpPr>
            <a:spLocks noGrp="1"/>
          </p:cNvSpPr>
          <p:nvPr>
            <p:ph type="sldNum" sz="quarter" idx="12"/>
          </p:nvPr>
        </p:nvSpPr>
        <p:spPr/>
        <p:txBody>
          <a:bodyPr lIns="0" tIns="0" rIns="0" bIns="0"/>
          <a:lstStyle>
            <a:lvl1pPr>
              <a:defRPr>
                <a:solidFill>
                  <a:schemeClr val="bg1"/>
                </a:solidFill>
              </a:defRPr>
            </a:lvl1pPr>
          </a:lstStyle>
          <a:p>
            <a:fld id="{7695D00A-BA34-4D39-8C84-2534822D6434}" type="slidenum">
              <a:rPr lang="en-GB" smtClean="0"/>
              <a:pPr/>
              <a:t>‹#›</a:t>
            </a:fld>
            <a:endParaRPr lang="en-GB" dirty="0"/>
          </a:p>
        </p:txBody>
      </p:sp>
      <p:sp>
        <p:nvSpPr>
          <p:cNvPr id="2" name="Title 1">
            <a:extLst>
              <a:ext uri="{FF2B5EF4-FFF2-40B4-BE49-F238E27FC236}">
                <a16:creationId xmlns:a16="http://schemas.microsoft.com/office/drawing/2014/main" id="{D67249B4-7789-44E0-AFE4-476C83B11496}"/>
              </a:ext>
            </a:extLst>
          </p:cNvPr>
          <p:cNvSpPr>
            <a:spLocks noGrp="1"/>
          </p:cNvSpPr>
          <p:nvPr>
            <p:ph type="title" hasCustomPrompt="1"/>
          </p:nvPr>
        </p:nvSpPr>
        <p:spPr>
          <a:xfrm>
            <a:off x="304800" y="2958298"/>
            <a:ext cx="4160518" cy="3290102"/>
          </a:xfrm>
        </p:spPr>
        <p:txBody>
          <a:bodyPr anchor="t"/>
          <a:lstStyle>
            <a:lvl1pPr>
              <a:defRPr sz="4400" b="0">
                <a:solidFill>
                  <a:srgbClr val="264600"/>
                </a:solidFill>
              </a:defRPr>
            </a:lvl1pPr>
          </a:lstStyle>
          <a:p>
            <a:r>
              <a:rPr lang="en-US" dirty="0"/>
              <a:t>Divider Title</a:t>
            </a:r>
            <a:endParaRPr lang="en-GB" dirty="0"/>
          </a:p>
        </p:txBody>
      </p:sp>
      <p:sp>
        <p:nvSpPr>
          <p:cNvPr id="6" name="Text Placeholder 8">
            <a:extLst>
              <a:ext uri="{FF2B5EF4-FFF2-40B4-BE49-F238E27FC236}">
                <a16:creationId xmlns:a16="http://schemas.microsoft.com/office/drawing/2014/main" id="{5E7C070F-FE6E-FEC6-05D3-ED9AF746A76B}"/>
              </a:ext>
            </a:extLst>
          </p:cNvPr>
          <p:cNvSpPr>
            <a:spLocks noGrp="1"/>
          </p:cNvSpPr>
          <p:nvPr>
            <p:ph type="body" sz="quarter" idx="13"/>
          </p:nvPr>
        </p:nvSpPr>
        <p:spPr>
          <a:xfrm>
            <a:off x="304798" y="2803454"/>
            <a:ext cx="4160520" cy="145390"/>
          </a:xfrm>
          <a:custGeom>
            <a:avLst/>
            <a:gdLst>
              <a:gd name="connsiteX0" fmla="*/ 0 w 2728912"/>
              <a:gd name="connsiteY0" fmla="*/ 0 h 768350"/>
              <a:gd name="connsiteX1" fmla="*/ 2728912 w 2728912"/>
              <a:gd name="connsiteY1" fmla="*/ 0 h 768350"/>
              <a:gd name="connsiteX2" fmla="*/ 2728912 w 2728912"/>
              <a:gd name="connsiteY2" fmla="*/ 768350 h 768350"/>
              <a:gd name="connsiteX3" fmla="*/ 0 w 2728912"/>
              <a:gd name="connsiteY3" fmla="*/ 768350 h 768350"/>
              <a:gd name="connsiteX4" fmla="*/ 0 w 2728912"/>
              <a:gd name="connsiteY4" fmla="*/ 0 h 768350"/>
              <a:gd name="connsiteX0" fmla="*/ 0 w 2728912"/>
              <a:gd name="connsiteY0" fmla="*/ 0 h 768350"/>
              <a:gd name="connsiteX1" fmla="*/ 2728912 w 2728912"/>
              <a:gd name="connsiteY1" fmla="*/ 0 h 768350"/>
              <a:gd name="connsiteX2" fmla="*/ 2728912 w 2728912"/>
              <a:gd name="connsiteY2" fmla="*/ 768350 h 768350"/>
              <a:gd name="connsiteX3" fmla="*/ 0 w 2728912"/>
              <a:gd name="connsiteY3" fmla="*/ 0 h 768350"/>
              <a:gd name="connsiteX0" fmla="*/ 0 w 2728912"/>
              <a:gd name="connsiteY0" fmla="*/ 0 h 0"/>
              <a:gd name="connsiteX1" fmla="*/ 2728912 w 2728912"/>
              <a:gd name="connsiteY1" fmla="*/ 0 h 0"/>
              <a:gd name="connsiteX2" fmla="*/ 0 w 2728912"/>
              <a:gd name="connsiteY2" fmla="*/ 0 h 0"/>
            </a:gdLst>
            <a:ahLst/>
            <a:cxnLst>
              <a:cxn ang="0">
                <a:pos x="connsiteX0" y="connsiteY0"/>
              </a:cxn>
              <a:cxn ang="0">
                <a:pos x="connsiteX1" y="connsiteY1"/>
              </a:cxn>
              <a:cxn ang="0">
                <a:pos x="connsiteX2" y="connsiteY2"/>
              </a:cxn>
            </a:cxnLst>
            <a:rect l="l" t="t" r="r" b="b"/>
            <a:pathLst>
              <a:path w="2728912">
                <a:moveTo>
                  <a:pt x="0" y="0"/>
                </a:moveTo>
                <a:lnTo>
                  <a:pt x="2728912" y="0"/>
                </a:lnTo>
                <a:lnTo>
                  <a:pt x="0" y="0"/>
                </a:lnTo>
                <a:close/>
              </a:path>
            </a:pathLst>
          </a:custGeom>
          <a:ln w="6350">
            <a:solidFill>
              <a:srgbClr val="264600"/>
            </a:solidFill>
          </a:ln>
        </p:spPr>
        <p:txBody>
          <a:bodyPr/>
          <a:lstStyle>
            <a:lvl1pPr>
              <a:defRPr sz="1200">
                <a:noFill/>
              </a:defRPr>
            </a:lvl1pPr>
            <a:lvl2pPr>
              <a:defRPr sz="1200"/>
            </a:lvl2pPr>
            <a:lvl3pPr>
              <a:defRPr sz="1200"/>
            </a:lvl3pPr>
            <a:lvl4pPr>
              <a:defRPr sz="1200"/>
            </a:lvl4pPr>
            <a:lvl5pPr>
              <a:defRPr sz="1200"/>
            </a:lvl5pPr>
          </a:lstStyle>
          <a:p>
            <a:pPr lvl="0"/>
            <a:endParaRPr lang="en-US" dirty="0"/>
          </a:p>
        </p:txBody>
      </p:sp>
      <p:sp>
        <p:nvSpPr>
          <p:cNvPr id="8" name="Text Placeholder 12">
            <a:extLst>
              <a:ext uri="{FF2B5EF4-FFF2-40B4-BE49-F238E27FC236}">
                <a16:creationId xmlns:a16="http://schemas.microsoft.com/office/drawing/2014/main" id="{3E316316-838D-89D3-5646-DBF4384FA85A}"/>
              </a:ext>
            </a:extLst>
          </p:cNvPr>
          <p:cNvSpPr>
            <a:spLocks noGrp="1"/>
          </p:cNvSpPr>
          <p:nvPr>
            <p:ph type="body" sz="quarter" idx="14" hasCustomPrompt="1"/>
          </p:nvPr>
        </p:nvSpPr>
        <p:spPr>
          <a:xfrm>
            <a:off x="304798" y="2418080"/>
            <a:ext cx="4160838" cy="375920"/>
          </a:xfrm>
        </p:spPr>
        <p:txBody>
          <a:bodyPr/>
          <a:lstStyle>
            <a:lvl1pPr marL="0" indent="0">
              <a:buNone/>
              <a:defRPr>
                <a:solidFill>
                  <a:srgbClr val="264600"/>
                </a:solidFill>
              </a:defRPr>
            </a:lvl1pPr>
          </a:lstStyle>
          <a:p>
            <a:pPr lvl="0"/>
            <a:r>
              <a:rPr lang="en-US" dirty="0"/>
              <a:t>Chapter 1</a:t>
            </a:r>
          </a:p>
        </p:txBody>
      </p:sp>
      <p:sp>
        <p:nvSpPr>
          <p:cNvPr id="9" name="Freeform: Shape 8">
            <a:extLst>
              <a:ext uri="{FF2B5EF4-FFF2-40B4-BE49-F238E27FC236}">
                <a16:creationId xmlns:a16="http://schemas.microsoft.com/office/drawing/2014/main" id="{454E13E1-54EB-BD4C-E4ED-61EEAB4BB014}"/>
              </a:ext>
            </a:extLst>
          </p:cNvPr>
          <p:cNvSpPr/>
          <p:nvPr userDrawn="1"/>
        </p:nvSpPr>
        <p:spPr>
          <a:xfrm>
            <a:off x="6779324" y="1239520"/>
            <a:ext cx="4434712" cy="4389120"/>
          </a:xfrm>
          <a:custGeom>
            <a:avLst/>
            <a:gdLst>
              <a:gd name="connsiteX0" fmla="*/ 3768352 w 4434712"/>
              <a:gd name="connsiteY0" fmla="*/ 457973 h 4389120"/>
              <a:gd name="connsiteX1" fmla="*/ 873816 w 4434712"/>
              <a:gd name="connsiteY1" fmla="*/ 1593614 h 4389120"/>
              <a:gd name="connsiteX2" fmla="*/ 357660 w 4434712"/>
              <a:gd name="connsiteY2" fmla="*/ 3039151 h 4389120"/>
              <a:gd name="connsiteX3" fmla="*/ 446752 w 4434712"/>
              <a:gd name="connsiteY3" fmla="*/ 3844894 h 4389120"/>
              <a:gd name="connsiteX4" fmla="*/ 1166019 w 4434712"/>
              <a:gd name="connsiteY4" fmla="*/ 3763428 h 4389120"/>
              <a:gd name="connsiteX5" fmla="*/ 1224159 w 4434712"/>
              <a:gd name="connsiteY5" fmla="*/ 3763428 h 4389120"/>
              <a:gd name="connsiteX6" fmla="*/ 2811032 w 4434712"/>
              <a:gd name="connsiteY6" fmla="*/ 3247183 h 4389120"/>
              <a:gd name="connsiteX7" fmla="*/ 3345325 w 4434712"/>
              <a:gd name="connsiteY7" fmla="*/ 1904398 h 4389120"/>
              <a:gd name="connsiteX8" fmla="*/ 3768352 w 4434712"/>
              <a:gd name="connsiteY8" fmla="*/ 457973 h 4389120"/>
              <a:gd name="connsiteX9" fmla="*/ 4434712 w 4434712"/>
              <a:gd name="connsiteY9" fmla="*/ 0 h 4389120"/>
              <a:gd name="connsiteX10" fmla="*/ 4245705 w 4434712"/>
              <a:gd name="connsiteY10" fmla="*/ 320275 h 4389120"/>
              <a:gd name="connsiteX11" fmla="*/ 3696599 w 4434712"/>
              <a:gd name="connsiteY11" fmla="*/ 1971805 h 4389120"/>
              <a:gd name="connsiteX12" fmla="*/ 3063988 w 4434712"/>
              <a:gd name="connsiteY12" fmla="*/ 3500051 h 4389120"/>
              <a:gd name="connsiteX13" fmla="*/ 1223804 w 4434712"/>
              <a:gd name="connsiteY13" fmla="*/ 4121043 h 4389120"/>
              <a:gd name="connsiteX14" fmla="*/ 1166019 w 4434712"/>
              <a:gd name="connsiteY14" fmla="*/ 4121043 h 4389120"/>
              <a:gd name="connsiteX15" fmla="*/ 448616 w 4434712"/>
              <a:gd name="connsiteY15" fmla="*/ 4227831 h 4389120"/>
              <a:gd name="connsiteX16" fmla="*/ 270563 w 4434712"/>
              <a:gd name="connsiteY16" fmla="*/ 4356261 h 4389120"/>
              <a:gd name="connsiteX17" fmla="*/ 235262 w 4434712"/>
              <a:gd name="connsiteY17" fmla="*/ 4389120 h 4389120"/>
              <a:gd name="connsiteX18" fmla="*/ 158808 w 4434712"/>
              <a:gd name="connsiteY18" fmla="*/ 4146587 h 4389120"/>
              <a:gd name="connsiteX19" fmla="*/ 0 w 4434712"/>
              <a:gd name="connsiteY19" fmla="*/ 3039151 h 4389120"/>
              <a:gd name="connsiteX20" fmla="*/ 621037 w 4434712"/>
              <a:gd name="connsiteY20" fmla="*/ 1340569 h 4389120"/>
              <a:gd name="connsiteX21" fmla="*/ 4066455 w 4434712"/>
              <a:gd name="connsiteY21" fmla="*/ 52374 h 438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34712" h="4389120">
                <a:moveTo>
                  <a:pt x="3768352" y="457973"/>
                </a:moveTo>
                <a:cubicBezTo>
                  <a:pt x="2363657" y="679176"/>
                  <a:pt x="1416492" y="1050849"/>
                  <a:pt x="873816" y="1593614"/>
                </a:cubicBezTo>
                <a:cubicBezTo>
                  <a:pt x="521656" y="1945152"/>
                  <a:pt x="357660" y="2404499"/>
                  <a:pt x="357660" y="3039151"/>
                </a:cubicBezTo>
                <a:cubicBezTo>
                  <a:pt x="357660" y="3319381"/>
                  <a:pt x="388437" y="3597171"/>
                  <a:pt x="446752" y="3844894"/>
                </a:cubicBezTo>
                <a:cubicBezTo>
                  <a:pt x="669598" y="3777840"/>
                  <a:pt x="958474" y="3763428"/>
                  <a:pt x="1166019" y="3763428"/>
                </a:cubicBezTo>
                <a:lnTo>
                  <a:pt x="1224159" y="3763428"/>
                </a:lnTo>
                <a:cubicBezTo>
                  <a:pt x="1821558" y="3764094"/>
                  <a:pt x="2294255" y="3764536"/>
                  <a:pt x="2811032" y="3247183"/>
                </a:cubicBezTo>
                <a:cubicBezTo>
                  <a:pt x="3152592" y="2905932"/>
                  <a:pt x="3241908" y="2441795"/>
                  <a:pt x="3345325" y="1904398"/>
                </a:cubicBezTo>
                <a:cubicBezTo>
                  <a:pt x="3429275" y="1467978"/>
                  <a:pt x="3524043" y="975415"/>
                  <a:pt x="3768352" y="457973"/>
                </a:cubicBezTo>
                <a:close/>
                <a:moveTo>
                  <a:pt x="4434712" y="0"/>
                </a:moveTo>
                <a:lnTo>
                  <a:pt x="4245705" y="320275"/>
                </a:lnTo>
                <a:cubicBezTo>
                  <a:pt x="3902502" y="901710"/>
                  <a:pt x="3793099" y="1470196"/>
                  <a:pt x="3696599" y="1971805"/>
                </a:cubicBezTo>
                <a:cubicBezTo>
                  <a:pt x="3586795" y="2542375"/>
                  <a:pt x="3483111" y="3081281"/>
                  <a:pt x="3063988" y="3500051"/>
                </a:cubicBezTo>
                <a:cubicBezTo>
                  <a:pt x="2442019" y="4122640"/>
                  <a:pt x="1850118" y="4121886"/>
                  <a:pt x="1223804" y="4121043"/>
                </a:cubicBezTo>
                <a:lnTo>
                  <a:pt x="1166019" y="4121043"/>
                </a:lnTo>
                <a:cubicBezTo>
                  <a:pt x="826498" y="4121043"/>
                  <a:pt x="571680" y="4158959"/>
                  <a:pt x="448616" y="4227831"/>
                </a:cubicBezTo>
                <a:cubicBezTo>
                  <a:pt x="349456" y="4283265"/>
                  <a:pt x="271360" y="4355550"/>
                  <a:pt x="270563" y="4356261"/>
                </a:cubicBezTo>
                <a:lnTo>
                  <a:pt x="235262" y="4389120"/>
                </a:lnTo>
                <a:lnTo>
                  <a:pt x="158808" y="4146587"/>
                </a:lnTo>
                <a:cubicBezTo>
                  <a:pt x="54903" y="3816911"/>
                  <a:pt x="0" y="3433973"/>
                  <a:pt x="0" y="3039151"/>
                </a:cubicBezTo>
                <a:cubicBezTo>
                  <a:pt x="0" y="2303300"/>
                  <a:pt x="197345" y="1763552"/>
                  <a:pt x="621037" y="1340569"/>
                </a:cubicBezTo>
                <a:cubicBezTo>
                  <a:pt x="1440839" y="520680"/>
                  <a:pt x="2822784" y="229274"/>
                  <a:pt x="4066455" y="52374"/>
                </a:cubicBezTo>
                <a:close/>
              </a:path>
            </a:pathLst>
          </a:custGeom>
          <a:gradFill>
            <a:gsLst>
              <a:gs pos="9000">
                <a:srgbClr val="264600"/>
              </a:gs>
              <a:gs pos="90000">
                <a:srgbClr val="264600">
                  <a:alpha val="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12" name="Graphic 11">
            <a:extLst>
              <a:ext uri="{FF2B5EF4-FFF2-40B4-BE49-F238E27FC236}">
                <a16:creationId xmlns:a16="http://schemas.microsoft.com/office/drawing/2014/main" id="{9980F891-C5A3-62B6-DC90-CD154860FEA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5960" y="6399515"/>
            <a:ext cx="1031238" cy="307367"/>
          </a:xfrm>
          <a:prstGeom prst="rect">
            <a:avLst/>
          </a:prstGeom>
        </p:spPr>
      </p:pic>
    </p:spTree>
    <p:extLst>
      <p:ext uri="{BB962C8B-B14F-4D97-AF65-F5344CB8AC3E}">
        <p14:creationId xmlns:p14="http://schemas.microsoft.com/office/powerpoint/2010/main" val="31182511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05_Divider">
    <p:bg>
      <p:bgPr>
        <a:solidFill>
          <a:schemeClr val="bg1"/>
        </a:solidFill>
        <a:effectLst/>
      </p:bgPr>
    </p:bg>
    <p:spTree>
      <p:nvGrpSpPr>
        <p:cNvPr id="1" name=""/>
        <p:cNvGrpSpPr/>
        <p:nvPr/>
      </p:nvGrpSpPr>
      <p:grpSpPr>
        <a:xfrm>
          <a:off x="0" y="0"/>
          <a:ext cx="0" cy="0"/>
          <a:chOff x="0" y="0"/>
          <a:chExt cx="0" cy="0"/>
        </a:xfrm>
      </p:grpSpPr>
      <p:sp>
        <p:nvSpPr>
          <p:cNvPr id="9" name="Picture Placeholder 15">
            <a:extLst>
              <a:ext uri="{FF2B5EF4-FFF2-40B4-BE49-F238E27FC236}">
                <a16:creationId xmlns:a16="http://schemas.microsoft.com/office/drawing/2014/main" id="{382E2D19-94E6-9E8E-CAEE-BDC2FB475D5D}"/>
              </a:ext>
            </a:extLst>
          </p:cNvPr>
          <p:cNvSpPr>
            <a:spLocks noGrp="1"/>
          </p:cNvSpPr>
          <p:nvPr>
            <p:ph type="pic" sz="quarter" idx="19"/>
          </p:nvPr>
        </p:nvSpPr>
        <p:spPr>
          <a:xfrm>
            <a:off x="0" y="0"/>
            <a:ext cx="12192000" cy="6858000"/>
          </a:xfrm>
          <a:custGeom>
            <a:avLst/>
            <a:gdLst>
              <a:gd name="connsiteX0" fmla="*/ 0 w 12192000"/>
              <a:gd name="connsiteY0" fmla="*/ 0 h 6858000"/>
              <a:gd name="connsiteX1" fmla="*/ 12192000 w 12192000"/>
              <a:gd name="connsiteY1" fmla="*/ 0 h 6858000"/>
              <a:gd name="connsiteX2" fmla="*/ 11616597 w 12192000"/>
              <a:gd name="connsiteY2" fmla="*/ 81834 h 6858000"/>
              <a:gd name="connsiteX3" fmla="*/ 6233132 w 12192000"/>
              <a:gd name="connsiteY3" fmla="*/ 2094638 h 6858000"/>
              <a:gd name="connsiteX4" fmla="*/ 5262764 w 12192000"/>
              <a:gd name="connsiteY4" fmla="*/ 4748673 h 6858000"/>
              <a:gd name="connsiteX5" fmla="*/ 5510900 w 12192000"/>
              <a:gd name="connsiteY5" fmla="*/ 6479042 h 6858000"/>
              <a:gd name="connsiteX6" fmla="*/ 563036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1616597" y="81834"/>
                </a:lnTo>
                <a:cubicBezTo>
                  <a:pt x="9673363" y="358241"/>
                  <a:pt x="7514072" y="813562"/>
                  <a:pt x="6233132" y="2094638"/>
                </a:cubicBezTo>
                <a:cubicBezTo>
                  <a:pt x="5571114" y="2755549"/>
                  <a:pt x="5262764" y="3598906"/>
                  <a:pt x="5262764" y="4748673"/>
                </a:cubicBezTo>
                <a:cubicBezTo>
                  <a:pt x="5262764" y="5365583"/>
                  <a:pt x="5348548" y="5963923"/>
                  <a:pt x="5510900" y="6479042"/>
                </a:cubicBezTo>
                <a:lnTo>
                  <a:pt x="5630360" y="6858000"/>
                </a:lnTo>
                <a:lnTo>
                  <a:pt x="0" y="6858000"/>
                </a:lnTo>
                <a:close/>
              </a:path>
            </a:pathLst>
          </a:custGeom>
          <a:pattFill prst="ltVert">
            <a:fgClr>
              <a:schemeClr val="bg1">
                <a:lumMod val="85000"/>
              </a:schemeClr>
            </a:fgClr>
            <a:bgClr>
              <a:schemeClr val="bg1"/>
            </a:bgClr>
          </a:pattFill>
        </p:spPr>
        <p:txBody>
          <a:bodyPr wrap="square">
            <a:noAutofit/>
          </a:bodyPr>
          <a:lstStyle>
            <a:lvl1pPr marL="0" indent="0">
              <a:buNone/>
              <a:defRPr/>
            </a:lvl1pPr>
          </a:lstStyle>
          <a:p>
            <a:endParaRPr lang="en-US" dirty="0"/>
          </a:p>
        </p:txBody>
      </p:sp>
      <p:sp>
        <p:nvSpPr>
          <p:cNvPr id="12" name="Freeform: Shape 11">
            <a:extLst>
              <a:ext uri="{FF2B5EF4-FFF2-40B4-BE49-F238E27FC236}">
                <a16:creationId xmlns:a16="http://schemas.microsoft.com/office/drawing/2014/main" id="{6271FEF2-EADA-2FA3-53BF-D5D98266BEE3}"/>
              </a:ext>
            </a:extLst>
          </p:cNvPr>
          <p:cNvSpPr/>
          <p:nvPr userDrawn="1"/>
        </p:nvSpPr>
        <p:spPr>
          <a:xfrm>
            <a:off x="5262762" y="0"/>
            <a:ext cx="6929238" cy="6858000"/>
          </a:xfrm>
          <a:custGeom>
            <a:avLst/>
            <a:gdLst>
              <a:gd name="connsiteX0" fmla="*/ 6929238 w 6929238"/>
              <a:gd name="connsiteY0" fmla="*/ 0 h 6858000"/>
              <a:gd name="connsiteX1" fmla="*/ 6633914 w 6929238"/>
              <a:gd name="connsiteY1" fmla="*/ 500430 h 6858000"/>
              <a:gd name="connsiteX2" fmla="*/ 5775936 w 6929238"/>
              <a:gd name="connsiteY2" fmla="*/ 3080945 h 6858000"/>
              <a:gd name="connsiteX3" fmla="*/ 4787482 w 6929238"/>
              <a:gd name="connsiteY3" fmla="*/ 5468830 h 6858000"/>
              <a:gd name="connsiteX4" fmla="*/ 1912194 w 6929238"/>
              <a:gd name="connsiteY4" fmla="*/ 6439130 h 6858000"/>
              <a:gd name="connsiteX5" fmla="*/ 1821905 w 6929238"/>
              <a:gd name="connsiteY5" fmla="*/ 6439130 h 6858000"/>
              <a:gd name="connsiteX6" fmla="*/ 700963 w 6929238"/>
              <a:gd name="connsiteY6" fmla="*/ 6605986 h 6858000"/>
              <a:gd name="connsiteX7" fmla="*/ 422755 w 6929238"/>
              <a:gd name="connsiteY7" fmla="*/ 6806658 h 6858000"/>
              <a:gd name="connsiteX8" fmla="*/ 367597 w 6929238"/>
              <a:gd name="connsiteY8" fmla="*/ 6858000 h 6858000"/>
              <a:gd name="connsiteX9" fmla="*/ 248138 w 6929238"/>
              <a:gd name="connsiteY9" fmla="*/ 6479042 h 6858000"/>
              <a:gd name="connsiteX10" fmla="*/ 0 w 6929238"/>
              <a:gd name="connsiteY10" fmla="*/ 4748674 h 6858000"/>
              <a:gd name="connsiteX11" fmla="*/ 970371 w 6929238"/>
              <a:gd name="connsiteY11" fmla="*/ 2094639 h 6858000"/>
              <a:gd name="connsiteX12" fmla="*/ 6353836 w 6929238"/>
              <a:gd name="connsiteY12" fmla="*/ 81834 h 6858000"/>
              <a:gd name="connsiteX13" fmla="*/ 6929238 w 6929238"/>
              <a:gd name="connsiteY13" fmla="*/ 0 h 6858000"/>
              <a:gd name="connsiteX14" fmla="*/ 5888050 w 6929238"/>
              <a:gd name="connsiteY14" fmla="*/ 715583 h 6858000"/>
              <a:gd name="connsiteX15" fmla="*/ 1365338 w 6929238"/>
              <a:gd name="connsiteY15" fmla="*/ 2490022 h 6858000"/>
              <a:gd name="connsiteX16" fmla="*/ 558844 w 6929238"/>
              <a:gd name="connsiteY16" fmla="*/ 4748674 h 6858000"/>
              <a:gd name="connsiteX17" fmla="*/ 698050 w 6929238"/>
              <a:gd name="connsiteY17" fmla="*/ 6007647 h 6858000"/>
              <a:gd name="connsiteX18" fmla="*/ 1821905 w 6929238"/>
              <a:gd name="connsiteY18" fmla="*/ 5880356 h 6858000"/>
              <a:gd name="connsiteX19" fmla="*/ 1912749 w 6929238"/>
              <a:gd name="connsiteY19" fmla="*/ 5880356 h 6858000"/>
              <a:gd name="connsiteX20" fmla="*/ 4392238 w 6929238"/>
              <a:gd name="connsiteY20" fmla="*/ 5073724 h 6858000"/>
              <a:gd name="connsiteX21" fmla="*/ 5227070 w 6929238"/>
              <a:gd name="connsiteY21" fmla="*/ 2975622 h 6858000"/>
              <a:gd name="connsiteX22" fmla="*/ 5888050 w 6929238"/>
              <a:gd name="connsiteY22" fmla="*/ 7155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29238" h="6858000">
                <a:moveTo>
                  <a:pt x="6929238" y="0"/>
                </a:moveTo>
                <a:lnTo>
                  <a:pt x="6633914" y="500430"/>
                </a:lnTo>
                <a:cubicBezTo>
                  <a:pt x="6097660" y="1408922"/>
                  <a:pt x="5926718" y="2297181"/>
                  <a:pt x="5775936" y="3080945"/>
                </a:cubicBezTo>
                <a:cubicBezTo>
                  <a:pt x="5604368" y="3972461"/>
                  <a:pt x="5442362" y="4814502"/>
                  <a:pt x="4787482" y="5468830"/>
                </a:cubicBezTo>
                <a:cubicBezTo>
                  <a:pt x="3815655" y="6441625"/>
                  <a:pt x="2890810" y="6440447"/>
                  <a:pt x="1912194" y="6439130"/>
                </a:cubicBezTo>
                <a:lnTo>
                  <a:pt x="1821905" y="6439130"/>
                </a:lnTo>
                <a:cubicBezTo>
                  <a:pt x="1291403" y="6439130"/>
                  <a:pt x="893250" y="6498374"/>
                  <a:pt x="700963" y="6605986"/>
                </a:cubicBezTo>
                <a:cubicBezTo>
                  <a:pt x="546025" y="6692602"/>
                  <a:pt x="424000" y="6805547"/>
                  <a:pt x="422755" y="6806658"/>
                </a:cubicBezTo>
                <a:lnTo>
                  <a:pt x="367597" y="6858000"/>
                </a:lnTo>
                <a:lnTo>
                  <a:pt x="248138" y="6479042"/>
                </a:lnTo>
                <a:cubicBezTo>
                  <a:pt x="85786" y="5963924"/>
                  <a:pt x="0" y="5365583"/>
                  <a:pt x="0" y="4748674"/>
                </a:cubicBezTo>
                <a:cubicBezTo>
                  <a:pt x="0" y="3598906"/>
                  <a:pt x="308352" y="2755550"/>
                  <a:pt x="970371" y="2094639"/>
                </a:cubicBezTo>
                <a:cubicBezTo>
                  <a:pt x="2251311" y="813563"/>
                  <a:pt x="4410600" y="358241"/>
                  <a:pt x="6353836" y="81834"/>
                </a:cubicBezTo>
                <a:lnTo>
                  <a:pt x="6929238" y="0"/>
                </a:lnTo>
                <a:close/>
                <a:moveTo>
                  <a:pt x="5888050" y="715583"/>
                </a:moveTo>
                <a:cubicBezTo>
                  <a:pt x="3693214" y="1061213"/>
                  <a:pt x="2213269" y="1641952"/>
                  <a:pt x="1365338" y="2490022"/>
                </a:cubicBezTo>
                <a:cubicBezTo>
                  <a:pt x="815088" y="3039300"/>
                  <a:pt x="558844" y="3757030"/>
                  <a:pt x="558844" y="4748674"/>
                </a:cubicBezTo>
                <a:cubicBezTo>
                  <a:pt x="558844" y="5186533"/>
                  <a:pt x="606933" y="5620580"/>
                  <a:pt x="698050" y="6007647"/>
                </a:cubicBezTo>
                <a:cubicBezTo>
                  <a:pt x="1046247" y="5902875"/>
                  <a:pt x="1497616" y="5880356"/>
                  <a:pt x="1821905" y="5880356"/>
                </a:cubicBezTo>
                <a:lnTo>
                  <a:pt x="1912749" y="5880356"/>
                </a:lnTo>
                <a:cubicBezTo>
                  <a:pt x="2846185" y="5881397"/>
                  <a:pt x="3584774" y="5882088"/>
                  <a:pt x="4392238" y="5073724"/>
                </a:cubicBezTo>
                <a:cubicBezTo>
                  <a:pt x="4925926" y="4540519"/>
                  <a:pt x="5065482" y="3815305"/>
                  <a:pt x="5227070" y="2975622"/>
                </a:cubicBezTo>
                <a:cubicBezTo>
                  <a:pt x="5358242" y="2293716"/>
                  <a:pt x="5506318" y="1524086"/>
                  <a:pt x="5888050" y="715583"/>
                </a:cubicBezTo>
                <a:close/>
              </a:path>
            </a:pathLst>
          </a:custGeom>
          <a:solidFill>
            <a:srgbClr val="FFD66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13" name="Freeform: Shape 12">
            <a:extLst>
              <a:ext uri="{FF2B5EF4-FFF2-40B4-BE49-F238E27FC236}">
                <a16:creationId xmlns:a16="http://schemas.microsoft.com/office/drawing/2014/main" id="{F1882B99-5834-97E9-5266-3A5A73873A1D}"/>
              </a:ext>
            </a:extLst>
          </p:cNvPr>
          <p:cNvSpPr/>
          <p:nvPr userDrawn="1"/>
        </p:nvSpPr>
        <p:spPr>
          <a:xfrm>
            <a:off x="5630359" y="0"/>
            <a:ext cx="6561641" cy="6858000"/>
          </a:xfrm>
          <a:custGeom>
            <a:avLst/>
            <a:gdLst>
              <a:gd name="connsiteX0" fmla="*/ 6561641 w 6561641"/>
              <a:gd name="connsiteY0" fmla="*/ 0 h 6858000"/>
              <a:gd name="connsiteX1" fmla="*/ 6561641 w 6561641"/>
              <a:gd name="connsiteY1" fmla="*/ 6858000 h 6858000"/>
              <a:gd name="connsiteX2" fmla="*/ 0 w 6561641"/>
              <a:gd name="connsiteY2" fmla="*/ 6858000 h 6858000"/>
              <a:gd name="connsiteX3" fmla="*/ 55158 w 6561641"/>
              <a:gd name="connsiteY3" fmla="*/ 6806658 h 6858000"/>
              <a:gd name="connsiteX4" fmla="*/ 333366 w 6561641"/>
              <a:gd name="connsiteY4" fmla="*/ 6605986 h 6858000"/>
              <a:gd name="connsiteX5" fmla="*/ 1454308 w 6561641"/>
              <a:gd name="connsiteY5" fmla="*/ 6439130 h 6858000"/>
              <a:gd name="connsiteX6" fmla="*/ 1544597 w 6561641"/>
              <a:gd name="connsiteY6" fmla="*/ 6439130 h 6858000"/>
              <a:gd name="connsiteX7" fmla="*/ 4419885 w 6561641"/>
              <a:gd name="connsiteY7" fmla="*/ 5468830 h 6858000"/>
              <a:gd name="connsiteX8" fmla="*/ 5408339 w 6561641"/>
              <a:gd name="connsiteY8" fmla="*/ 3080945 h 6858000"/>
              <a:gd name="connsiteX9" fmla="*/ 6266317 w 6561641"/>
              <a:gd name="connsiteY9" fmla="*/ 500430 h 6858000"/>
              <a:gd name="connsiteX10" fmla="*/ 6561641 w 6561641"/>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61641" h="6858000">
                <a:moveTo>
                  <a:pt x="6561641" y="0"/>
                </a:moveTo>
                <a:lnTo>
                  <a:pt x="6561641" y="6858000"/>
                </a:lnTo>
                <a:lnTo>
                  <a:pt x="0" y="6858000"/>
                </a:lnTo>
                <a:lnTo>
                  <a:pt x="55158" y="6806658"/>
                </a:lnTo>
                <a:cubicBezTo>
                  <a:pt x="56403" y="6805547"/>
                  <a:pt x="178428" y="6692602"/>
                  <a:pt x="333366" y="6605986"/>
                </a:cubicBezTo>
                <a:cubicBezTo>
                  <a:pt x="525653" y="6498374"/>
                  <a:pt x="923806" y="6439130"/>
                  <a:pt x="1454308" y="6439130"/>
                </a:cubicBezTo>
                <a:lnTo>
                  <a:pt x="1544597" y="6439130"/>
                </a:lnTo>
                <a:cubicBezTo>
                  <a:pt x="2523213" y="6440447"/>
                  <a:pt x="3448058" y="6441625"/>
                  <a:pt x="4419885" y="5468830"/>
                </a:cubicBezTo>
                <a:cubicBezTo>
                  <a:pt x="5074765" y="4814502"/>
                  <a:pt x="5236771" y="3972461"/>
                  <a:pt x="5408339" y="3080945"/>
                </a:cubicBezTo>
                <a:cubicBezTo>
                  <a:pt x="5559121" y="2297181"/>
                  <a:pt x="5730063" y="1408922"/>
                  <a:pt x="6266317" y="500430"/>
                </a:cubicBezTo>
                <a:lnTo>
                  <a:pt x="6561641"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14" name="Freeform: Shape 13">
            <a:extLst>
              <a:ext uri="{FF2B5EF4-FFF2-40B4-BE49-F238E27FC236}">
                <a16:creationId xmlns:a16="http://schemas.microsoft.com/office/drawing/2014/main" id="{F49BB2BB-6168-3275-23ED-0D3F8024751F}"/>
              </a:ext>
            </a:extLst>
          </p:cNvPr>
          <p:cNvSpPr/>
          <p:nvPr userDrawn="1"/>
        </p:nvSpPr>
        <p:spPr>
          <a:xfrm>
            <a:off x="5821606" y="715583"/>
            <a:ext cx="5329206" cy="5292064"/>
          </a:xfrm>
          <a:custGeom>
            <a:avLst/>
            <a:gdLst>
              <a:gd name="connsiteX0" fmla="*/ 5329206 w 5329206"/>
              <a:gd name="connsiteY0" fmla="*/ 0 h 5292064"/>
              <a:gd name="connsiteX1" fmla="*/ 4668226 w 5329206"/>
              <a:gd name="connsiteY1" fmla="*/ 2260039 h 5292064"/>
              <a:gd name="connsiteX2" fmla="*/ 3833394 w 5329206"/>
              <a:gd name="connsiteY2" fmla="*/ 4358141 h 5292064"/>
              <a:gd name="connsiteX3" fmla="*/ 1353905 w 5329206"/>
              <a:gd name="connsiteY3" fmla="*/ 5164773 h 5292064"/>
              <a:gd name="connsiteX4" fmla="*/ 1263061 w 5329206"/>
              <a:gd name="connsiteY4" fmla="*/ 5164773 h 5292064"/>
              <a:gd name="connsiteX5" fmla="*/ 139206 w 5329206"/>
              <a:gd name="connsiteY5" fmla="*/ 5292064 h 5292064"/>
              <a:gd name="connsiteX6" fmla="*/ 0 w 5329206"/>
              <a:gd name="connsiteY6" fmla="*/ 4033091 h 5292064"/>
              <a:gd name="connsiteX7" fmla="*/ 806494 w 5329206"/>
              <a:gd name="connsiteY7" fmla="*/ 1774439 h 5292064"/>
              <a:gd name="connsiteX8" fmla="*/ 5329206 w 5329206"/>
              <a:gd name="connsiteY8" fmla="*/ 0 h 5292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206" h="5292064">
                <a:moveTo>
                  <a:pt x="5329206" y="0"/>
                </a:moveTo>
                <a:cubicBezTo>
                  <a:pt x="4947474" y="808503"/>
                  <a:pt x="4799398" y="1578133"/>
                  <a:pt x="4668226" y="2260039"/>
                </a:cubicBezTo>
                <a:cubicBezTo>
                  <a:pt x="4506638" y="3099722"/>
                  <a:pt x="4367082" y="3824936"/>
                  <a:pt x="3833394" y="4358141"/>
                </a:cubicBezTo>
                <a:cubicBezTo>
                  <a:pt x="3025930" y="5166505"/>
                  <a:pt x="2287341" y="5165814"/>
                  <a:pt x="1353905" y="5164773"/>
                </a:cubicBezTo>
                <a:lnTo>
                  <a:pt x="1263061" y="5164773"/>
                </a:lnTo>
                <a:cubicBezTo>
                  <a:pt x="938772" y="5164773"/>
                  <a:pt x="487403" y="5187292"/>
                  <a:pt x="139206" y="5292064"/>
                </a:cubicBezTo>
                <a:cubicBezTo>
                  <a:pt x="48089" y="4904997"/>
                  <a:pt x="0" y="4470950"/>
                  <a:pt x="0" y="4033091"/>
                </a:cubicBezTo>
                <a:cubicBezTo>
                  <a:pt x="0" y="3041447"/>
                  <a:pt x="256244" y="2323717"/>
                  <a:pt x="806494" y="1774439"/>
                </a:cubicBezTo>
                <a:cubicBezTo>
                  <a:pt x="1654425" y="926369"/>
                  <a:pt x="3134370" y="345630"/>
                  <a:pt x="532920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15" name="Graphic 14">
            <a:extLst>
              <a:ext uri="{FF2B5EF4-FFF2-40B4-BE49-F238E27FC236}">
                <a16:creationId xmlns:a16="http://schemas.microsoft.com/office/drawing/2014/main" id="{51AA4E89-CB6D-35C7-DDBF-F9452D8C8A4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5960" y="6399515"/>
            <a:ext cx="1031238" cy="307367"/>
          </a:xfrm>
          <a:prstGeom prst="rect">
            <a:avLst/>
          </a:prstGeom>
        </p:spPr>
      </p:pic>
      <p:sp>
        <p:nvSpPr>
          <p:cNvPr id="4" name="Footer Placeholder 3">
            <a:extLst>
              <a:ext uri="{FF2B5EF4-FFF2-40B4-BE49-F238E27FC236}">
                <a16:creationId xmlns:a16="http://schemas.microsoft.com/office/drawing/2014/main" id="{7E24406A-33A1-4B99-82CD-083813AA5BBF}"/>
              </a:ext>
            </a:extLst>
          </p:cNvPr>
          <p:cNvSpPr>
            <a:spLocks noGrp="1"/>
          </p:cNvSpPr>
          <p:nvPr>
            <p:ph type="ftr" sz="quarter" idx="11"/>
          </p:nvPr>
        </p:nvSpPr>
        <p:spPr>
          <a:ln>
            <a:solidFill>
              <a:schemeClr val="bg1"/>
            </a:solidFill>
          </a:ln>
        </p:spPr>
        <p:txBody>
          <a:bodyPr lIns="0" tIns="128016" rIns="0" bIns="0"/>
          <a:lstStyle>
            <a:lvl1pPr>
              <a:defRPr>
                <a:solidFill>
                  <a:schemeClr val="bg1"/>
                </a:solidFill>
              </a:defRPr>
            </a:lvl1pPr>
          </a:lstStyle>
          <a:p>
            <a:pPr algn="r"/>
            <a:r>
              <a:rPr lang="en-GB" dirty="0"/>
              <a:t>Classification: Public</a:t>
            </a:r>
          </a:p>
        </p:txBody>
      </p:sp>
      <p:sp>
        <p:nvSpPr>
          <p:cNvPr id="5" name="Slide Number Placeholder 4">
            <a:extLst>
              <a:ext uri="{FF2B5EF4-FFF2-40B4-BE49-F238E27FC236}">
                <a16:creationId xmlns:a16="http://schemas.microsoft.com/office/drawing/2014/main" id="{E5E1AFC2-177E-4F8B-B396-B22824D35B24}"/>
              </a:ext>
            </a:extLst>
          </p:cNvPr>
          <p:cNvSpPr>
            <a:spLocks noGrp="1"/>
          </p:cNvSpPr>
          <p:nvPr>
            <p:ph type="sldNum" sz="quarter" idx="12"/>
          </p:nvPr>
        </p:nvSpPr>
        <p:spPr/>
        <p:txBody>
          <a:bodyPr lIns="0" tIns="0" rIns="0" bIns="0"/>
          <a:lstStyle>
            <a:lvl1pPr>
              <a:defRPr>
                <a:solidFill>
                  <a:schemeClr val="bg1"/>
                </a:solidFill>
              </a:defRPr>
            </a:lvl1pPr>
          </a:lstStyle>
          <a:p>
            <a:fld id="{7695D00A-BA34-4D39-8C84-2534822D6434}" type="slidenum">
              <a:rPr lang="en-GB" smtClean="0"/>
              <a:pPr/>
              <a:t>‹#›</a:t>
            </a:fld>
            <a:endParaRPr lang="en-GB" dirty="0"/>
          </a:p>
        </p:txBody>
      </p:sp>
      <p:sp>
        <p:nvSpPr>
          <p:cNvPr id="2" name="Title 1">
            <a:extLst>
              <a:ext uri="{FF2B5EF4-FFF2-40B4-BE49-F238E27FC236}">
                <a16:creationId xmlns:a16="http://schemas.microsoft.com/office/drawing/2014/main" id="{D67249B4-7789-44E0-AFE4-476C83B11496}"/>
              </a:ext>
            </a:extLst>
          </p:cNvPr>
          <p:cNvSpPr>
            <a:spLocks noGrp="1"/>
          </p:cNvSpPr>
          <p:nvPr>
            <p:ph type="title" hasCustomPrompt="1"/>
          </p:nvPr>
        </p:nvSpPr>
        <p:spPr>
          <a:xfrm>
            <a:off x="304800" y="2958298"/>
            <a:ext cx="4160518" cy="3290102"/>
          </a:xfrm>
        </p:spPr>
        <p:txBody>
          <a:bodyPr anchor="t"/>
          <a:lstStyle>
            <a:lvl1pPr>
              <a:defRPr sz="4400" b="1">
                <a:solidFill>
                  <a:schemeClr val="bg1"/>
                </a:solidFill>
              </a:defRPr>
            </a:lvl1pPr>
          </a:lstStyle>
          <a:p>
            <a:r>
              <a:rPr lang="en-US" dirty="0"/>
              <a:t>Divider Title</a:t>
            </a:r>
            <a:endParaRPr lang="en-GB" dirty="0"/>
          </a:p>
        </p:txBody>
      </p:sp>
    </p:spTree>
    <p:extLst>
      <p:ext uri="{BB962C8B-B14F-4D97-AF65-F5344CB8AC3E}">
        <p14:creationId xmlns:p14="http://schemas.microsoft.com/office/powerpoint/2010/main" val="7453812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2E35D-FD22-C752-3131-240F6A291098}"/>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6E63724E-65A4-BBE3-DA34-CB2CDD46BDE8}"/>
              </a:ext>
            </a:extLst>
          </p:cNvPr>
          <p:cNvSpPr>
            <a:spLocks noGrp="1"/>
          </p:cNvSpPr>
          <p:nvPr>
            <p:ph type="ftr" sz="quarter" idx="10"/>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FBC7626A-3B79-DBA0-B933-DE57697A1048}"/>
              </a:ext>
            </a:extLst>
          </p:cNvPr>
          <p:cNvSpPr>
            <a:spLocks noGrp="1"/>
          </p:cNvSpPr>
          <p:nvPr>
            <p:ph type="sldNum" sz="quarter" idx="11"/>
          </p:nvPr>
        </p:nvSpPr>
        <p:spPr/>
        <p:txBody>
          <a:bodyPr/>
          <a:lstStyle/>
          <a:p>
            <a:fld id="{7695D00A-BA34-4D39-8C84-2534822D6434}" type="slidenum">
              <a:rPr lang="en-GB" smtClean="0"/>
              <a:pPr/>
              <a:t>‹#›</a:t>
            </a:fld>
            <a:endParaRPr lang="en-GB" dirty="0"/>
          </a:p>
        </p:txBody>
      </p:sp>
    </p:spTree>
    <p:extLst>
      <p:ext uri="{BB962C8B-B14F-4D97-AF65-F5344CB8AC3E}">
        <p14:creationId xmlns:p14="http://schemas.microsoft.com/office/powerpoint/2010/main" val="32212641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0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1581958"/>
            <a:ext cx="11582400" cy="4666441"/>
          </a:xfrm>
        </p:spPr>
        <p:txBody>
          <a:bodyPr lIns="0" tIns="0" rIns="0" bIns="0" numCol="3" spcCol="27432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7775228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08_Two columns">
    <p:bg>
      <p:bgPr>
        <a:solidFill>
          <a:schemeClr val="accent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297128-6578-3270-F01A-CD0BB0591C1F}"/>
              </a:ext>
            </a:extLst>
          </p:cNvPr>
          <p:cNvSpPr/>
          <p:nvPr/>
        </p:nvSpPr>
        <p:spPr>
          <a:xfrm flipV="1">
            <a:off x="0" y="0"/>
            <a:ext cx="12192000" cy="4312024"/>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ea typeface="+mn-ea"/>
              <a:cs typeface="+mn-cs"/>
            </a:endParaRPr>
          </a:p>
        </p:txBody>
      </p:sp>
      <p:sp>
        <p:nvSpPr>
          <p:cNvPr id="10" name="Text Placeholder 9">
            <a:extLst>
              <a:ext uri="{FF2B5EF4-FFF2-40B4-BE49-F238E27FC236}">
                <a16:creationId xmlns:a16="http://schemas.microsoft.com/office/drawing/2014/main" id="{E53876BC-0069-4DEA-8531-12B084DB4F84}"/>
              </a:ext>
            </a:extLst>
          </p:cNvPr>
          <p:cNvSpPr>
            <a:spLocks noGrp="1"/>
          </p:cNvSpPr>
          <p:nvPr>
            <p:ph type="body" sz="quarter" idx="15" hasCustomPrompt="1"/>
          </p:nvPr>
        </p:nvSpPr>
        <p:spPr>
          <a:xfrm>
            <a:off x="304800" y="1444561"/>
            <a:ext cx="5678424" cy="4361688"/>
          </a:xfrm>
          <a:prstGeom prst="roundRect">
            <a:avLst>
              <a:gd name="adj" fmla="val 3467"/>
            </a:avLst>
          </a:prstGeom>
          <a:solidFill>
            <a:schemeClr val="bg1"/>
          </a:solidFill>
          <a:ln>
            <a:solidFill>
              <a:schemeClr val="tx2"/>
            </a:solidFill>
          </a:ln>
          <a:effectLst/>
        </p:spPr>
        <p:txBody>
          <a:bodyPr lIns="182880" tIns="109728" rIns="182880" bIns="137160" anchor="t"/>
          <a:lstStyle>
            <a:lvl1pPr marL="0" indent="0">
              <a:buNone/>
              <a:defRPr sz="2200" b="1">
                <a:solidFill>
                  <a:schemeClr val="accent4"/>
                </a:solidFill>
              </a:defRPr>
            </a:lvl1pPr>
            <a:lvl2pPr>
              <a:defRPr b="1"/>
            </a:lvl2pPr>
            <a:lvl3pPr>
              <a:defRPr b="1"/>
            </a:lvl3pPr>
            <a:lvl4pPr>
              <a:defRPr b="1"/>
            </a:lvl4pPr>
            <a:lvl5pPr>
              <a:defRPr b="1"/>
            </a:lvl5pPr>
          </a:lstStyle>
          <a:p>
            <a:pPr lvl="0"/>
            <a:r>
              <a:rPr lang="en-US" dirty="0"/>
              <a:t>Header</a:t>
            </a:r>
          </a:p>
        </p:txBody>
      </p:sp>
      <p:sp>
        <p:nvSpPr>
          <p:cNvPr id="11" name="Text Placeholder 9">
            <a:extLst>
              <a:ext uri="{FF2B5EF4-FFF2-40B4-BE49-F238E27FC236}">
                <a16:creationId xmlns:a16="http://schemas.microsoft.com/office/drawing/2014/main" id="{0C3BA70B-9A57-4C78-9121-14908D1B4D21}"/>
              </a:ext>
            </a:extLst>
          </p:cNvPr>
          <p:cNvSpPr>
            <a:spLocks noGrp="1"/>
          </p:cNvSpPr>
          <p:nvPr>
            <p:ph type="body" sz="quarter" idx="16" hasCustomPrompt="1"/>
          </p:nvPr>
        </p:nvSpPr>
        <p:spPr>
          <a:xfrm>
            <a:off x="6208776" y="1444561"/>
            <a:ext cx="5678424" cy="4361688"/>
          </a:xfrm>
          <a:prstGeom prst="roundRect">
            <a:avLst>
              <a:gd name="adj" fmla="val 3380"/>
            </a:avLst>
          </a:prstGeom>
          <a:solidFill>
            <a:schemeClr val="bg1"/>
          </a:solidFill>
          <a:ln>
            <a:solidFill>
              <a:schemeClr val="tx2"/>
            </a:solidFill>
          </a:ln>
          <a:effectLst/>
        </p:spPr>
        <p:txBody>
          <a:bodyPr lIns="182880" tIns="109728" rIns="182880" bIns="137160" anchor="t"/>
          <a:lstStyle>
            <a:lvl1pPr marL="0" indent="0">
              <a:buNone/>
              <a:defRPr sz="2200" b="1">
                <a:solidFill>
                  <a:schemeClr val="accent4"/>
                </a:solidFill>
              </a:defRPr>
            </a:lvl1pPr>
            <a:lvl2pPr>
              <a:defRPr b="1"/>
            </a:lvl2pPr>
            <a:lvl3pPr>
              <a:defRPr b="1"/>
            </a:lvl3pPr>
            <a:lvl4pPr>
              <a:defRPr b="1"/>
            </a:lvl4pPr>
            <a:lvl5pPr>
              <a:defRPr b="1"/>
            </a:lvl5pPr>
          </a:lstStyle>
          <a:p>
            <a:pPr lvl="0"/>
            <a:r>
              <a:rPr lang="en-US" dirty="0"/>
              <a:t>Header</a:t>
            </a:r>
          </a:p>
        </p:txBody>
      </p:sp>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a:xfrm>
            <a:off x="304800" y="228601"/>
            <a:ext cx="11582400" cy="777240"/>
          </a:xfrm>
        </p:spPr>
        <p:txBody>
          <a:bodyPr lIns="0" tIns="0" rIns="0" bIns="0"/>
          <a:lstStyle>
            <a:lvl1pPr>
              <a:defRPr b="1"/>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a:ln>
            <a:solidFill>
              <a:schemeClr val="bg1"/>
            </a:solidFill>
          </a:ln>
        </p:spPr>
        <p:txBody>
          <a:bodyPr lIns="0" tIns="128016" rIns="0" bIns="0"/>
          <a:lstStyle>
            <a:lvl1pPr>
              <a:defRPr>
                <a:solidFill>
                  <a:schemeClr val="bg1"/>
                </a:solidFill>
              </a:defRPr>
            </a:lvl1pPr>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lvl1pPr>
              <a:defRPr>
                <a:solidFill>
                  <a:schemeClr val="bg1"/>
                </a:solidFill>
              </a:defRPr>
            </a:lvl1pPr>
          </a:lstStyle>
          <a:p>
            <a:fld id="{7695D00A-BA34-4D39-8C84-2534822D6434}" type="slidenum">
              <a:rPr lang="en-GB" smtClean="0"/>
              <a:pPr/>
              <a:t>‹#›</a:t>
            </a:fld>
            <a:endParaRPr lang="en-GB" dirty="0"/>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2195159"/>
            <a:ext cx="5678424" cy="3611090"/>
          </a:xfrm>
        </p:spPr>
        <p:txBody>
          <a:bodyPr lIns="182880" tIns="0" rIns="18288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7">
            <a:extLst>
              <a:ext uri="{FF2B5EF4-FFF2-40B4-BE49-F238E27FC236}">
                <a16:creationId xmlns:a16="http://schemas.microsoft.com/office/drawing/2014/main" id="{C72599A3-164A-44BE-AEF5-BDF02C58C311}"/>
              </a:ext>
            </a:extLst>
          </p:cNvPr>
          <p:cNvSpPr>
            <a:spLocks noGrp="1"/>
          </p:cNvSpPr>
          <p:nvPr>
            <p:ph type="body" sz="quarter" idx="14"/>
          </p:nvPr>
        </p:nvSpPr>
        <p:spPr>
          <a:xfrm>
            <a:off x="6208776" y="2195159"/>
            <a:ext cx="5678424" cy="3611090"/>
          </a:xfrm>
        </p:spPr>
        <p:txBody>
          <a:bodyPr lIns="182880" tIns="0" rIns="18288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ext Placeholder 11">
            <a:extLst>
              <a:ext uri="{FF2B5EF4-FFF2-40B4-BE49-F238E27FC236}">
                <a16:creationId xmlns:a16="http://schemas.microsoft.com/office/drawing/2014/main" id="{8D606758-4385-4A20-BE7A-5EA8B7B92DCE}"/>
              </a:ext>
            </a:extLst>
          </p:cNvPr>
          <p:cNvSpPr>
            <a:spLocks noGrp="1"/>
          </p:cNvSpPr>
          <p:nvPr>
            <p:ph type="body" sz="quarter" idx="17" hasCustomPrompt="1"/>
          </p:nvPr>
        </p:nvSpPr>
        <p:spPr>
          <a:xfrm>
            <a:off x="304800" y="5890779"/>
            <a:ext cx="11582400" cy="357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b="1" smtClean="0">
                <a:solidFill>
                  <a:schemeClr val="bg1"/>
                </a:solidFill>
              </a:defRPr>
            </a:lvl1pPr>
            <a:lvl2pPr algn="ctr">
              <a:defRPr lang="en-US" sz="1800" smtClean="0">
                <a:solidFill>
                  <a:schemeClr val="lt1"/>
                </a:solidFill>
              </a:defRPr>
            </a:lvl2pPr>
            <a:lvl3pPr algn="ctr">
              <a:defRPr lang="en-US" sz="1800" smtClean="0">
                <a:solidFill>
                  <a:schemeClr val="lt1"/>
                </a:solidFill>
              </a:defRPr>
            </a:lvl3pPr>
            <a:lvl4pPr algn="ctr">
              <a:defRPr lang="en-US" sz="1800" smtClean="0">
                <a:solidFill>
                  <a:schemeClr val="lt1"/>
                </a:solidFill>
              </a:defRPr>
            </a:lvl4pPr>
            <a:lvl5pPr algn="ctr">
              <a:defRPr lang="en-GB" sz="1800">
                <a:solidFill>
                  <a:schemeClr val="lt1"/>
                </a:solidFill>
              </a:defRPr>
            </a:lvl5pPr>
          </a:lstStyle>
          <a:p>
            <a:pPr lvl="0" algn="ctr"/>
            <a:r>
              <a:rPr lang="en-US" dirty="0"/>
              <a:t>Takeaway message</a:t>
            </a:r>
            <a:endParaRPr lang="en-GB" dirty="0"/>
          </a:p>
        </p:txBody>
      </p:sp>
      <p:pic>
        <p:nvPicPr>
          <p:cNvPr id="3" name="Graphic 2">
            <a:extLst>
              <a:ext uri="{FF2B5EF4-FFF2-40B4-BE49-F238E27FC236}">
                <a16:creationId xmlns:a16="http://schemas.microsoft.com/office/drawing/2014/main" id="{08D3CDD5-B89A-2E22-8486-0367E1C885A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5960" y="6399515"/>
            <a:ext cx="1031238" cy="307367"/>
          </a:xfrm>
          <a:prstGeom prst="rect">
            <a:avLst/>
          </a:prstGeom>
        </p:spPr>
      </p:pic>
    </p:spTree>
    <p:extLst>
      <p:ext uri="{BB962C8B-B14F-4D97-AF65-F5344CB8AC3E}">
        <p14:creationId xmlns:p14="http://schemas.microsoft.com/office/powerpoint/2010/main" val="2756454135"/>
      </p:ext>
    </p:extLst>
  </p:cSld>
  <p:clrMapOvr>
    <a:masterClrMapping/>
  </p:clrMapOvr>
  <p:extLst>
    <p:ext uri="{DCECCB84-F9BA-43D5-87BE-67443E8EF086}">
      <p15:sldGuideLst xmlns:p15="http://schemas.microsoft.com/office/powerpoint/2012/main">
        <p15:guide id="1">
          <p15:clr>
            <a:srgbClr val="FBAE40"/>
          </p15:clr>
        </p15:guide>
        <p15:guide id="2" pos="7680">
          <p15:clr>
            <a:srgbClr val="FBAE40"/>
          </p15:clr>
        </p15:guide>
        <p15:guide id="3" pos="192">
          <p15:clr>
            <a:srgbClr val="FBAE40"/>
          </p15:clr>
        </p15:guide>
        <p15:guide id="4" pos="3768">
          <p15:clr>
            <a:srgbClr val="FBAE40"/>
          </p15:clr>
        </p15:guide>
        <p15:guide id="5" pos="3912">
          <p15:clr>
            <a:srgbClr val="FBAE40"/>
          </p15:clr>
        </p15:guide>
        <p15:guide id="6" pos="7488">
          <p15:clr>
            <a:srgbClr val="FBAE40"/>
          </p15:clr>
        </p15:guide>
        <p15:guide id="7" orient="horz">
          <p15:clr>
            <a:srgbClr val="FBAE40"/>
          </p15:clr>
        </p15:guide>
        <p15:guide id="8" orient="horz" pos="4320">
          <p15:clr>
            <a:srgbClr val="FBAE40"/>
          </p15:clr>
        </p15:guide>
        <p15:guide id="9" orient="horz" pos="144">
          <p15:clr>
            <a:srgbClr val="FBAE40"/>
          </p15:clr>
        </p15:guide>
        <p15:guide id="10" orient="horz" pos="393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09_Three columns">
    <p:bg>
      <p:bgPr>
        <a:solidFill>
          <a:schemeClr val="accent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115A016-040A-498C-AA54-84F2FB07FFCD}"/>
              </a:ext>
            </a:extLst>
          </p:cNvPr>
          <p:cNvSpPr/>
          <p:nvPr/>
        </p:nvSpPr>
        <p:spPr>
          <a:xfrm>
            <a:off x="0" y="0"/>
            <a:ext cx="12192000" cy="4305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a:xfrm>
            <a:off x="304800" y="228601"/>
            <a:ext cx="11582400" cy="777240"/>
          </a:xfrm>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a:ln>
            <a:solidFill>
              <a:schemeClr val="bg1"/>
            </a:solidFill>
          </a:ln>
        </p:spPr>
        <p:txBody>
          <a:bodyPr lIns="0" tIns="128016" rIns="0" bIns="0"/>
          <a:lstStyle>
            <a:lvl1pPr>
              <a:defRPr>
                <a:solidFill>
                  <a:schemeClr val="bg1"/>
                </a:solidFill>
              </a:defRPr>
            </a:lvl1pPr>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lvl1pPr>
              <a:defRPr>
                <a:solidFill>
                  <a:schemeClr val="bg1"/>
                </a:solidFill>
              </a:defRPr>
            </a:lvl1pPr>
          </a:lstStyle>
          <a:p>
            <a:fld id="{7695D00A-BA34-4D39-8C84-2534822D6434}" type="slidenum">
              <a:rPr lang="en-GB" smtClean="0"/>
              <a:pPr/>
              <a:t>‹#›</a:t>
            </a:fld>
            <a:endParaRPr lang="en-GB" dirty="0"/>
          </a:p>
        </p:txBody>
      </p:sp>
      <p:sp>
        <p:nvSpPr>
          <p:cNvPr id="10" name="Text Placeholder 9">
            <a:extLst>
              <a:ext uri="{FF2B5EF4-FFF2-40B4-BE49-F238E27FC236}">
                <a16:creationId xmlns:a16="http://schemas.microsoft.com/office/drawing/2014/main" id="{E53876BC-0069-4DEA-8531-12B084DB4F84}"/>
              </a:ext>
            </a:extLst>
          </p:cNvPr>
          <p:cNvSpPr>
            <a:spLocks noGrp="1"/>
          </p:cNvSpPr>
          <p:nvPr>
            <p:ph type="body" sz="quarter" idx="15" hasCustomPrompt="1"/>
          </p:nvPr>
        </p:nvSpPr>
        <p:spPr>
          <a:xfrm>
            <a:off x="304800" y="1444561"/>
            <a:ext cx="3712464" cy="4361688"/>
          </a:xfrm>
          <a:prstGeom prst="roundRect">
            <a:avLst>
              <a:gd name="adj" fmla="val 4250"/>
            </a:avLst>
          </a:prstGeom>
          <a:solidFill>
            <a:schemeClr val="bg1"/>
          </a:solidFill>
          <a:ln>
            <a:solidFill>
              <a:schemeClr val="tx2"/>
            </a:solidFill>
          </a:ln>
          <a:effectLst/>
        </p:spPr>
        <p:txBody>
          <a:bodyPr lIns="182880" tIns="109728" rIns="182880" bIns="0" anchor="t" anchorCtr="0">
            <a:noAutofit/>
          </a:bodyPr>
          <a:lstStyle>
            <a:lvl1pPr marL="0" indent="0">
              <a:buNone/>
              <a:defRPr sz="2200" b="1">
                <a:solidFill>
                  <a:schemeClr val="accent4"/>
                </a:solidFill>
              </a:defRPr>
            </a:lvl1pPr>
            <a:lvl2pPr>
              <a:defRPr b="1"/>
            </a:lvl2pPr>
            <a:lvl3pPr>
              <a:defRPr b="1"/>
            </a:lvl3pPr>
            <a:lvl4pPr>
              <a:defRPr b="1"/>
            </a:lvl4pPr>
            <a:lvl5pPr>
              <a:defRPr b="1"/>
            </a:lvl5pPr>
          </a:lstStyle>
          <a:p>
            <a:pPr lvl="0"/>
            <a:r>
              <a:rPr lang="en-US" dirty="0"/>
              <a:t>Header</a:t>
            </a:r>
          </a:p>
        </p:txBody>
      </p:sp>
      <p:sp>
        <p:nvSpPr>
          <p:cNvPr id="11" name="Text Placeholder 9">
            <a:extLst>
              <a:ext uri="{FF2B5EF4-FFF2-40B4-BE49-F238E27FC236}">
                <a16:creationId xmlns:a16="http://schemas.microsoft.com/office/drawing/2014/main" id="{0C3BA70B-9A57-4C78-9121-14908D1B4D21}"/>
              </a:ext>
            </a:extLst>
          </p:cNvPr>
          <p:cNvSpPr>
            <a:spLocks noGrp="1"/>
          </p:cNvSpPr>
          <p:nvPr>
            <p:ph type="body" sz="quarter" idx="16" hasCustomPrompt="1"/>
          </p:nvPr>
        </p:nvSpPr>
        <p:spPr>
          <a:xfrm>
            <a:off x="4239768" y="1444561"/>
            <a:ext cx="3712464" cy="4361688"/>
          </a:xfrm>
          <a:prstGeom prst="roundRect">
            <a:avLst>
              <a:gd name="adj" fmla="val 4202"/>
            </a:avLst>
          </a:prstGeom>
          <a:solidFill>
            <a:schemeClr val="bg1"/>
          </a:solidFill>
          <a:ln>
            <a:solidFill>
              <a:schemeClr val="tx2"/>
            </a:solidFill>
          </a:ln>
          <a:effectLst/>
        </p:spPr>
        <p:txBody>
          <a:bodyPr lIns="182880" tIns="109728" rIns="182880" bIns="0" anchor="t" anchorCtr="0">
            <a:noAutofit/>
          </a:bodyPr>
          <a:lstStyle>
            <a:lvl1pPr marL="0" indent="0">
              <a:buNone/>
              <a:defRPr sz="2200" b="1">
                <a:solidFill>
                  <a:schemeClr val="accent4"/>
                </a:solidFill>
              </a:defRPr>
            </a:lvl1pPr>
            <a:lvl2pPr>
              <a:defRPr b="1"/>
            </a:lvl2pPr>
            <a:lvl3pPr>
              <a:defRPr b="1"/>
            </a:lvl3pPr>
            <a:lvl4pPr>
              <a:defRPr b="1"/>
            </a:lvl4pPr>
            <a:lvl5pPr>
              <a:defRPr b="1"/>
            </a:lvl5pPr>
          </a:lstStyle>
          <a:p>
            <a:pPr lvl="0"/>
            <a:r>
              <a:rPr lang="en-US" dirty="0"/>
              <a:t>Header</a:t>
            </a:r>
          </a:p>
        </p:txBody>
      </p:sp>
      <p:sp>
        <p:nvSpPr>
          <p:cNvPr id="13" name="Text Placeholder 9">
            <a:extLst>
              <a:ext uri="{FF2B5EF4-FFF2-40B4-BE49-F238E27FC236}">
                <a16:creationId xmlns:a16="http://schemas.microsoft.com/office/drawing/2014/main" id="{92BD31AA-7B0D-404B-8B06-0A019D86A8BB}"/>
              </a:ext>
            </a:extLst>
          </p:cNvPr>
          <p:cNvSpPr>
            <a:spLocks noGrp="1"/>
          </p:cNvSpPr>
          <p:nvPr>
            <p:ph type="body" sz="quarter" idx="18" hasCustomPrompt="1"/>
          </p:nvPr>
        </p:nvSpPr>
        <p:spPr>
          <a:xfrm>
            <a:off x="8174736" y="1444561"/>
            <a:ext cx="3712464" cy="4361688"/>
          </a:xfrm>
          <a:prstGeom prst="roundRect">
            <a:avLst>
              <a:gd name="adj" fmla="val 3696"/>
            </a:avLst>
          </a:prstGeom>
          <a:solidFill>
            <a:schemeClr val="bg1"/>
          </a:solidFill>
          <a:ln>
            <a:solidFill>
              <a:schemeClr val="tx2"/>
            </a:solidFill>
          </a:ln>
          <a:effectLst/>
        </p:spPr>
        <p:txBody>
          <a:bodyPr lIns="182880" tIns="109728" rIns="182880" bIns="0" anchor="t" anchorCtr="0">
            <a:noAutofit/>
          </a:bodyPr>
          <a:lstStyle>
            <a:lvl1pPr marL="0" indent="0">
              <a:buNone/>
              <a:defRPr sz="2200" b="1">
                <a:solidFill>
                  <a:schemeClr val="accent4"/>
                </a:solidFill>
              </a:defRPr>
            </a:lvl1pPr>
            <a:lvl2pPr>
              <a:defRPr b="1"/>
            </a:lvl2pPr>
            <a:lvl3pPr>
              <a:defRPr b="1"/>
            </a:lvl3pPr>
            <a:lvl4pPr>
              <a:defRPr b="1"/>
            </a:lvl4pPr>
            <a:lvl5pPr>
              <a:defRPr b="1"/>
            </a:lvl5pPr>
          </a:lstStyle>
          <a:p>
            <a:pPr lvl="0"/>
            <a:r>
              <a:rPr lang="en-US" dirty="0"/>
              <a:t>Header</a:t>
            </a:r>
          </a:p>
        </p:txBody>
      </p:sp>
      <p:sp>
        <p:nvSpPr>
          <p:cNvPr id="15" name="Text Placeholder 11">
            <a:extLst>
              <a:ext uri="{FF2B5EF4-FFF2-40B4-BE49-F238E27FC236}">
                <a16:creationId xmlns:a16="http://schemas.microsoft.com/office/drawing/2014/main" id="{D9A85587-51A2-4433-9B6D-03ED8C4EC570}"/>
              </a:ext>
            </a:extLst>
          </p:cNvPr>
          <p:cNvSpPr>
            <a:spLocks noGrp="1"/>
          </p:cNvSpPr>
          <p:nvPr>
            <p:ph type="body" sz="quarter" idx="19" hasCustomPrompt="1"/>
          </p:nvPr>
        </p:nvSpPr>
        <p:spPr>
          <a:xfrm>
            <a:off x="304800" y="5890779"/>
            <a:ext cx="11582400" cy="357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b="1" smtClean="0">
                <a:solidFill>
                  <a:schemeClr val="bg1"/>
                </a:solidFill>
              </a:defRPr>
            </a:lvl1pPr>
            <a:lvl2pPr algn="ctr">
              <a:defRPr lang="en-US" sz="1800" smtClean="0">
                <a:solidFill>
                  <a:schemeClr val="lt1"/>
                </a:solidFill>
              </a:defRPr>
            </a:lvl2pPr>
            <a:lvl3pPr algn="ctr">
              <a:defRPr lang="en-US" sz="1800" smtClean="0">
                <a:solidFill>
                  <a:schemeClr val="lt1"/>
                </a:solidFill>
              </a:defRPr>
            </a:lvl3pPr>
            <a:lvl4pPr algn="ctr">
              <a:defRPr lang="en-US" sz="1800" smtClean="0">
                <a:solidFill>
                  <a:schemeClr val="lt1"/>
                </a:solidFill>
              </a:defRPr>
            </a:lvl4pPr>
            <a:lvl5pPr algn="ctr">
              <a:defRPr lang="en-GB" sz="1800">
                <a:solidFill>
                  <a:schemeClr val="lt1"/>
                </a:solidFill>
              </a:defRPr>
            </a:lvl5pPr>
          </a:lstStyle>
          <a:p>
            <a:pPr lvl="0" algn="ctr"/>
            <a:r>
              <a:rPr lang="en-US" dirty="0"/>
              <a:t>Takeaway message</a:t>
            </a:r>
            <a:endParaRPr lang="en-GB" dirty="0"/>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2195159"/>
            <a:ext cx="3712464" cy="3588259"/>
          </a:xfrm>
          <a:prstGeom prst="rect">
            <a:avLst/>
          </a:prstGeom>
          <a:noFill/>
          <a:ln>
            <a:noFill/>
          </a:ln>
        </p:spPr>
        <p:txBody>
          <a:bodyPr lIns="182880" tIns="0" rIns="18288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7">
            <a:extLst>
              <a:ext uri="{FF2B5EF4-FFF2-40B4-BE49-F238E27FC236}">
                <a16:creationId xmlns:a16="http://schemas.microsoft.com/office/drawing/2014/main" id="{C72599A3-164A-44BE-AEF5-BDF02C58C311}"/>
              </a:ext>
            </a:extLst>
          </p:cNvPr>
          <p:cNvSpPr>
            <a:spLocks noGrp="1"/>
          </p:cNvSpPr>
          <p:nvPr>
            <p:ph type="body" sz="quarter" idx="14"/>
          </p:nvPr>
        </p:nvSpPr>
        <p:spPr>
          <a:xfrm>
            <a:off x="4239768" y="2195159"/>
            <a:ext cx="3712464" cy="3588259"/>
          </a:xfrm>
          <a:prstGeom prst="rect">
            <a:avLst/>
          </a:prstGeom>
          <a:noFill/>
          <a:ln>
            <a:noFill/>
          </a:ln>
        </p:spPr>
        <p:txBody>
          <a:bodyPr lIns="182880" tIns="0" rIns="18288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ext Placeholder 7">
            <a:extLst>
              <a:ext uri="{FF2B5EF4-FFF2-40B4-BE49-F238E27FC236}">
                <a16:creationId xmlns:a16="http://schemas.microsoft.com/office/drawing/2014/main" id="{88D3A791-F074-45A1-A38B-D89218178202}"/>
              </a:ext>
            </a:extLst>
          </p:cNvPr>
          <p:cNvSpPr>
            <a:spLocks noGrp="1"/>
          </p:cNvSpPr>
          <p:nvPr>
            <p:ph type="body" sz="quarter" idx="17"/>
          </p:nvPr>
        </p:nvSpPr>
        <p:spPr>
          <a:xfrm>
            <a:off x="8174736" y="2195159"/>
            <a:ext cx="3712464" cy="3588259"/>
          </a:xfrm>
          <a:prstGeom prst="rect">
            <a:avLst/>
          </a:prstGeom>
          <a:noFill/>
          <a:ln>
            <a:noFill/>
          </a:ln>
        </p:spPr>
        <p:txBody>
          <a:bodyPr lIns="182880" tIns="0" rIns="18288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3" name="Graphic 2">
            <a:extLst>
              <a:ext uri="{FF2B5EF4-FFF2-40B4-BE49-F238E27FC236}">
                <a16:creationId xmlns:a16="http://schemas.microsoft.com/office/drawing/2014/main" id="{71F0ADA9-FF30-21D1-D37B-F27CDEBE027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5960" y="6399515"/>
            <a:ext cx="1031238" cy="307367"/>
          </a:xfrm>
          <a:prstGeom prst="rect">
            <a:avLst/>
          </a:prstGeom>
        </p:spPr>
      </p:pic>
    </p:spTree>
    <p:extLst>
      <p:ext uri="{BB962C8B-B14F-4D97-AF65-F5344CB8AC3E}">
        <p14:creationId xmlns:p14="http://schemas.microsoft.com/office/powerpoint/2010/main" val="3300491964"/>
      </p:ext>
    </p:extLst>
  </p:cSld>
  <p:clrMapOvr>
    <a:masterClrMapping/>
  </p:clrMapOvr>
  <p:extLst>
    <p:ext uri="{DCECCB84-F9BA-43D5-87BE-67443E8EF086}">
      <p15:sldGuideLst xmlns:p15="http://schemas.microsoft.com/office/powerpoint/2012/main">
        <p15:guide id="1">
          <p15:clr>
            <a:srgbClr val="FBAE40"/>
          </p15:clr>
        </p15:guide>
        <p15:guide id="2" pos="7680">
          <p15:clr>
            <a:srgbClr val="FBAE40"/>
          </p15:clr>
        </p15:guide>
        <p15:guide id="3" pos="192">
          <p15:clr>
            <a:srgbClr val="FBAE40"/>
          </p15:clr>
        </p15:guide>
        <p15:guide id="4" pos="2528">
          <p15:clr>
            <a:srgbClr val="FBAE40"/>
          </p15:clr>
        </p15:guide>
        <p15:guide id="5" pos="2672">
          <p15:clr>
            <a:srgbClr val="FBAE40"/>
          </p15:clr>
        </p15:guide>
        <p15:guide id="6" pos="5008">
          <p15:clr>
            <a:srgbClr val="FBAE40"/>
          </p15:clr>
        </p15:guide>
        <p15:guide id="7" pos="5152">
          <p15:clr>
            <a:srgbClr val="FBAE40"/>
          </p15:clr>
        </p15:guide>
        <p15:guide id="8" pos="7488">
          <p15:clr>
            <a:srgbClr val="FBAE40"/>
          </p15:clr>
        </p15:guide>
        <p15:guide id="9" orient="horz">
          <p15:clr>
            <a:srgbClr val="FBAE40"/>
          </p15:clr>
        </p15:guide>
        <p15:guide id="10" orient="horz" pos="4320">
          <p15:clr>
            <a:srgbClr val="FBAE40"/>
          </p15:clr>
        </p15:guide>
        <p15:guide id="11" orient="horz" pos="144">
          <p15:clr>
            <a:srgbClr val="FBAE40"/>
          </p15:clr>
        </p15:guide>
        <p15:guide id="12" orient="horz" pos="39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0_Four columns">
    <p:bg>
      <p:bgPr>
        <a:solidFill>
          <a:schemeClr val="accent4"/>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115A016-040A-498C-AA54-84F2FB07FFCD}"/>
              </a:ext>
            </a:extLst>
          </p:cNvPr>
          <p:cNvSpPr/>
          <p:nvPr/>
        </p:nvSpPr>
        <p:spPr>
          <a:xfrm>
            <a:off x="0" y="0"/>
            <a:ext cx="12192000" cy="4305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a:xfrm>
            <a:off x="304800" y="228601"/>
            <a:ext cx="11582400" cy="777240"/>
          </a:xfrm>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a:ln>
            <a:solidFill>
              <a:schemeClr val="bg1"/>
            </a:solidFill>
          </a:ln>
        </p:spPr>
        <p:txBody>
          <a:bodyPr lIns="0" tIns="128016" rIns="0" bIns="0"/>
          <a:lstStyle>
            <a:lvl1pPr>
              <a:defRPr>
                <a:solidFill>
                  <a:schemeClr val="bg1"/>
                </a:solidFill>
              </a:defRPr>
            </a:lvl1pPr>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lvl1pPr>
              <a:defRPr>
                <a:solidFill>
                  <a:schemeClr val="bg1"/>
                </a:solidFill>
              </a:defRPr>
            </a:lvl1pPr>
          </a:lstStyle>
          <a:p>
            <a:fld id="{7695D00A-BA34-4D39-8C84-2534822D6434}" type="slidenum">
              <a:rPr lang="en-GB" smtClean="0"/>
              <a:pPr/>
              <a:t>‹#›</a:t>
            </a:fld>
            <a:endParaRPr lang="en-GB" dirty="0"/>
          </a:p>
        </p:txBody>
      </p:sp>
      <p:sp>
        <p:nvSpPr>
          <p:cNvPr id="10" name="Text Placeholder 9">
            <a:extLst>
              <a:ext uri="{FF2B5EF4-FFF2-40B4-BE49-F238E27FC236}">
                <a16:creationId xmlns:a16="http://schemas.microsoft.com/office/drawing/2014/main" id="{E53876BC-0069-4DEA-8531-12B084DB4F84}"/>
              </a:ext>
            </a:extLst>
          </p:cNvPr>
          <p:cNvSpPr>
            <a:spLocks noGrp="1"/>
          </p:cNvSpPr>
          <p:nvPr>
            <p:ph type="body" sz="quarter" idx="15" hasCustomPrompt="1"/>
          </p:nvPr>
        </p:nvSpPr>
        <p:spPr>
          <a:xfrm>
            <a:off x="304800" y="1444561"/>
            <a:ext cx="2724912" cy="4361688"/>
          </a:xfrm>
          <a:prstGeom prst="roundRect">
            <a:avLst>
              <a:gd name="adj" fmla="val 4353"/>
            </a:avLst>
          </a:prstGeom>
          <a:solidFill>
            <a:schemeClr val="bg1"/>
          </a:solidFill>
          <a:ln>
            <a:solidFill>
              <a:schemeClr val="accent1"/>
            </a:solidFill>
          </a:ln>
          <a:effectLst/>
        </p:spPr>
        <p:txBody>
          <a:bodyPr lIns="182880" tIns="109728" rIns="182880" bIns="0" anchor="t" anchorCtr="0">
            <a:noAutofit/>
          </a:bodyPr>
          <a:lstStyle>
            <a:lvl1pPr marL="0" indent="0">
              <a:buNone/>
              <a:defRPr sz="2200" b="1">
                <a:solidFill>
                  <a:schemeClr val="accent5"/>
                </a:solidFill>
              </a:defRPr>
            </a:lvl1pPr>
            <a:lvl2pPr>
              <a:defRPr b="1"/>
            </a:lvl2pPr>
            <a:lvl3pPr>
              <a:defRPr b="1"/>
            </a:lvl3pPr>
            <a:lvl4pPr>
              <a:defRPr b="1"/>
            </a:lvl4pPr>
            <a:lvl5pPr>
              <a:defRPr b="1"/>
            </a:lvl5pPr>
          </a:lstStyle>
          <a:p>
            <a:pPr lvl="0"/>
            <a:r>
              <a:rPr lang="en-US" dirty="0"/>
              <a:t>Header</a:t>
            </a:r>
          </a:p>
        </p:txBody>
      </p:sp>
      <p:sp>
        <p:nvSpPr>
          <p:cNvPr id="11" name="Text Placeholder 9">
            <a:extLst>
              <a:ext uri="{FF2B5EF4-FFF2-40B4-BE49-F238E27FC236}">
                <a16:creationId xmlns:a16="http://schemas.microsoft.com/office/drawing/2014/main" id="{0C3BA70B-9A57-4C78-9121-14908D1B4D21}"/>
              </a:ext>
            </a:extLst>
          </p:cNvPr>
          <p:cNvSpPr>
            <a:spLocks noGrp="1"/>
          </p:cNvSpPr>
          <p:nvPr>
            <p:ph type="body" sz="quarter" idx="16" hasCustomPrompt="1"/>
          </p:nvPr>
        </p:nvSpPr>
        <p:spPr>
          <a:xfrm>
            <a:off x="3257296" y="1444561"/>
            <a:ext cx="2724912" cy="4361688"/>
          </a:xfrm>
          <a:prstGeom prst="roundRect">
            <a:avLst>
              <a:gd name="adj" fmla="val 5120"/>
            </a:avLst>
          </a:prstGeom>
          <a:solidFill>
            <a:schemeClr val="bg1"/>
          </a:solidFill>
          <a:ln>
            <a:solidFill>
              <a:schemeClr val="accent1"/>
            </a:solidFill>
          </a:ln>
          <a:effectLst/>
        </p:spPr>
        <p:txBody>
          <a:bodyPr lIns="182880" tIns="109728" rIns="182880" bIns="0" anchor="t" anchorCtr="0">
            <a:noAutofit/>
          </a:bodyPr>
          <a:lstStyle>
            <a:lvl1pPr marL="0" indent="0">
              <a:buNone/>
              <a:defRPr sz="2200" b="1">
                <a:solidFill>
                  <a:schemeClr val="accent5"/>
                </a:solidFill>
              </a:defRPr>
            </a:lvl1pPr>
            <a:lvl2pPr>
              <a:defRPr b="1"/>
            </a:lvl2pPr>
            <a:lvl3pPr>
              <a:defRPr b="1"/>
            </a:lvl3pPr>
            <a:lvl4pPr>
              <a:defRPr b="1"/>
            </a:lvl4pPr>
            <a:lvl5pPr>
              <a:defRPr b="1"/>
            </a:lvl5pPr>
          </a:lstStyle>
          <a:p>
            <a:pPr lvl="0"/>
            <a:r>
              <a:rPr lang="en-US" dirty="0"/>
              <a:t>Header</a:t>
            </a:r>
          </a:p>
        </p:txBody>
      </p:sp>
      <p:sp>
        <p:nvSpPr>
          <p:cNvPr id="13" name="Text Placeholder 9">
            <a:extLst>
              <a:ext uri="{FF2B5EF4-FFF2-40B4-BE49-F238E27FC236}">
                <a16:creationId xmlns:a16="http://schemas.microsoft.com/office/drawing/2014/main" id="{92BD31AA-7B0D-404B-8B06-0A019D86A8BB}"/>
              </a:ext>
            </a:extLst>
          </p:cNvPr>
          <p:cNvSpPr>
            <a:spLocks noGrp="1"/>
          </p:cNvSpPr>
          <p:nvPr>
            <p:ph type="body" sz="quarter" idx="18" hasCustomPrompt="1"/>
          </p:nvPr>
        </p:nvSpPr>
        <p:spPr>
          <a:xfrm>
            <a:off x="6209792" y="1444561"/>
            <a:ext cx="2724912" cy="4361688"/>
          </a:xfrm>
          <a:prstGeom prst="roundRect">
            <a:avLst>
              <a:gd name="adj" fmla="val 4328"/>
            </a:avLst>
          </a:prstGeom>
          <a:solidFill>
            <a:schemeClr val="bg1"/>
          </a:solidFill>
          <a:ln>
            <a:solidFill>
              <a:schemeClr val="accent1"/>
            </a:solidFill>
          </a:ln>
          <a:effectLst/>
        </p:spPr>
        <p:txBody>
          <a:bodyPr lIns="182880" tIns="109728" rIns="182880" bIns="0" anchor="t" anchorCtr="0">
            <a:noAutofit/>
          </a:bodyPr>
          <a:lstStyle>
            <a:lvl1pPr marL="0" indent="0">
              <a:buNone/>
              <a:defRPr sz="2200" b="1">
                <a:solidFill>
                  <a:schemeClr val="accent5"/>
                </a:solidFill>
              </a:defRPr>
            </a:lvl1pPr>
            <a:lvl2pPr>
              <a:defRPr b="1"/>
            </a:lvl2pPr>
            <a:lvl3pPr>
              <a:defRPr b="1"/>
            </a:lvl3pPr>
            <a:lvl4pPr>
              <a:defRPr b="1"/>
            </a:lvl4pPr>
            <a:lvl5pPr>
              <a:defRPr b="1"/>
            </a:lvl5pPr>
          </a:lstStyle>
          <a:p>
            <a:pPr lvl="0"/>
            <a:r>
              <a:rPr lang="en-US" dirty="0"/>
              <a:t>Header</a:t>
            </a:r>
          </a:p>
        </p:txBody>
      </p:sp>
      <p:sp>
        <p:nvSpPr>
          <p:cNvPr id="15" name="Text Placeholder 9">
            <a:extLst>
              <a:ext uri="{FF2B5EF4-FFF2-40B4-BE49-F238E27FC236}">
                <a16:creationId xmlns:a16="http://schemas.microsoft.com/office/drawing/2014/main" id="{E8F2B0A6-5E8F-4383-B03D-709114FCAA85}"/>
              </a:ext>
            </a:extLst>
          </p:cNvPr>
          <p:cNvSpPr>
            <a:spLocks noGrp="1"/>
          </p:cNvSpPr>
          <p:nvPr>
            <p:ph type="body" sz="quarter" idx="20" hasCustomPrompt="1"/>
          </p:nvPr>
        </p:nvSpPr>
        <p:spPr>
          <a:xfrm>
            <a:off x="9162288" y="1444561"/>
            <a:ext cx="2724912" cy="4361688"/>
          </a:xfrm>
          <a:prstGeom prst="roundRect">
            <a:avLst>
              <a:gd name="adj" fmla="val 3629"/>
            </a:avLst>
          </a:prstGeom>
          <a:solidFill>
            <a:schemeClr val="bg1"/>
          </a:solidFill>
          <a:ln>
            <a:solidFill>
              <a:schemeClr val="accent1"/>
            </a:solidFill>
          </a:ln>
          <a:effectLst/>
        </p:spPr>
        <p:txBody>
          <a:bodyPr lIns="182880" tIns="109728" rIns="182880" bIns="0" anchor="t" anchorCtr="0">
            <a:noAutofit/>
          </a:bodyPr>
          <a:lstStyle>
            <a:lvl1pPr marL="0" indent="0">
              <a:buNone/>
              <a:defRPr sz="2200" b="1">
                <a:solidFill>
                  <a:schemeClr val="accent5"/>
                </a:solidFill>
              </a:defRPr>
            </a:lvl1pPr>
            <a:lvl2pPr>
              <a:defRPr b="1"/>
            </a:lvl2pPr>
            <a:lvl3pPr>
              <a:defRPr b="1"/>
            </a:lvl3pPr>
            <a:lvl4pPr>
              <a:defRPr b="1"/>
            </a:lvl4pPr>
            <a:lvl5pPr>
              <a:defRPr b="1"/>
            </a:lvl5pPr>
          </a:lstStyle>
          <a:p>
            <a:pPr lvl="0"/>
            <a:r>
              <a:rPr lang="en-US" dirty="0"/>
              <a:t>Header</a:t>
            </a:r>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2195159"/>
            <a:ext cx="2724912" cy="3611090"/>
          </a:xfrm>
          <a:prstGeom prst="rect">
            <a:avLst/>
          </a:prstGeom>
          <a:noFill/>
          <a:ln>
            <a:noFill/>
          </a:ln>
        </p:spPr>
        <p:txBody>
          <a:bodyPr lIns="182880" tIns="0" rIns="182880" bIns="0"/>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7">
            <a:extLst>
              <a:ext uri="{FF2B5EF4-FFF2-40B4-BE49-F238E27FC236}">
                <a16:creationId xmlns:a16="http://schemas.microsoft.com/office/drawing/2014/main" id="{C72599A3-164A-44BE-AEF5-BDF02C58C311}"/>
              </a:ext>
            </a:extLst>
          </p:cNvPr>
          <p:cNvSpPr>
            <a:spLocks noGrp="1"/>
          </p:cNvSpPr>
          <p:nvPr>
            <p:ph type="body" sz="quarter" idx="14"/>
          </p:nvPr>
        </p:nvSpPr>
        <p:spPr>
          <a:xfrm>
            <a:off x="3257296" y="2195159"/>
            <a:ext cx="2724912" cy="3611090"/>
          </a:xfrm>
          <a:prstGeom prst="rect">
            <a:avLst/>
          </a:prstGeom>
          <a:noFill/>
          <a:ln>
            <a:noFill/>
          </a:ln>
        </p:spPr>
        <p:txBody>
          <a:bodyPr lIns="182880" tIns="0" rIns="182880" bIns="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7">
            <a:extLst>
              <a:ext uri="{FF2B5EF4-FFF2-40B4-BE49-F238E27FC236}">
                <a16:creationId xmlns:a16="http://schemas.microsoft.com/office/drawing/2014/main" id="{88D3A791-F074-45A1-A38B-D89218178202}"/>
              </a:ext>
            </a:extLst>
          </p:cNvPr>
          <p:cNvSpPr>
            <a:spLocks noGrp="1"/>
          </p:cNvSpPr>
          <p:nvPr>
            <p:ph type="body" sz="quarter" idx="17"/>
          </p:nvPr>
        </p:nvSpPr>
        <p:spPr>
          <a:xfrm>
            <a:off x="6209792" y="2195159"/>
            <a:ext cx="2724912" cy="3611090"/>
          </a:xfrm>
          <a:prstGeom prst="rect">
            <a:avLst/>
          </a:prstGeom>
          <a:noFill/>
          <a:ln>
            <a:noFill/>
          </a:ln>
        </p:spPr>
        <p:txBody>
          <a:bodyPr lIns="182880" tIns="0" rIns="182880" bIns="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7">
            <a:extLst>
              <a:ext uri="{FF2B5EF4-FFF2-40B4-BE49-F238E27FC236}">
                <a16:creationId xmlns:a16="http://schemas.microsoft.com/office/drawing/2014/main" id="{99B55A3E-07CE-4C84-9A07-5F851E483CDD}"/>
              </a:ext>
            </a:extLst>
          </p:cNvPr>
          <p:cNvSpPr>
            <a:spLocks noGrp="1"/>
          </p:cNvSpPr>
          <p:nvPr>
            <p:ph type="body" sz="quarter" idx="19"/>
          </p:nvPr>
        </p:nvSpPr>
        <p:spPr>
          <a:xfrm>
            <a:off x="9162288" y="2195159"/>
            <a:ext cx="2724912" cy="3611090"/>
          </a:xfrm>
          <a:prstGeom prst="rect">
            <a:avLst/>
          </a:prstGeom>
          <a:noFill/>
          <a:ln>
            <a:noFill/>
          </a:ln>
        </p:spPr>
        <p:txBody>
          <a:bodyPr lIns="182880" tIns="0" rIns="182880" bIns="0"/>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3" name="Graphic 2">
            <a:extLst>
              <a:ext uri="{FF2B5EF4-FFF2-40B4-BE49-F238E27FC236}">
                <a16:creationId xmlns:a16="http://schemas.microsoft.com/office/drawing/2014/main" id="{A437FEBF-4F7B-6E00-89EA-442CFF46DDD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5960" y="6399515"/>
            <a:ext cx="1031238" cy="307367"/>
          </a:xfrm>
          <a:prstGeom prst="rect">
            <a:avLst/>
          </a:prstGeom>
        </p:spPr>
      </p:pic>
      <p:sp>
        <p:nvSpPr>
          <p:cNvPr id="9" name="Text Placeholder 11">
            <a:extLst>
              <a:ext uri="{FF2B5EF4-FFF2-40B4-BE49-F238E27FC236}">
                <a16:creationId xmlns:a16="http://schemas.microsoft.com/office/drawing/2014/main" id="{1B51A18F-5513-7574-E60A-2D174B405A9B}"/>
              </a:ext>
            </a:extLst>
          </p:cNvPr>
          <p:cNvSpPr>
            <a:spLocks noGrp="1"/>
          </p:cNvSpPr>
          <p:nvPr>
            <p:ph type="body" sz="quarter" idx="21" hasCustomPrompt="1"/>
          </p:nvPr>
        </p:nvSpPr>
        <p:spPr>
          <a:xfrm>
            <a:off x="304800" y="5890779"/>
            <a:ext cx="11582400" cy="357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b="1" smtClean="0">
                <a:solidFill>
                  <a:schemeClr val="bg1"/>
                </a:solidFill>
              </a:defRPr>
            </a:lvl1pPr>
            <a:lvl2pPr algn="ctr">
              <a:defRPr lang="en-US" sz="1800" smtClean="0">
                <a:solidFill>
                  <a:schemeClr val="lt1"/>
                </a:solidFill>
              </a:defRPr>
            </a:lvl2pPr>
            <a:lvl3pPr algn="ctr">
              <a:defRPr lang="en-US" sz="1800" smtClean="0">
                <a:solidFill>
                  <a:schemeClr val="lt1"/>
                </a:solidFill>
              </a:defRPr>
            </a:lvl3pPr>
            <a:lvl4pPr algn="ctr">
              <a:defRPr lang="en-US" sz="1800" smtClean="0">
                <a:solidFill>
                  <a:schemeClr val="lt1"/>
                </a:solidFill>
              </a:defRPr>
            </a:lvl4pPr>
            <a:lvl5pPr algn="ctr">
              <a:defRPr lang="en-GB" sz="1800">
                <a:solidFill>
                  <a:schemeClr val="lt1"/>
                </a:solidFill>
              </a:defRPr>
            </a:lvl5pPr>
          </a:lstStyle>
          <a:p>
            <a:pPr lvl="0" algn="ctr"/>
            <a:r>
              <a:rPr lang="en-US" dirty="0"/>
              <a:t>Takeaway message</a:t>
            </a:r>
            <a:endParaRPr lang="en-GB" dirty="0"/>
          </a:p>
        </p:txBody>
      </p:sp>
    </p:spTree>
    <p:extLst>
      <p:ext uri="{BB962C8B-B14F-4D97-AF65-F5344CB8AC3E}">
        <p14:creationId xmlns:p14="http://schemas.microsoft.com/office/powerpoint/2010/main" val="1774873320"/>
      </p:ext>
    </p:extLst>
  </p:cSld>
  <p:clrMapOvr>
    <a:masterClrMapping/>
  </p:clrMapOvr>
  <p:extLst>
    <p:ext uri="{DCECCB84-F9BA-43D5-87BE-67443E8EF086}">
      <p15:sldGuideLst xmlns:p15="http://schemas.microsoft.com/office/powerpoint/2012/main">
        <p15:guide id="1">
          <p15:clr>
            <a:srgbClr val="FBAE40"/>
          </p15:clr>
        </p15:guide>
        <p15:guide id="2" pos="7680">
          <p15:clr>
            <a:srgbClr val="FBAE40"/>
          </p15:clr>
        </p15:guide>
        <p15:guide id="3" pos="192">
          <p15:clr>
            <a:srgbClr val="FBAE40"/>
          </p15:clr>
        </p15:guide>
        <p15:guide id="4" pos="1908">
          <p15:clr>
            <a:srgbClr val="FBAE40"/>
          </p15:clr>
        </p15:guide>
        <p15:guide id="5" pos="2052">
          <p15:clr>
            <a:srgbClr val="FBAE40"/>
          </p15:clr>
        </p15:guide>
        <p15:guide id="6" pos="3768">
          <p15:clr>
            <a:srgbClr val="FBAE40"/>
          </p15:clr>
        </p15:guide>
        <p15:guide id="7" pos="3912">
          <p15:clr>
            <a:srgbClr val="FBAE40"/>
          </p15:clr>
        </p15:guide>
        <p15:guide id="8" pos="5628">
          <p15:clr>
            <a:srgbClr val="FBAE40"/>
          </p15:clr>
        </p15:guide>
        <p15:guide id="9" pos="5772">
          <p15:clr>
            <a:srgbClr val="FBAE40"/>
          </p15:clr>
        </p15:guide>
        <p15:guide id="10" pos="7488">
          <p15:clr>
            <a:srgbClr val="FBAE40"/>
          </p15:clr>
        </p15:guide>
        <p15:guide id="11" orient="horz">
          <p15:clr>
            <a:srgbClr val="FBAE40"/>
          </p15:clr>
        </p15:guide>
        <p15:guide id="12" orient="horz" pos="4320">
          <p15:clr>
            <a:srgbClr val="FBAE40"/>
          </p15:clr>
        </p15:guide>
        <p15:guide id="13" orient="horz" pos="144">
          <p15:clr>
            <a:srgbClr val="FBAE40"/>
          </p15:clr>
        </p15:guide>
        <p15:guide id="14" orient="horz" pos="393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1_Four photo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a:xfrm>
            <a:off x="304800" y="228601"/>
            <a:ext cx="11582400" cy="777240"/>
          </a:xfrm>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3" name="Text Placeholder 6">
            <a:extLst>
              <a:ext uri="{FF2B5EF4-FFF2-40B4-BE49-F238E27FC236}">
                <a16:creationId xmlns:a16="http://schemas.microsoft.com/office/drawing/2014/main" id="{1A171BBF-777B-A212-9A01-2DBB0846057F}"/>
              </a:ext>
            </a:extLst>
          </p:cNvPr>
          <p:cNvSpPr>
            <a:spLocks noGrp="1"/>
          </p:cNvSpPr>
          <p:nvPr>
            <p:ph type="body" sz="quarter" idx="13"/>
          </p:nvPr>
        </p:nvSpPr>
        <p:spPr>
          <a:xfrm>
            <a:off x="304800" y="1599208"/>
            <a:ext cx="5676900" cy="2174106"/>
          </a:xfrm>
          <a:prstGeom prst="roundRect">
            <a:avLst>
              <a:gd name="adj" fmla="val 7170"/>
            </a:avLst>
          </a:prstGeom>
          <a:solidFill>
            <a:schemeClr val="accent3"/>
          </a:solidFill>
        </p:spPr>
        <p:txBody>
          <a:bodyPr lIns="2377440" tIns="0" rIns="91440" bIns="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7">
            <a:extLst>
              <a:ext uri="{FF2B5EF4-FFF2-40B4-BE49-F238E27FC236}">
                <a16:creationId xmlns:a16="http://schemas.microsoft.com/office/drawing/2014/main" id="{AF41C137-ED52-82C0-6BB6-4A7DE991F7A6}"/>
              </a:ext>
            </a:extLst>
          </p:cNvPr>
          <p:cNvSpPr>
            <a:spLocks noGrp="1"/>
          </p:cNvSpPr>
          <p:nvPr>
            <p:ph type="body" sz="quarter" idx="14"/>
          </p:nvPr>
        </p:nvSpPr>
        <p:spPr>
          <a:xfrm>
            <a:off x="304800" y="4011506"/>
            <a:ext cx="5676900" cy="2174106"/>
          </a:xfrm>
          <a:prstGeom prst="roundRect">
            <a:avLst>
              <a:gd name="adj" fmla="val 6718"/>
            </a:avLst>
          </a:prstGeom>
          <a:solidFill>
            <a:schemeClr val="accent4"/>
          </a:solidFill>
        </p:spPr>
        <p:txBody>
          <a:bodyPr lIns="2377440" tIns="0" rIns="91440" bIns="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7">
            <a:extLst>
              <a:ext uri="{FF2B5EF4-FFF2-40B4-BE49-F238E27FC236}">
                <a16:creationId xmlns:a16="http://schemas.microsoft.com/office/drawing/2014/main" id="{E987A8D3-6142-9F1C-F76A-323891B07DA9}"/>
              </a:ext>
            </a:extLst>
          </p:cNvPr>
          <p:cNvSpPr>
            <a:spLocks noGrp="1"/>
          </p:cNvSpPr>
          <p:nvPr>
            <p:ph type="body" sz="quarter" idx="18"/>
          </p:nvPr>
        </p:nvSpPr>
        <p:spPr>
          <a:xfrm>
            <a:off x="6210302" y="1599208"/>
            <a:ext cx="5676900" cy="2174106"/>
          </a:xfrm>
          <a:prstGeom prst="roundRect">
            <a:avLst>
              <a:gd name="adj" fmla="val 7170"/>
            </a:avLst>
          </a:prstGeom>
          <a:solidFill>
            <a:schemeClr val="accent5"/>
          </a:solidFill>
        </p:spPr>
        <p:txBody>
          <a:bodyPr lIns="2377440" tIns="0" rIns="91440" bIns="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ext Placeholder 7">
            <a:extLst>
              <a:ext uri="{FF2B5EF4-FFF2-40B4-BE49-F238E27FC236}">
                <a16:creationId xmlns:a16="http://schemas.microsoft.com/office/drawing/2014/main" id="{A0BACE68-5C8A-D537-847F-4BDA462D3615}"/>
              </a:ext>
            </a:extLst>
          </p:cNvPr>
          <p:cNvSpPr>
            <a:spLocks noGrp="1"/>
          </p:cNvSpPr>
          <p:nvPr>
            <p:ph type="body" sz="quarter" idx="20"/>
          </p:nvPr>
        </p:nvSpPr>
        <p:spPr>
          <a:xfrm>
            <a:off x="6210302" y="4011506"/>
            <a:ext cx="5676900" cy="2174106"/>
          </a:xfrm>
          <a:prstGeom prst="roundRect">
            <a:avLst>
              <a:gd name="adj" fmla="val 6718"/>
            </a:avLst>
          </a:prstGeom>
          <a:solidFill>
            <a:schemeClr val="accent6"/>
          </a:solidFill>
        </p:spPr>
        <p:txBody>
          <a:bodyPr lIns="2377440" tIns="0" rIns="91440" bIns="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Picture Placeholder 17">
            <a:extLst>
              <a:ext uri="{FF2B5EF4-FFF2-40B4-BE49-F238E27FC236}">
                <a16:creationId xmlns:a16="http://schemas.microsoft.com/office/drawing/2014/main" id="{3E7DC33D-43CD-CAB6-C48D-A1C7BF9823E0}"/>
              </a:ext>
            </a:extLst>
          </p:cNvPr>
          <p:cNvSpPr>
            <a:spLocks noGrp="1"/>
          </p:cNvSpPr>
          <p:nvPr>
            <p:ph type="pic" sz="quarter" idx="22"/>
          </p:nvPr>
        </p:nvSpPr>
        <p:spPr>
          <a:xfrm>
            <a:off x="491613" y="1849585"/>
            <a:ext cx="1965960" cy="1673352"/>
          </a:xfrm>
          <a:prstGeom prst="roundRect">
            <a:avLst>
              <a:gd name="adj" fmla="val 6678"/>
            </a:avLst>
          </a:prstGeom>
          <a:pattFill prst="ltVert">
            <a:fgClr>
              <a:schemeClr val="bg1">
                <a:lumMod val="85000"/>
              </a:schemeClr>
            </a:fgClr>
            <a:bgClr>
              <a:schemeClr val="bg1"/>
            </a:bgClr>
          </a:pattFill>
          <a:ln w="19050">
            <a:solidFill>
              <a:schemeClr val="bg2"/>
            </a:solidFill>
          </a:ln>
        </p:spPr>
        <p:txBody>
          <a:bodyPr wrap="square">
            <a:noAutofit/>
          </a:bodyPr>
          <a:lstStyle>
            <a:lvl1pPr marL="0" indent="0">
              <a:buNone/>
              <a:defRPr/>
            </a:lvl1pPr>
          </a:lstStyle>
          <a:p>
            <a:endParaRPr lang="en-US" dirty="0"/>
          </a:p>
        </p:txBody>
      </p:sp>
      <p:sp>
        <p:nvSpPr>
          <p:cNvPr id="11" name="Picture Placeholder 21">
            <a:extLst>
              <a:ext uri="{FF2B5EF4-FFF2-40B4-BE49-F238E27FC236}">
                <a16:creationId xmlns:a16="http://schemas.microsoft.com/office/drawing/2014/main" id="{FB04BE30-B16A-D175-1F05-BB8393149823}"/>
              </a:ext>
            </a:extLst>
          </p:cNvPr>
          <p:cNvSpPr>
            <a:spLocks noGrp="1"/>
          </p:cNvSpPr>
          <p:nvPr>
            <p:ph type="pic" sz="quarter" idx="26"/>
          </p:nvPr>
        </p:nvSpPr>
        <p:spPr>
          <a:xfrm>
            <a:off x="491613" y="4261883"/>
            <a:ext cx="1965960" cy="1673352"/>
          </a:xfrm>
          <a:prstGeom prst="roundRect">
            <a:avLst>
              <a:gd name="adj" fmla="val 7853"/>
            </a:avLst>
          </a:prstGeom>
          <a:pattFill prst="ltVert">
            <a:fgClr>
              <a:schemeClr val="bg1">
                <a:lumMod val="85000"/>
              </a:schemeClr>
            </a:fgClr>
            <a:bgClr>
              <a:schemeClr val="bg1"/>
            </a:bgClr>
          </a:pattFill>
          <a:ln w="19050">
            <a:solidFill>
              <a:schemeClr val="tx2"/>
            </a:solidFill>
          </a:ln>
        </p:spPr>
        <p:txBody>
          <a:bodyPr wrap="square">
            <a:noAutofit/>
          </a:bodyPr>
          <a:lstStyle>
            <a:lvl1pPr marL="0" indent="0">
              <a:buNone/>
              <a:defRPr/>
            </a:lvl1pPr>
          </a:lstStyle>
          <a:p>
            <a:endParaRPr lang="en-US" dirty="0"/>
          </a:p>
        </p:txBody>
      </p:sp>
      <p:sp>
        <p:nvSpPr>
          <p:cNvPr id="12" name="Picture Placeholder 22">
            <a:extLst>
              <a:ext uri="{FF2B5EF4-FFF2-40B4-BE49-F238E27FC236}">
                <a16:creationId xmlns:a16="http://schemas.microsoft.com/office/drawing/2014/main" id="{759F9F86-8033-0B6B-4BBD-B75128C7D473}"/>
              </a:ext>
            </a:extLst>
          </p:cNvPr>
          <p:cNvSpPr>
            <a:spLocks noGrp="1"/>
          </p:cNvSpPr>
          <p:nvPr>
            <p:ph type="pic" sz="quarter" idx="27"/>
          </p:nvPr>
        </p:nvSpPr>
        <p:spPr>
          <a:xfrm>
            <a:off x="6414893" y="1849585"/>
            <a:ext cx="1965960" cy="1673352"/>
          </a:xfrm>
          <a:prstGeom prst="roundRect">
            <a:avLst>
              <a:gd name="adj" fmla="val 8441"/>
            </a:avLst>
          </a:prstGeom>
          <a:pattFill prst="ltVert">
            <a:fgClr>
              <a:schemeClr val="bg1">
                <a:lumMod val="85000"/>
              </a:schemeClr>
            </a:fgClr>
            <a:bgClr>
              <a:schemeClr val="bg1"/>
            </a:bgClr>
          </a:pattFill>
          <a:ln w="19050">
            <a:solidFill>
              <a:schemeClr val="accent1"/>
            </a:solidFill>
          </a:ln>
        </p:spPr>
        <p:txBody>
          <a:bodyPr wrap="square">
            <a:noAutofit/>
          </a:bodyPr>
          <a:lstStyle>
            <a:lvl1pPr marL="0" indent="0">
              <a:buNone/>
              <a:defRPr/>
            </a:lvl1pPr>
          </a:lstStyle>
          <a:p>
            <a:endParaRPr lang="en-US" dirty="0"/>
          </a:p>
        </p:txBody>
      </p:sp>
      <p:sp>
        <p:nvSpPr>
          <p:cNvPr id="13" name="Picture Placeholder 23">
            <a:extLst>
              <a:ext uri="{FF2B5EF4-FFF2-40B4-BE49-F238E27FC236}">
                <a16:creationId xmlns:a16="http://schemas.microsoft.com/office/drawing/2014/main" id="{14AE6B63-1828-D1D7-B9E9-A781DC8BA04E}"/>
              </a:ext>
            </a:extLst>
          </p:cNvPr>
          <p:cNvSpPr>
            <a:spLocks noGrp="1"/>
          </p:cNvSpPr>
          <p:nvPr>
            <p:ph type="pic" sz="quarter" idx="28"/>
          </p:nvPr>
        </p:nvSpPr>
        <p:spPr>
          <a:xfrm>
            <a:off x="6414893" y="4261883"/>
            <a:ext cx="1965960" cy="1673352"/>
          </a:xfrm>
          <a:prstGeom prst="roundRect">
            <a:avLst>
              <a:gd name="adj" fmla="val 8441"/>
            </a:avLst>
          </a:prstGeom>
          <a:pattFill prst="ltVert">
            <a:fgClr>
              <a:schemeClr val="bg1">
                <a:lumMod val="85000"/>
              </a:schemeClr>
            </a:fgClr>
            <a:bgClr>
              <a:schemeClr val="bg1"/>
            </a:bgClr>
          </a:pattFill>
          <a:ln w="19050">
            <a:solidFill>
              <a:schemeClr val="accent2"/>
            </a:solidFill>
          </a:ln>
        </p:spPr>
        <p:txBody>
          <a:bodyPr wrap="square">
            <a:noAutofit/>
          </a:bodyPr>
          <a:lstStyle>
            <a:lvl1pPr marL="0" indent="0">
              <a:buNone/>
              <a:defRPr/>
            </a:lvl1pPr>
          </a:lstStyle>
          <a:p>
            <a:endParaRPr lang="en-US" dirty="0"/>
          </a:p>
        </p:txBody>
      </p:sp>
    </p:spTree>
    <p:extLst>
      <p:ext uri="{BB962C8B-B14F-4D97-AF65-F5344CB8AC3E}">
        <p14:creationId xmlns:p14="http://schemas.microsoft.com/office/powerpoint/2010/main" val="3925155288"/>
      </p:ext>
    </p:extLst>
  </p:cSld>
  <p:clrMapOvr>
    <a:masterClrMapping/>
  </p:clrMapOvr>
  <p:extLst>
    <p:ext uri="{DCECCB84-F9BA-43D5-87BE-67443E8EF086}">
      <p15:sldGuideLst xmlns:p15="http://schemas.microsoft.com/office/powerpoint/2012/main">
        <p15:guide id="1">
          <p15:clr>
            <a:srgbClr val="FBAE40"/>
          </p15:clr>
        </p15:guide>
        <p15:guide id="2" pos="7680">
          <p15:clr>
            <a:srgbClr val="FBAE40"/>
          </p15:clr>
        </p15:guide>
        <p15:guide id="3" pos="192">
          <p15:clr>
            <a:srgbClr val="FBAE40"/>
          </p15:clr>
        </p15:guide>
        <p15:guide id="4" pos="1908">
          <p15:clr>
            <a:srgbClr val="FBAE40"/>
          </p15:clr>
        </p15:guide>
        <p15:guide id="5" pos="2052">
          <p15:clr>
            <a:srgbClr val="FBAE40"/>
          </p15:clr>
        </p15:guide>
        <p15:guide id="6" pos="3768">
          <p15:clr>
            <a:srgbClr val="FBAE40"/>
          </p15:clr>
        </p15:guide>
        <p15:guide id="7" pos="3912">
          <p15:clr>
            <a:srgbClr val="FBAE40"/>
          </p15:clr>
        </p15:guide>
        <p15:guide id="8" pos="5628">
          <p15:clr>
            <a:srgbClr val="FBAE40"/>
          </p15:clr>
        </p15:guide>
        <p15:guide id="9" pos="5772">
          <p15:clr>
            <a:srgbClr val="FBAE40"/>
          </p15:clr>
        </p15:guide>
        <p15:guide id="10" pos="7488">
          <p15:clr>
            <a:srgbClr val="FBAE40"/>
          </p15:clr>
        </p15:guide>
        <p15:guide id="11" orient="horz">
          <p15:clr>
            <a:srgbClr val="FBAE40"/>
          </p15:clr>
        </p15:guide>
        <p15:guide id="12" orient="horz" pos="4320">
          <p15:clr>
            <a:srgbClr val="FBAE40"/>
          </p15:clr>
        </p15:guide>
        <p15:guide id="13" orient="horz" pos="144">
          <p15:clr>
            <a:srgbClr val="FBAE40"/>
          </p15:clr>
        </p15:guide>
        <p15:guide id="14" orient="horz" pos="393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2_Photo and four boxes">
    <p:bg>
      <p:bgPr>
        <a:solidFill>
          <a:schemeClr val="tx2"/>
        </a:solid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AF4F0BBE-02F8-48D8-A993-E6EA225EBA40}"/>
              </a:ext>
            </a:extLst>
          </p:cNvPr>
          <p:cNvSpPr>
            <a:spLocks noGrp="1"/>
          </p:cNvSpPr>
          <p:nvPr>
            <p:ph type="pic" sz="quarter" idx="21" hasCustomPrompt="1"/>
          </p:nvPr>
        </p:nvSpPr>
        <p:spPr>
          <a:xfrm>
            <a:off x="0" y="0"/>
            <a:ext cx="12188952" cy="5312664"/>
          </a:xfrm>
          <a:prstGeom prst="rect">
            <a:avLst/>
          </a:prstGeom>
          <a:pattFill prst="ltVert">
            <a:fgClr>
              <a:schemeClr val="bg1">
                <a:lumMod val="85000"/>
              </a:schemeClr>
            </a:fgClr>
            <a:bgClr>
              <a:schemeClr val="bg1"/>
            </a:bgClr>
          </a:pattFill>
        </p:spPr>
        <p:txBody>
          <a:bodyPr wrap="square" anchor="ctr">
            <a:noAutofit/>
          </a:bodyPr>
          <a:lstStyle>
            <a:lvl1pPr marL="0" indent="0" algn="ctr">
              <a:buNone/>
              <a:defRPr/>
            </a:lvl1pPr>
          </a:lstStyle>
          <a:p>
            <a:r>
              <a:rPr lang="en-US" dirty="0"/>
              <a:t>Picture</a:t>
            </a:r>
            <a:endParaRPr lang="en-GB" dirty="0"/>
          </a:p>
        </p:txBody>
      </p:sp>
      <p:sp>
        <p:nvSpPr>
          <p:cNvPr id="2" name="Title 1">
            <a:extLst>
              <a:ext uri="{FF2B5EF4-FFF2-40B4-BE49-F238E27FC236}">
                <a16:creationId xmlns:a16="http://schemas.microsoft.com/office/drawing/2014/main" id="{93538390-44A4-453D-972A-27D940A6851E}"/>
              </a:ext>
            </a:extLst>
          </p:cNvPr>
          <p:cNvSpPr>
            <a:spLocks noGrp="1"/>
          </p:cNvSpPr>
          <p:nvPr>
            <p:ph type="title" hasCustomPrompt="1"/>
          </p:nvPr>
        </p:nvSpPr>
        <p:spPr>
          <a:xfrm>
            <a:off x="304800" y="228601"/>
            <a:ext cx="11582400" cy="777240"/>
          </a:xfrm>
        </p:spPr>
        <p:txBody>
          <a:bodyPr lIns="0" tIns="0" rIns="0" bIns="0"/>
          <a:lstStyle>
            <a:lvl1pPr>
              <a:defRPr>
                <a:solidFill>
                  <a:schemeClr val="bg1"/>
                </a:solidFill>
              </a:defRPr>
            </a:lvl1pPr>
          </a:lstStyle>
          <a:p>
            <a:r>
              <a:rPr lang="en-US" dirty="0"/>
              <a:t>Title</a:t>
            </a:r>
            <a:endParaRPr lang="en-GB" dirty="0"/>
          </a:p>
        </p:txBody>
      </p:sp>
      <p:sp>
        <p:nvSpPr>
          <p:cNvPr id="4" name="Footer Placeholder 3">
            <a:extLst>
              <a:ext uri="{FF2B5EF4-FFF2-40B4-BE49-F238E27FC236}">
                <a16:creationId xmlns:a16="http://schemas.microsoft.com/office/drawing/2014/main" id="{36EF6409-318C-437F-82C8-F0D7E1BD6505}"/>
              </a:ext>
            </a:extLst>
          </p:cNvPr>
          <p:cNvSpPr>
            <a:spLocks noGrp="1"/>
          </p:cNvSpPr>
          <p:nvPr>
            <p:ph type="ftr" sz="quarter" idx="11"/>
          </p:nvPr>
        </p:nvSpPr>
        <p:spPr>
          <a:ln>
            <a:solidFill>
              <a:schemeClr val="bg1"/>
            </a:solidFill>
          </a:ln>
        </p:spPr>
        <p:txBody>
          <a:bodyPr lIns="0" tIns="128016" rIns="0" bIns="0"/>
          <a:lstStyle>
            <a:lvl1pPr>
              <a:defRPr>
                <a:solidFill>
                  <a:schemeClr val="bg1"/>
                </a:solidFill>
              </a:defRPr>
            </a:lvl1pPr>
          </a:lstStyle>
          <a:p>
            <a:pPr algn="r"/>
            <a:r>
              <a:rPr lang="en-GB" dirty="0"/>
              <a:t>Classification: Public</a:t>
            </a:r>
          </a:p>
        </p:txBody>
      </p:sp>
      <p:sp>
        <p:nvSpPr>
          <p:cNvPr id="5" name="Slide Number Placeholder 4">
            <a:extLst>
              <a:ext uri="{FF2B5EF4-FFF2-40B4-BE49-F238E27FC236}">
                <a16:creationId xmlns:a16="http://schemas.microsoft.com/office/drawing/2014/main" id="{BD2DB9EE-AC50-4E3C-AF58-A0032DF3B829}"/>
              </a:ext>
            </a:extLst>
          </p:cNvPr>
          <p:cNvSpPr>
            <a:spLocks noGrp="1"/>
          </p:cNvSpPr>
          <p:nvPr>
            <p:ph type="sldNum" sz="quarter" idx="12"/>
          </p:nvPr>
        </p:nvSpPr>
        <p:spPr/>
        <p:txBody>
          <a:bodyPr lIns="0" tIns="0" rIns="0" bIns="0"/>
          <a:lstStyle>
            <a:lvl1pPr>
              <a:defRPr>
                <a:solidFill>
                  <a:schemeClr val="bg1"/>
                </a:solidFill>
              </a:defRPr>
            </a:lvl1pPr>
          </a:lstStyle>
          <a:p>
            <a:fld id="{7695D00A-BA34-4D39-8C84-2534822D6434}" type="slidenum">
              <a:rPr lang="en-GB" smtClean="0"/>
              <a:pPr/>
              <a:t>‹#›</a:t>
            </a:fld>
            <a:endParaRPr lang="en-GB" dirty="0"/>
          </a:p>
        </p:txBody>
      </p:sp>
      <p:sp>
        <p:nvSpPr>
          <p:cNvPr id="7" name="Text Placeholder 6">
            <a:extLst>
              <a:ext uri="{FF2B5EF4-FFF2-40B4-BE49-F238E27FC236}">
                <a16:creationId xmlns:a16="http://schemas.microsoft.com/office/drawing/2014/main" id="{D9E4E1FB-0AC6-4EF6-85D7-E7C69687BAAD}"/>
              </a:ext>
            </a:extLst>
          </p:cNvPr>
          <p:cNvSpPr>
            <a:spLocks noGrp="1"/>
          </p:cNvSpPr>
          <p:nvPr>
            <p:ph type="body" sz="quarter" idx="13"/>
          </p:nvPr>
        </p:nvSpPr>
        <p:spPr>
          <a:xfrm>
            <a:off x="304800" y="3668633"/>
            <a:ext cx="2724912" cy="2253077"/>
          </a:xfrm>
          <a:prstGeom prst="roundRect">
            <a:avLst>
              <a:gd name="adj" fmla="val 4853"/>
            </a:avLst>
          </a:prstGeom>
          <a:solidFill>
            <a:schemeClr val="bg1">
              <a:alpha val="99000"/>
            </a:schemeClr>
          </a:solidFill>
          <a:ln w="9525">
            <a:solidFill>
              <a:schemeClr val="accent1"/>
            </a:solidFill>
          </a:ln>
        </p:spPr>
        <p:txBody>
          <a:bodyPr lIns="137160" tIns="137160" rIns="137160" bIns="13716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7">
            <a:extLst>
              <a:ext uri="{FF2B5EF4-FFF2-40B4-BE49-F238E27FC236}">
                <a16:creationId xmlns:a16="http://schemas.microsoft.com/office/drawing/2014/main" id="{C72599A3-164A-44BE-AEF5-BDF02C58C311}"/>
              </a:ext>
            </a:extLst>
          </p:cNvPr>
          <p:cNvSpPr>
            <a:spLocks noGrp="1"/>
          </p:cNvSpPr>
          <p:nvPr>
            <p:ph type="body" sz="quarter" idx="14"/>
          </p:nvPr>
        </p:nvSpPr>
        <p:spPr>
          <a:xfrm>
            <a:off x="3257296" y="3668633"/>
            <a:ext cx="2724912" cy="2253077"/>
          </a:xfrm>
          <a:prstGeom prst="roundRect">
            <a:avLst>
              <a:gd name="adj" fmla="val 3840"/>
            </a:avLst>
          </a:prstGeom>
          <a:solidFill>
            <a:schemeClr val="bg1">
              <a:alpha val="99000"/>
            </a:schemeClr>
          </a:solidFill>
          <a:ln w="9525">
            <a:solidFill>
              <a:schemeClr val="accent1"/>
            </a:solidFill>
          </a:ln>
        </p:spPr>
        <p:txBody>
          <a:bodyPr lIns="137160" tIns="137160" rIns="137160" bIns="13716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ext Placeholder 7">
            <a:extLst>
              <a:ext uri="{FF2B5EF4-FFF2-40B4-BE49-F238E27FC236}">
                <a16:creationId xmlns:a16="http://schemas.microsoft.com/office/drawing/2014/main" id="{88D3A791-F074-45A1-A38B-D89218178202}"/>
              </a:ext>
            </a:extLst>
          </p:cNvPr>
          <p:cNvSpPr>
            <a:spLocks noGrp="1"/>
          </p:cNvSpPr>
          <p:nvPr>
            <p:ph type="body" sz="quarter" idx="17"/>
          </p:nvPr>
        </p:nvSpPr>
        <p:spPr>
          <a:xfrm>
            <a:off x="6209792" y="3668633"/>
            <a:ext cx="2724912" cy="2253077"/>
          </a:xfrm>
          <a:prstGeom prst="roundRect">
            <a:avLst>
              <a:gd name="adj" fmla="val 3840"/>
            </a:avLst>
          </a:prstGeom>
          <a:solidFill>
            <a:schemeClr val="bg1">
              <a:alpha val="99000"/>
            </a:schemeClr>
          </a:solidFill>
          <a:ln w="9525">
            <a:solidFill>
              <a:schemeClr val="accent1"/>
            </a:solidFill>
          </a:ln>
        </p:spPr>
        <p:txBody>
          <a:bodyPr lIns="137160" tIns="137160" rIns="137160" bIns="13716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Text Placeholder 7">
            <a:extLst>
              <a:ext uri="{FF2B5EF4-FFF2-40B4-BE49-F238E27FC236}">
                <a16:creationId xmlns:a16="http://schemas.microsoft.com/office/drawing/2014/main" id="{99B55A3E-07CE-4C84-9A07-5F851E483CDD}"/>
              </a:ext>
            </a:extLst>
          </p:cNvPr>
          <p:cNvSpPr>
            <a:spLocks noGrp="1"/>
          </p:cNvSpPr>
          <p:nvPr>
            <p:ph type="body" sz="quarter" idx="19"/>
          </p:nvPr>
        </p:nvSpPr>
        <p:spPr>
          <a:xfrm>
            <a:off x="9162288" y="3668633"/>
            <a:ext cx="2724912" cy="2253077"/>
          </a:xfrm>
          <a:prstGeom prst="roundRect">
            <a:avLst>
              <a:gd name="adj" fmla="val 3840"/>
            </a:avLst>
          </a:prstGeom>
          <a:solidFill>
            <a:schemeClr val="bg1">
              <a:alpha val="99000"/>
            </a:schemeClr>
          </a:solidFill>
          <a:ln w="9525">
            <a:solidFill>
              <a:schemeClr val="accent1"/>
            </a:solidFill>
          </a:ln>
        </p:spPr>
        <p:txBody>
          <a:bodyPr lIns="137160" tIns="137160" rIns="137160" bIns="13716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17">
            <a:extLst>
              <a:ext uri="{FF2B5EF4-FFF2-40B4-BE49-F238E27FC236}">
                <a16:creationId xmlns:a16="http://schemas.microsoft.com/office/drawing/2014/main" id="{E443F4D5-6925-4545-90E4-3EE47B90289B}"/>
              </a:ext>
            </a:extLst>
          </p:cNvPr>
          <p:cNvSpPr>
            <a:spLocks noGrp="1"/>
          </p:cNvSpPr>
          <p:nvPr>
            <p:ph type="body" sz="quarter" idx="20"/>
          </p:nvPr>
        </p:nvSpPr>
        <p:spPr>
          <a:xfrm>
            <a:off x="304800" y="1592263"/>
            <a:ext cx="5676900" cy="932816"/>
          </a:xfrm>
        </p:spPr>
        <p:txBody>
          <a:bodyPr lIns="0" tIns="0" rIns="0" bIns="0"/>
          <a:lstStyle>
            <a:lvl1pPr marL="0" indent="0">
              <a:buNone/>
              <a:defRPr sz="2200" b="1">
                <a:solidFill>
                  <a:schemeClr val="bg1"/>
                </a:solidFill>
              </a:defRPr>
            </a:lvl1pPr>
            <a:lvl2pPr>
              <a:defRPr sz="2200" b="1">
                <a:solidFill>
                  <a:srgbClr val="57B524"/>
                </a:solidFill>
              </a:defRPr>
            </a:lvl2pPr>
            <a:lvl3pPr>
              <a:defRPr sz="2200" b="1">
                <a:solidFill>
                  <a:srgbClr val="57B524"/>
                </a:solidFill>
              </a:defRPr>
            </a:lvl3pPr>
            <a:lvl4pPr>
              <a:defRPr sz="2200" b="1">
                <a:solidFill>
                  <a:srgbClr val="57B524"/>
                </a:solidFill>
              </a:defRPr>
            </a:lvl4pPr>
            <a:lvl5pPr>
              <a:defRPr sz="2200" b="1">
                <a:solidFill>
                  <a:srgbClr val="57B524"/>
                </a:solidFill>
              </a:defRPr>
            </a:lvl5pPr>
          </a:lstStyle>
          <a:p>
            <a:pPr lvl="0"/>
            <a:r>
              <a:rPr lang="en-US" dirty="0"/>
              <a:t>Click to edit Master text styles</a:t>
            </a:r>
          </a:p>
        </p:txBody>
      </p:sp>
      <p:sp>
        <p:nvSpPr>
          <p:cNvPr id="15" name="Text Placeholder 12">
            <a:extLst>
              <a:ext uri="{FF2B5EF4-FFF2-40B4-BE49-F238E27FC236}">
                <a16:creationId xmlns:a16="http://schemas.microsoft.com/office/drawing/2014/main" id="{BBFBAC71-26A7-426F-8164-F9F245B1CA1A}"/>
              </a:ext>
            </a:extLst>
          </p:cNvPr>
          <p:cNvSpPr>
            <a:spLocks noGrp="1"/>
          </p:cNvSpPr>
          <p:nvPr>
            <p:ph type="body" sz="quarter" idx="22"/>
          </p:nvPr>
        </p:nvSpPr>
        <p:spPr>
          <a:xfrm>
            <a:off x="12144482" y="0"/>
            <a:ext cx="47518" cy="45719"/>
          </a:xfrm>
          <a:noFill/>
        </p:spPr>
        <p:txBody>
          <a:bodyPr lIns="0" tIns="0" rIns="0" bIns="0"/>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pic>
        <p:nvPicPr>
          <p:cNvPr id="3" name="Graphic 2">
            <a:extLst>
              <a:ext uri="{FF2B5EF4-FFF2-40B4-BE49-F238E27FC236}">
                <a16:creationId xmlns:a16="http://schemas.microsoft.com/office/drawing/2014/main" id="{598A6882-D05B-76A8-F03F-611315B5714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5960" y="6399515"/>
            <a:ext cx="1031238" cy="307367"/>
          </a:xfrm>
          <a:prstGeom prst="rect">
            <a:avLst/>
          </a:prstGeom>
        </p:spPr>
      </p:pic>
    </p:spTree>
    <p:extLst>
      <p:ext uri="{BB962C8B-B14F-4D97-AF65-F5344CB8AC3E}">
        <p14:creationId xmlns:p14="http://schemas.microsoft.com/office/powerpoint/2010/main" val="249217839"/>
      </p:ext>
    </p:extLst>
  </p:cSld>
  <p:clrMapOvr>
    <a:masterClrMapping/>
  </p:clrMapOvr>
  <p:extLst>
    <p:ext uri="{DCECCB84-F9BA-43D5-87BE-67443E8EF086}">
      <p15:sldGuideLst xmlns:p15="http://schemas.microsoft.com/office/powerpoint/2012/main">
        <p15:guide id="1">
          <p15:clr>
            <a:srgbClr val="FBAE40"/>
          </p15:clr>
        </p15:guide>
        <p15:guide id="2" pos="7680">
          <p15:clr>
            <a:srgbClr val="FBAE40"/>
          </p15:clr>
        </p15:guide>
        <p15:guide id="3" pos="192">
          <p15:clr>
            <a:srgbClr val="FBAE40"/>
          </p15:clr>
        </p15:guide>
        <p15:guide id="4" pos="1908">
          <p15:clr>
            <a:srgbClr val="FBAE40"/>
          </p15:clr>
        </p15:guide>
        <p15:guide id="5" pos="2052">
          <p15:clr>
            <a:srgbClr val="FBAE40"/>
          </p15:clr>
        </p15:guide>
        <p15:guide id="6" pos="3768">
          <p15:clr>
            <a:srgbClr val="FBAE40"/>
          </p15:clr>
        </p15:guide>
        <p15:guide id="7" pos="3912">
          <p15:clr>
            <a:srgbClr val="FBAE40"/>
          </p15:clr>
        </p15:guide>
        <p15:guide id="8" pos="5628">
          <p15:clr>
            <a:srgbClr val="FBAE40"/>
          </p15:clr>
        </p15:guide>
        <p15:guide id="9" pos="5772">
          <p15:clr>
            <a:srgbClr val="FBAE40"/>
          </p15:clr>
        </p15:guide>
        <p15:guide id="10" pos="7488">
          <p15:clr>
            <a:srgbClr val="FBAE40"/>
          </p15:clr>
        </p15:guide>
        <p15:guide id="11" orient="horz">
          <p15:clr>
            <a:srgbClr val="FBAE40"/>
          </p15:clr>
        </p15:guide>
        <p15:guide id="12" orient="horz" pos="4320">
          <p15:clr>
            <a:srgbClr val="FBAE40"/>
          </p15:clr>
        </p15:guide>
        <p15:guide id="13" orient="horz" pos="144">
          <p15:clr>
            <a:srgbClr val="FBAE40"/>
          </p15:clr>
        </p15:guide>
        <p15:guide id="14" orient="horz" pos="39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3_Chart">
    <p:bg>
      <p:bgPr>
        <a:solidFill>
          <a:schemeClr val="accent4"/>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CF0757-1F4A-8E8A-3B48-CCB3BE8990FA}"/>
              </a:ext>
            </a:extLst>
          </p:cNvPr>
          <p:cNvSpPr/>
          <p:nvPr userDrawn="1"/>
        </p:nvSpPr>
        <p:spPr>
          <a:xfrm flipV="1">
            <a:off x="0" y="0"/>
            <a:ext cx="12192000" cy="4312024"/>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ea typeface="+mn-ea"/>
              <a:cs typeface="+mn-cs"/>
            </a:endParaRPr>
          </a:p>
        </p:txBody>
      </p:sp>
      <p:sp>
        <p:nvSpPr>
          <p:cNvPr id="10" name="Text Placeholder 9">
            <a:extLst>
              <a:ext uri="{FF2B5EF4-FFF2-40B4-BE49-F238E27FC236}">
                <a16:creationId xmlns:a16="http://schemas.microsoft.com/office/drawing/2014/main" id="{7103E457-5F2D-DE6B-8620-C24AAC51215F}"/>
              </a:ext>
            </a:extLst>
          </p:cNvPr>
          <p:cNvSpPr>
            <a:spLocks noGrp="1"/>
          </p:cNvSpPr>
          <p:nvPr>
            <p:ph type="body" sz="quarter" idx="18"/>
          </p:nvPr>
        </p:nvSpPr>
        <p:spPr>
          <a:xfrm>
            <a:off x="6096000" y="228600"/>
            <a:ext cx="5791200" cy="6019800"/>
          </a:xfrm>
          <a:prstGeom prst="roundRect">
            <a:avLst>
              <a:gd name="adj" fmla="val 3928"/>
            </a:avLst>
          </a:prstGeom>
          <a:solidFill>
            <a:schemeClr val="bg1"/>
          </a:solidFill>
          <a:ln>
            <a:solidFill>
              <a:schemeClr val="tx2"/>
            </a:solidFill>
          </a:ln>
        </p:spPr>
        <p:txBody>
          <a:bodyPr lIns="182880" tIns="182880" rIns="182880" bIns="182880"/>
          <a:lstStyle>
            <a:lvl1pPr>
              <a:defRPr>
                <a:no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en-US" dirty="0"/>
          </a:p>
        </p:txBody>
      </p:sp>
      <p:sp>
        <p:nvSpPr>
          <p:cNvPr id="2" name="Title 1">
            <a:extLst>
              <a:ext uri="{FF2B5EF4-FFF2-40B4-BE49-F238E27FC236}">
                <a16:creationId xmlns:a16="http://schemas.microsoft.com/office/drawing/2014/main" id="{A2A89266-A7AE-4A04-9053-99DF15DDD32E}"/>
              </a:ext>
            </a:extLst>
          </p:cNvPr>
          <p:cNvSpPr>
            <a:spLocks noGrp="1"/>
          </p:cNvSpPr>
          <p:nvPr>
            <p:ph type="title" hasCustomPrompt="1"/>
          </p:nvPr>
        </p:nvSpPr>
        <p:spPr>
          <a:xfrm>
            <a:off x="304799" y="228601"/>
            <a:ext cx="5376672" cy="777240"/>
          </a:xfrm>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2E740F1B-2580-4D0B-93FE-394C00109023}"/>
              </a:ext>
            </a:extLst>
          </p:cNvPr>
          <p:cNvSpPr>
            <a:spLocks noGrp="1"/>
          </p:cNvSpPr>
          <p:nvPr>
            <p:ph type="ftr" sz="quarter" idx="11"/>
          </p:nvPr>
        </p:nvSpPr>
        <p:spPr>
          <a:ln>
            <a:solidFill>
              <a:schemeClr val="bg1"/>
            </a:solidFill>
          </a:ln>
        </p:spPr>
        <p:txBody>
          <a:bodyPr lIns="0" tIns="128016" rIns="0" bIns="0"/>
          <a:lstStyle>
            <a:lvl1pPr>
              <a:defRPr>
                <a:solidFill>
                  <a:schemeClr val="bg1"/>
                </a:solidFill>
              </a:defRPr>
            </a:lvl1pPr>
          </a:lstStyle>
          <a:p>
            <a:pPr algn="r"/>
            <a:r>
              <a:rPr lang="en-GB" dirty="0"/>
              <a:t>Classification: Public</a:t>
            </a:r>
          </a:p>
        </p:txBody>
      </p:sp>
      <p:sp>
        <p:nvSpPr>
          <p:cNvPr id="5" name="Slide Number Placeholder 4">
            <a:extLst>
              <a:ext uri="{FF2B5EF4-FFF2-40B4-BE49-F238E27FC236}">
                <a16:creationId xmlns:a16="http://schemas.microsoft.com/office/drawing/2014/main" id="{F04D456D-2C93-4A05-95ED-1C4681C51EF1}"/>
              </a:ext>
            </a:extLst>
          </p:cNvPr>
          <p:cNvSpPr>
            <a:spLocks noGrp="1"/>
          </p:cNvSpPr>
          <p:nvPr>
            <p:ph type="sldNum" sz="quarter" idx="12"/>
          </p:nvPr>
        </p:nvSpPr>
        <p:spPr/>
        <p:txBody>
          <a:bodyPr lIns="0" tIns="0" rIns="0" bIns="0"/>
          <a:lstStyle>
            <a:lvl1pPr>
              <a:defRPr>
                <a:solidFill>
                  <a:schemeClr val="bg1"/>
                </a:solidFill>
              </a:defRPr>
            </a:lvl1pPr>
          </a:lstStyle>
          <a:p>
            <a:fld id="{7695D00A-BA34-4D39-8C84-2534822D6434}" type="slidenum">
              <a:rPr lang="en-GB" smtClean="0"/>
              <a:pPr/>
              <a:t>‹#›</a:t>
            </a:fld>
            <a:endParaRPr lang="en-GB" dirty="0"/>
          </a:p>
        </p:txBody>
      </p:sp>
      <p:sp>
        <p:nvSpPr>
          <p:cNvPr id="14" name="Chart Placeholder 13">
            <a:extLst>
              <a:ext uri="{FF2B5EF4-FFF2-40B4-BE49-F238E27FC236}">
                <a16:creationId xmlns:a16="http://schemas.microsoft.com/office/drawing/2014/main" id="{3EDCD88A-5472-496F-BCE8-F017E582B951}"/>
              </a:ext>
            </a:extLst>
          </p:cNvPr>
          <p:cNvSpPr>
            <a:spLocks noGrp="1"/>
          </p:cNvSpPr>
          <p:nvPr>
            <p:ph type="chart" sz="quarter" idx="15"/>
          </p:nvPr>
        </p:nvSpPr>
        <p:spPr>
          <a:xfrm>
            <a:off x="6399276" y="509016"/>
            <a:ext cx="5184648" cy="5458968"/>
          </a:xfrm>
          <a:pattFill prst="ltVert">
            <a:fgClr>
              <a:schemeClr val="bg1">
                <a:lumMod val="85000"/>
              </a:schemeClr>
            </a:fgClr>
            <a:bgClr>
              <a:schemeClr val="bg1"/>
            </a:bgClr>
          </a:pattFill>
        </p:spPr>
        <p:txBody>
          <a:bodyPr lIns="0" tIns="0" rIns="0" bIns="0"/>
          <a:lstStyle>
            <a:lvl1pPr marL="0" indent="0">
              <a:buNone/>
              <a:defRPr/>
            </a:lvl1pPr>
          </a:lstStyle>
          <a:p>
            <a:r>
              <a:rPr lang="en-US"/>
              <a:t>Click icon to add chart</a:t>
            </a:r>
            <a:endParaRPr lang="en-GB" dirty="0"/>
          </a:p>
        </p:txBody>
      </p:sp>
      <p:sp>
        <p:nvSpPr>
          <p:cNvPr id="8" name="Text Placeholder 7">
            <a:extLst>
              <a:ext uri="{FF2B5EF4-FFF2-40B4-BE49-F238E27FC236}">
                <a16:creationId xmlns:a16="http://schemas.microsoft.com/office/drawing/2014/main" id="{847D3A1C-68B8-AC56-FE7B-E203BBAF5F77}"/>
              </a:ext>
            </a:extLst>
          </p:cNvPr>
          <p:cNvSpPr>
            <a:spLocks noGrp="1"/>
          </p:cNvSpPr>
          <p:nvPr>
            <p:ph type="body" sz="quarter" idx="14"/>
          </p:nvPr>
        </p:nvSpPr>
        <p:spPr>
          <a:xfrm>
            <a:off x="304800" y="1592263"/>
            <a:ext cx="5376672" cy="2304790"/>
          </a:xfrm>
        </p:spPr>
        <p:txBody>
          <a:bodyPr lIns="0" tIns="0" rIns="0" bIns="0" anchor="b"/>
          <a:lstStyle>
            <a:lvl1pPr>
              <a:defRPr sz="2200" b="0">
                <a:solidFill>
                  <a:schemeClr val="tx2"/>
                </a:solidFill>
              </a:defRPr>
            </a:lvl1pPr>
            <a:lvl2pPr>
              <a:defRPr sz="2200" b="0">
                <a:solidFill>
                  <a:schemeClr val="tx2"/>
                </a:solidFill>
              </a:defRPr>
            </a:lvl2pPr>
            <a:lvl3pPr>
              <a:defRPr sz="2200" b="0">
                <a:solidFill>
                  <a:schemeClr val="tx2"/>
                </a:solidFill>
              </a:defRPr>
            </a:lvl3pPr>
            <a:lvl4pPr>
              <a:defRPr sz="2200" b="0">
                <a:solidFill>
                  <a:schemeClr val="tx2"/>
                </a:solidFill>
              </a:defRPr>
            </a:lvl4pPr>
            <a:lvl5pPr>
              <a:defRPr sz="2200" b="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ext Placeholder 7">
            <a:extLst>
              <a:ext uri="{FF2B5EF4-FFF2-40B4-BE49-F238E27FC236}">
                <a16:creationId xmlns:a16="http://schemas.microsoft.com/office/drawing/2014/main" id="{420338C6-0A80-919A-C672-4F8376E8B3E3}"/>
              </a:ext>
            </a:extLst>
          </p:cNvPr>
          <p:cNvSpPr>
            <a:spLocks noGrp="1"/>
          </p:cNvSpPr>
          <p:nvPr>
            <p:ph type="body" sz="quarter" idx="16" hasCustomPrompt="1"/>
          </p:nvPr>
        </p:nvSpPr>
        <p:spPr>
          <a:xfrm>
            <a:off x="304798" y="4564762"/>
            <a:ext cx="2496312" cy="1618488"/>
          </a:xfrm>
        </p:spPr>
        <p:txBody>
          <a:bodyPr/>
          <a:lstStyle>
            <a:lvl1pPr>
              <a:defRPr sz="3600" b="1">
                <a:solidFill>
                  <a:schemeClr val="bg1"/>
                </a:solidFill>
              </a:defRPr>
            </a:lvl1pPr>
          </a:lstStyle>
          <a:p>
            <a:pPr lvl="0"/>
            <a:r>
              <a:rPr lang="en-US" dirty="0"/>
              <a:t>85%</a:t>
            </a:r>
            <a:br>
              <a:rPr lang="en-US" dirty="0"/>
            </a:br>
            <a:endParaRPr lang="en-US" dirty="0"/>
          </a:p>
        </p:txBody>
      </p:sp>
      <p:sp>
        <p:nvSpPr>
          <p:cNvPr id="11" name="Text Placeholder 7">
            <a:extLst>
              <a:ext uri="{FF2B5EF4-FFF2-40B4-BE49-F238E27FC236}">
                <a16:creationId xmlns:a16="http://schemas.microsoft.com/office/drawing/2014/main" id="{A4D074C5-4E9B-D0F3-1F7C-7805A8B6CE7B}"/>
              </a:ext>
            </a:extLst>
          </p:cNvPr>
          <p:cNvSpPr>
            <a:spLocks noGrp="1"/>
          </p:cNvSpPr>
          <p:nvPr>
            <p:ph type="body" sz="quarter" idx="17" hasCustomPrompt="1"/>
          </p:nvPr>
        </p:nvSpPr>
        <p:spPr>
          <a:xfrm>
            <a:off x="3185160" y="4564762"/>
            <a:ext cx="2496312" cy="1618488"/>
          </a:xfrm>
        </p:spPr>
        <p:txBody>
          <a:bodyPr/>
          <a:lstStyle>
            <a:lvl1pPr>
              <a:defRPr sz="3600" b="1">
                <a:solidFill>
                  <a:schemeClr val="bg1"/>
                </a:solidFill>
              </a:defRPr>
            </a:lvl1pPr>
          </a:lstStyle>
          <a:p>
            <a:pPr lvl="0"/>
            <a:r>
              <a:rPr lang="en-US" dirty="0"/>
              <a:t>85%</a:t>
            </a:r>
            <a:br>
              <a:rPr lang="en-US" dirty="0"/>
            </a:br>
            <a:endParaRPr lang="en-US" dirty="0"/>
          </a:p>
        </p:txBody>
      </p:sp>
      <p:pic>
        <p:nvPicPr>
          <p:cNvPr id="6" name="Graphic 5">
            <a:extLst>
              <a:ext uri="{FF2B5EF4-FFF2-40B4-BE49-F238E27FC236}">
                <a16:creationId xmlns:a16="http://schemas.microsoft.com/office/drawing/2014/main" id="{16352188-4961-51AE-ADA2-760689CED27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5960" y="6399515"/>
            <a:ext cx="1031238" cy="307367"/>
          </a:xfrm>
          <a:prstGeom prst="rect">
            <a:avLst/>
          </a:prstGeom>
        </p:spPr>
      </p:pic>
    </p:spTree>
    <p:extLst>
      <p:ext uri="{BB962C8B-B14F-4D97-AF65-F5344CB8AC3E}">
        <p14:creationId xmlns:p14="http://schemas.microsoft.com/office/powerpoint/2010/main" val="22320538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4_Content and photo">
    <p:bg>
      <p:bgPr>
        <a:solidFill>
          <a:schemeClr val="tx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9DCFD0-5E49-8617-7A1E-80EA99FE00B3}"/>
              </a:ext>
            </a:extLst>
          </p:cNvPr>
          <p:cNvSpPr/>
          <p:nvPr userDrawn="1"/>
        </p:nvSpPr>
        <p:spPr>
          <a:xfrm>
            <a:off x="0" y="0"/>
            <a:ext cx="12192000" cy="3044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2" name="Title 1">
            <a:extLst>
              <a:ext uri="{FF2B5EF4-FFF2-40B4-BE49-F238E27FC236}">
                <a16:creationId xmlns:a16="http://schemas.microsoft.com/office/drawing/2014/main" id="{BA6EA080-BCD5-D0FB-225E-D53C8325B432}"/>
              </a:ext>
            </a:extLst>
          </p:cNvPr>
          <p:cNvSpPr>
            <a:spLocks noGrp="1"/>
          </p:cNvSpPr>
          <p:nvPr>
            <p:ph type="title" hasCustomPrompt="1"/>
          </p:nvPr>
        </p:nvSpPr>
        <p:spPr>
          <a:xfrm>
            <a:off x="304800" y="228601"/>
            <a:ext cx="11582400" cy="777240"/>
          </a:xfrm>
        </p:spPr>
        <p:txBody>
          <a:bodyPr/>
          <a:lstStyle/>
          <a:p>
            <a:r>
              <a:rPr lang="en-US" dirty="0"/>
              <a:t>Title</a:t>
            </a:r>
          </a:p>
        </p:txBody>
      </p:sp>
      <p:sp>
        <p:nvSpPr>
          <p:cNvPr id="3" name="Footer Placeholder 2">
            <a:extLst>
              <a:ext uri="{FF2B5EF4-FFF2-40B4-BE49-F238E27FC236}">
                <a16:creationId xmlns:a16="http://schemas.microsoft.com/office/drawing/2014/main" id="{A10C578D-0B00-8A06-BEC5-9EC474F87342}"/>
              </a:ext>
            </a:extLst>
          </p:cNvPr>
          <p:cNvSpPr>
            <a:spLocks noGrp="1"/>
          </p:cNvSpPr>
          <p:nvPr>
            <p:ph type="ftr" sz="quarter" idx="10"/>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ED14F0E7-23CD-797B-A82F-DA01C67866B9}"/>
              </a:ext>
            </a:extLst>
          </p:cNvPr>
          <p:cNvSpPr>
            <a:spLocks noGrp="1"/>
          </p:cNvSpPr>
          <p:nvPr>
            <p:ph type="sldNum" sz="quarter" idx="11"/>
          </p:nvPr>
        </p:nvSpPr>
        <p:spPr/>
        <p:txBody>
          <a:bodyPr/>
          <a:lstStyle/>
          <a:p>
            <a:fld id="{7695D00A-BA34-4D39-8C84-2534822D6434}" type="slidenum">
              <a:rPr lang="en-GB" smtClean="0"/>
              <a:pPr/>
              <a:t>‹#›</a:t>
            </a:fld>
            <a:endParaRPr lang="en-GB" dirty="0"/>
          </a:p>
        </p:txBody>
      </p:sp>
      <p:sp>
        <p:nvSpPr>
          <p:cNvPr id="6" name="Text Placeholder 7">
            <a:extLst>
              <a:ext uri="{FF2B5EF4-FFF2-40B4-BE49-F238E27FC236}">
                <a16:creationId xmlns:a16="http://schemas.microsoft.com/office/drawing/2014/main" id="{4D450127-2256-7C8D-E060-AAD69166B688}"/>
              </a:ext>
            </a:extLst>
          </p:cNvPr>
          <p:cNvSpPr>
            <a:spLocks noGrp="1"/>
          </p:cNvSpPr>
          <p:nvPr>
            <p:ph type="body" sz="quarter" idx="12"/>
          </p:nvPr>
        </p:nvSpPr>
        <p:spPr>
          <a:xfrm>
            <a:off x="304800" y="3429000"/>
            <a:ext cx="4351594" cy="2819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7">
            <a:extLst>
              <a:ext uri="{FF2B5EF4-FFF2-40B4-BE49-F238E27FC236}">
                <a16:creationId xmlns:a16="http://schemas.microsoft.com/office/drawing/2014/main" id="{8C65C5B2-E435-B229-59F8-5EC119E93901}"/>
              </a:ext>
            </a:extLst>
          </p:cNvPr>
          <p:cNvSpPr>
            <a:spLocks noGrp="1"/>
          </p:cNvSpPr>
          <p:nvPr>
            <p:ph type="body" sz="quarter" idx="14" hasCustomPrompt="1"/>
          </p:nvPr>
        </p:nvSpPr>
        <p:spPr>
          <a:xfrm>
            <a:off x="9300356" y="3429000"/>
            <a:ext cx="2586844" cy="2819400"/>
          </a:xfrm>
          <a:prstGeom prst="rect">
            <a:avLst/>
          </a:prstGeom>
        </p:spPr>
        <p:txBody>
          <a:bodyPr vert="horz" lIns="0" tIns="0" rIns="0" bIns="0" rtlCol="0">
            <a:noAutofit/>
          </a:bodyPr>
          <a:lstStyle>
            <a:lvl1pPr marL="0" indent="0">
              <a:buNone/>
              <a:defRPr lang="en-US" sz="9600" b="1" dirty="0">
                <a:solidFill>
                  <a:schemeClr val="bg1"/>
                </a:solidFill>
              </a:defRPr>
            </a:lvl1pPr>
          </a:lstStyle>
          <a:p>
            <a:pPr lvl="0"/>
            <a:r>
              <a:rPr lang="en-US" dirty="0"/>
              <a:t>85%</a:t>
            </a:r>
          </a:p>
        </p:txBody>
      </p:sp>
      <p:sp>
        <p:nvSpPr>
          <p:cNvPr id="8" name="Text Placeholder 7">
            <a:extLst>
              <a:ext uri="{FF2B5EF4-FFF2-40B4-BE49-F238E27FC236}">
                <a16:creationId xmlns:a16="http://schemas.microsoft.com/office/drawing/2014/main" id="{C3A1AB7C-369C-8B06-B1DF-BB79CC8935BE}"/>
              </a:ext>
            </a:extLst>
          </p:cNvPr>
          <p:cNvSpPr>
            <a:spLocks noGrp="1"/>
          </p:cNvSpPr>
          <p:nvPr>
            <p:ph type="body" sz="quarter" idx="15" hasCustomPrompt="1"/>
          </p:nvPr>
        </p:nvSpPr>
        <p:spPr>
          <a:xfrm>
            <a:off x="304800" y="1589249"/>
            <a:ext cx="4351594" cy="1013790"/>
          </a:xfrm>
        </p:spPr>
        <p:txBody>
          <a:bodyPr/>
          <a:lstStyle>
            <a:lvl1pPr marL="0" indent="0">
              <a:buNone/>
              <a:defRPr sz="2200" b="1">
                <a:solidFill>
                  <a:schemeClr val="accent4"/>
                </a:solidFill>
              </a:defRPr>
            </a:lvl1pPr>
          </a:lstStyle>
          <a:p>
            <a:pPr lvl="0"/>
            <a:r>
              <a:rPr lang="en-US" dirty="0"/>
              <a:t>Key message</a:t>
            </a:r>
          </a:p>
        </p:txBody>
      </p:sp>
      <p:pic>
        <p:nvPicPr>
          <p:cNvPr id="11" name="Graphic 10">
            <a:extLst>
              <a:ext uri="{FF2B5EF4-FFF2-40B4-BE49-F238E27FC236}">
                <a16:creationId xmlns:a16="http://schemas.microsoft.com/office/drawing/2014/main" id="{D4F38438-60EF-DFA1-DB72-4FF102F3907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5960" y="6399515"/>
            <a:ext cx="1031238" cy="307367"/>
          </a:xfrm>
          <a:prstGeom prst="rect">
            <a:avLst/>
          </a:prstGeom>
        </p:spPr>
      </p:pic>
      <p:sp>
        <p:nvSpPr>
          <p:cNvPr id="13" name="Picture Placeholder 14">
            <a:extLst>
              <a:ext uri="{FF2B5EF4-FFF2-40B4-BE49-F238E27FC236}">
                <a16:creationId xmlns:a16="http://schemas.microsoft.com/office/drawing/2014/main" id="{E63D0701-CD08-1CB9-E511-C971887919C1}"/>
              </a:ext>
            </a:extLst>
          </p:cNvPr>
          <p:cNvSpPr>
            <a:spLocks noGrp="1"/>
          </p:cNvSpPr>
          <p:nvPr>
            <p:ph type="pic" sz="quarter" idx="13"/>
          </p:nvPr>
        </p:nvSpPr>
        <p:spPr>
          <a:xfrm>
            <a:off x="4934670" y="1589249"/>
            <a:ext cx="4087410" cy="4659151"/>
          </a:xfrm>
          <a:prstGeom prst="roundRect">
            <a:avLst>
              <a:gd name="adj" fmla="val 6527"/>
            </a:avLst>
          </a:prstGeom>
          <a:pattFill prst="ltVert">
            <a:fgClr>
              <a:schemeClr val="bg1">
                <a:lumMod val="85000"/>
              </a:schemeClr>
            </a:fgClr>
            <a:bgClr>
              <a:schemeClr val="bg1"/>
            </a:bgClr>
          </a:pattFill>
          <a:ln w="76200">
            <a:solidFill>
              <a:schemeClr val="bg1"/>
            </a:solidFill>
          </a:ln>
        </p:spPr>
        <p:txBody>
          <a:bodyPr wrap="square" anchor="ctr">
            <a:noAutofit/>
          </a:bodyPr>
          <a:lstStyle>
            <a:lvl1pPr marL="0" indent="0" algn="ctr">
              <a:buNone/>
              <a:defRPr/>
            </a:lvl1pPr>
          </a:lstStyle>
          <a:p>
            <a:endParaRPr lang="en-US"/>
          </a:p>
        </p:txBody>
      </p:sp>
    </p:spTree>
    <p:extLst>
      <p:ext uri="{BB962C8B-B14F-4D97-AF65-F5344CB8AC3E}">
        <p14:creationId xmlns:p14="http://schemas.microsoft.com/office/powerpoint/2010/main" val="3125463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5_Three items with photo">
    <p:spTree>
      <p:nvGrpSpPr>
        <p:cNvPr id="1" name=""/>
        <p:cNvGrpSpPr/>
        <p:nvPr/>
      </p:nvGrpSpPr>
      <p:grpSpPr>
        <a:xfrm>
          <a:off x="0" y="0"/>
          <a:ext cx="0" cy="0"/>
          <a:chOff x="0" y="0"/>
          <a:chExt cx="0" cy="0"/>
        </a:xfrm>
      </p:grpSpPr>
      <p:sp>
        <p:nvSpPr>
          <p:cNvPr id="12" name="Picture Placeholder 23">
            <a:extLst>
              <a:ext uri="{FF2B5EF4-FFF2-40B4-BE49-F238E27FC236}">
                <a16:creationId xmlns:a16="http://schemas.microsoft.com/office/drawing/2014/main" id="{E555826E-DBDB-5F8B-FA3E-29F14A3CB78D}"/>
              </a:ext>
            </a:extLst>
          </p:cNvPr>
          <p:cNvSpPr>
            <a:spLocks noGrp="1"/>
          </p:cNvSpPr>
          <p:nvPr>
            <p:ph type="pic" sz="quarter" idx="16"/>
          </p:nvPr>
        </p:nvSpPr>
        <p:spPr>
          <a:xfrm>
            <a:off x="0" y="0"/>
            <a:ext cx="12192000" cy="6858000"/>
          </a:xfrm>
          <a:custGeom>
            <a:avLst/>
            <a:gdLst>
              <a:gd name="connsiteX0" fmla="*/ 11296919 w 12192000"/>
              <a:gd name="connsiteY0" fmla="*/ 6643760 h 6858000"/>
              <a:gd name="connsiteX1" fmla="*/ 11331910 w 12192000"/>
              <a:gd name="connsiteY1" fmla="*/ 6643760 h 6858000"/>
              <a:gd name="connsiteX2" fmla="*/ 11348838 w 12192000"/>
              <a:gd name="connsiteY2" fmla="*/ 6658037 h 6858000"/>
              <a:gd name="connsiteX3" fmla="*/ 11316475 w 12192000"/>
              <a:gd name="connsiteY3" fmla="*/ 6681001 h 6858000"/>
              <a:gd name="connsiteX4" fmla="*/ 11283377 w 12192000"/>
              <a:gd name="connsiteY4" fmla="*/ 6662180 h 6858000"/>
              <a:gd name="connsiteX5" fmla="*/ 11296919 w 12192000"/>
              <a:gd name="connsiteY5" fmla="*/ 6643760 h 6858000"/>
              <a:gd name="connsiteX6" fmla="*/ 11847574 w 12192000"/>
              <a:gd name="connsiteY6" fmla="*/ 6579035 h 6858000"/>
              <a:gd name="connsiteX7" fmla="*/ 11847574 w 12192000"/>
              <a:gd name="connsiteY7" fmla="*/ 6602733 h 6858000"/>
              <a:gd name="connsiteX8" fmla="*/ 11828018 w 12192000"/>
              <a:gd name="connsiteY8" fmla="*/ 6612511 h 6858000"/>
              <a:gd name="connsiteX9" fmla="*/ 11811848 w 12192000"/>
              <a:gd name="connsiteY9" fmla="*/ 6598212 h 6858000"/>
              <a:gd name="connsiteX10" fmla="*/ 11847574 w 12192000"/>
              <a:gd name="connsiteY10" fmla="*/ 6579035 h 6858000"/>
              <a:gd name="connsiteX11" fmla="*/ 11454835 w 12192000"/>
              <a:gd name="connsiteY11" fmla="*/ 6532751 h 6858000"/>
              <a:gd name="connsiteX12" fmla="*/ 11475126 w 12192000"/>
              <a:gd name="connsiteY12" fmla="*/ 6555692 h 6858000"/>
              <a:gd name="connsiteX13" fmla="*/ 11431114 w 12192000"/>
              <a:gd name="connsiteY13" fmla="*/ 6555692 h 6858000"/>
              <a:gd name="connsiteX14" fmla="*/ 11454835 w 12192000"/>
              <a:gd name="connsiteY14" fmla="*/ 6532751 h 6858000"/>
              <a:gd name="connsiteX15" fmla="*/ 11319125 w 12192000"/>
              <a:gd name="connsiteY15" fmla="*/ 6528253 h 6858000"/>
              <a:gd name="connsiteX16" fmla="*/ 11338302 w 12192000"/>
              <a:gd name="connsiteY16" fmla="*/ 6547808 h 6858000"/>
              <a:gd name="connsiteX17" fmla="*/ 11318368 w 12192000"/>
              <a:gd name="connsiteY17" fmla="*/ 6567364 h 6858000"/>
              <a:gd name="connsiteX18" fmla="*/ 11299570 w 12192000"/>
              <a:gd name="connsiteY18" fmla="*/ 6547808 h 6858000"/>
              <a:gd name="connsiteX19" fmla="*/ 11319125 w 12192000"/>
              <a:gd name="connsiteY19" fmla="*/ 6528253 h 6858000"/>
              <a:gd name="connsiteX20" fmla="*/ 10965988 w 12192000"/>
              <a:gd name="connsiteY20" fmla="*/ 6508674 h 6858000"/>
              <a:gd name="connsiteX21" fmla="*/ 11015657 w 12192000"/>
              <a:gd name="connsiteY21" fmla="*/ 6636966 h 6858000"/>
              <a:gd name="connsiteX22" fmla="*/ 11011893 w 12192000"/>
              <a:gd name="connsiteY22" fmla="*/ 6645987 h 6858000"/>
              <a:gd name="connsiteX23" fmla="*/ 10979530 w 12192000"/>
              <a:gd name="connsiteY23" fmla="*/ 6678350 h 6858000"/>
              <a:gd name="connsiteX24" fmla="*/ 10962224 w 12192000"/>
              <a:gd name="connsiteY24" fmla="*/ 6676100 h 6858000"/>
              <a:gd name="connsiteX25" fmla="*/ 10956589 w 12192000"/>
              <a:gd name="connsiteY25" fmla="*/ 6701669 h 6858000"/>
              <a:gd name="connsiteX26" fmla="*/ 10985922 w 12192000"/>
              <a:gd name="connsiteY26" fmla="*/ 6705433 h 6858000"/>
              <a:gd name="connsiteX27" fmla="*/ 11042362 w 12192000"/>
              <a:gd name="connsiteY27" fmla="*/ 6664050 h 6858000"/>
              <a:gd name="connsiteX28" fmla="*/ 11106308 w 12192000"/>
              <a:gd name="connsiteY28" fmla="*/ 6508674 h 6858000"/>
              <a:gd name="connsiteX29" fmla="*/ 11106286 w 12192000"/>
              <a:gd name="connsiteY29" fmla="*/ 6508674 h 6858000"/>
              <a:gd name="connsiteX30" fmla="*/ 11069045 w 12192000"/>
              <a:gd name="connsiteY30" fmla="*/ 6508674 h 6858000"/>
              <a:gd name="connsiteX31" fmla="*/ 11044968 w 12192000"/>
              <a:gd name="connsiteY31" fmla="*/ 6571127 h 6858000"/>
              <a:gd name="connsiteX32" fmla="*/ 11037818 w 12192000"/>
              <a:gd name="connsiteY32" fmla="*/ 6593334 h 6858000"/>
              <a:gd name="connsiteX33" fmla="*/ 11032183 w 12192000"/>
              <a:gd name="connsiteY33" fmla="*/ 6572263 h 6858000"/>
              <a:gd name="connsiteX34" fmla="*/ 11008864 w 12192000"/>
              <a:gd name="connsiteY34" fmla="*/ 6508674 h 6858000"/>
              <a:gd name="connsiteX35" fmla="*/ 11835925 w 12192000"/>
              <a:gd name="connsiteY35" fmla="*/ 6505690 h 6858000"/>
              <a:gd name="connsiteX36" fmla="*/ 11777993 w 12192000"/>
              <a:gd name="connsiteY36" fmla="*/ 6521482 h 6858000"/>
              <a:gd name="connsiteX37" fmla="*/ 11787771 w 12192000"/>
              <a:gd name="connsiteY37" fmla="*/ 6545180 h 6858000"/>
              <a:gd name="connsiteX38" fmla="*/ 11824655 w 12192000"/>
              <a:gd name="connsiteY38" fmla="*/ 6533130 h 6858000"/>
              <a:gd name="connsiteX39" fmla="*/ 11847574 w 12192000"/>
              <a:gd name="connsiteY39" fmla="*/ 6551194 h 6858000"/>
              <a:gd name="connsiteX40" fmla="*/ 11847574 w 12192000"/>
              <a:gd name="connsiteY40" fmla="*/ 6554579 h 6858000"/>
              <a:gd name="connsiteX41" fmla="*/ 11771957 w 12192000"/>
              <a:gd name="connsiteY41" fmla="*/ 6603869 h 6858000"/>
              <a:gd name="connsiteX42" fmla="*/ 11812204 w 12192000"/>
              <a:gd name="connsiteY42" fmla="*/ 6639595 h 6858000"/>
              <a:gd name="connsiteX43" fmla="*/ 11848710 w 12192000"/>
              <a:gd name="connsiteY43" fmla="*/ 6626810 h 6858000"/>
              <a:gd name="connsiteX44" fmla="*/ 11848710 w 12192000"/>
              <a:gd name="connsiteY44" fmla="*/ 6636967 h 6858000"/>
              <a:gd name="connsiteX45" fmla="*/ 11886329 w 12192000"/>
              <a:gd name="connsiteY45" fmla="*/ 6636967 h 6858000"/>
              <a:gd name="connsiteX46" fmla="*/ 11886351 w 12192000"/>
              <a:gd name="connsiteY46" fmla="*/ 6636989 h 6858000"/>
              <a:gd name="connsiteX47" fmla="*/ 11886351 w 12192000"/>
              <a:gd name="connsiteY47" fmla="*/ 6545937 h 6858000"/>
              <a:gd name="connsiteX48" fmla="*/ 11835925 w 12192000"/>
              <a:gd name="connsiteY48" fmla="*/ 6505690 h 6858000"/>
              <a:gd name="connsiteX49" fmla="*/ 11616380 w 12192000"/>
              <a:gd name="connsiteY49" fmla="*/ 6505667 h 6858000"/>
              <a:gd name="connsiteX50" fmla="*/ 11572369 w 12192000"/>
              <a:gd name="connsiteY50" fmla="*/ 6519966 h 6858000"/>
              <a:gd name="connsiteX51" fmla="*/ 11572369 w 12192000"/>
              <a:gd name="connsiteY51" fmla="*/ 6508674 h 6858000"/>
              <a:gd name="connsiteX52" fmla="*/ 11533614 w 12192000"/>
              <a:gd name="connsiteY52" fmla="*/ 6508674 h 6858000"/>
              <a:gd name="connsiteX53" fmla="*/ 11533614 w 12192000"/>
              <a:gd name="connsiteY53" fmla="*/ 6636944 h 6858000"/>
              <a:gd name="connsiteX54" fmla="*/ 11573505 w 12192000"/>
              <a:gd name="connsiteY54" fmla="*/ 6636944 h 6858000"/>
              <a:gd name="connsiteX55" fmla="*/ 11573505 w 12192000"/>
              <a:gd name="connsiteY55" fmla="*/ 6546672 h 6858000"/>
              <a:gd name="connsiteX56" fmla="*/ 11597938 w 12192000"/>
              <a:gd name="connsiteY56" fmla="*/ 6535758 h 6858000"/>
              <a:gd name="connsiteX57" fmla="*/ 11616737 w 12192000"/>
              <a:gd name="connsiteY57" fmla="*/ 6554578 h 6858000"/>
              <a:gd name="connsiteX58" fmla="*/ 11616737 w 12192000"/>
              <a:gd name="connsiteY58" fmla="*/ 6636966 h 6858000"/>
              <a:gd name="connsiteX59" fmla="*/ 11656628 w 12192000"/>
              <a:gd name="connsiteY59" fmla="*/ 6636966 h 6858000"/>
              <a:gd name="connsiteX60" fmla="*/ 11656628 w 12192000"/>
              <a:gd name="connsiteY60" fmla="*/ 6636944 h 6858000"/>
              <a:gd name="connsiteX61" fmla="*/ 11656628 w 12192000"/>
              <a:gd name="connsiteY61" fmla="*/ 6545536 h 6858000"/>
              <a:gd name="connsiteX62" fmla="*/ 11616380 w 12192000"/>
              <a:gd name="connsiteY62" fmla="*/ 6505667 h 6858000"/>
              <a:gd name="connsiteX63" fmla="*/ 11456350 w 12192000"/>
              <a:gd name="connsiteY63" fmla="*/ 6505667 h 6858000"/>
              <a:gd name="connsiteX64" fmla="*/ 11388662 w 12192000"/>
              <a:gd name="connsiteY64" fmla="*/ 6572998 h 6858000"/>
              <a:gd name="connsiteX65" fmla="*/ 11453343 w 12192000"/>
              <a:gd name="connsiteY65" fmla="*/ 6639594 h 6858000"/>
              <a:gd name="connsiteX66" fmla="*/ 11510896 w 12192000"/>
              <a:gd name="connsiteY66" fmla="*/ 6624916 h 6858000"/>
              <a:gd name="connsiteX67" fmla="*/ 11500361 w 12192000"/>
              <a:gd name="connsiteY67" fmla="*/ 6601218 h 6858000"/>
              <a:gd name="connsiteX68" fmla="*/ 11467620 w 12192000"/>
              <a:gd name="connsiteY68" fmla="*/ 6610996 h 6858000"/>
              <a:gd name="connsiteX69" fmla="*/ 11430758 w 12192000"/>
              <a:gd name="connsiteY69" fmla="*/ 6581284 h 6858000"/>
              <a:gd name="connsiteX70" fmla="*/ 11515774 w 12192000"/>
              <a:gd name="connsiteY70" fmla="*/ 6581284 h 6858000"/>
              <a:gd name="connsiteX71" fmla="*/ 11516152 w 12192000"/>
              <a:gd name="connsiteY71" fmla="*/ 6568120 h 6858000"/>
              <a:gd name="connsiteX72" fmla="*/ 11516175 w 12192000"/>
              <a:gd name="connsiteY72" fmla="*/ 6568120 h 6858000"/>
              <a:gd name="connsiteX73" fmla="*/ 11456350 w 12192000"/>
              <a:gd name="connsiteY73" fmla="*/ 6505667 h 6858000"/>
              <a:gd name="connsiteX74" fmla="*/ 11197315 w 12192000"/>
              <a:gd name="connsiteY74" fmla="*/ 6505667 h 6858000"/>
              <a:gd name="connsiteX75" fmla="*/ 11153304 w 12192000"/>
              <a:gd name="connsiteY75" fmla="*/ 6519966 h 6858000"/>
              <a:gd name="connsiteX76" fmla="*/ 11153304 w 12192000"/>
              <a:gd name="connsiteY76" fmla="*/ 6508674 h 6858000"/>
              <a:gd name="connsiteX77" fmla="*/ 11114549 w 12192000"/>
              <a:gd name="connsiteY77" fmla="*/ 6508674 h 6858000"/>
              <a:gd name="connsiteX78" fmla="*/ 11114549 w 12192000"/>
              <a:gd name="connsiteY78" fmla="*/ 6636944 h 6858000"/>
              <a:gd name="connsiteX79" fmla="*/ 11154418 w 12192000"/>
              <a:gd name="connsiteY79" fmla="*/ 6636944 h 6858000"/>
              <a:gd name="connsiteX80" fmla="*/ 11154418 w 12192000"/>
              <a:gd name="connsiteY80" fmla="*/ 6546672 h 6858000"/>
              <a:gd name="connsiteX81" fmla="*/ 11178873 w 12192000"/>
              <a:gd name="connsiteY81" fmla="*/ 6535758 h 6858000"/>
              <a:gd name="connsiteX82" fmla="*/ 11197672 w 12192000"/>
              <a:gd name="connsiteY82" fmla="*/ 6554578 h 6858000"/>
              <a:gd name="connsiteX83" fmla="*/ 11197672 w 12192000"/>
              <a:gd name="connsiteY83" fmla="*/ 6636966 h 6858000"/>
              <a:gd name="connsiteX84" fmla="*/ 11237563 w 12192000"/>
              <a:gd name="connsiteY84" fmla="*/ 6636966 h 6858000"/>
              <a:gd name="connsiteX85" fmla="*/ 11237585 w 12192000"/>
              <a:gd name="connsiteY85" fmla="*/ 6636944 h 6858000"/>
              <a:gd name="connsiteX86" fmla="*/ 11237585 w 12192000"/>
              <a:gd name="connsiteY86" fmla="*/ 6545536 h 6858000"/>
              <a:gd name="connsiteX87" fmla="*/ 11197315 w 12192000"/>
              <a:gd name="connsiteY87" fmla="*/ 6505667 h 6858000"/>
              <a:gd name="connsiteX88" fmla="*/ 11320618 w 12192000"/>
              <a:gd name="connsiteY88" fmla="*/ 6505267 h 6858000"/>
              <a:gd name="connsiteX89" fmla="*/ 11260815 w 12192000"/>
              <a:gd name="connsiteY89" fmla="*/ 6547029 h 6858000"/>
              <a:gd name="connsiteX90" fmla="*/ 11278121 w 12192000"/>
              <a:gd name="connsiteY90" fmla="*/ 6578256 h 6858000"/>
              <a:gd name="connsiteX91" fmla="*/ 11253665 w 12192000"/>
              <a:gd name="connsiteY91" fmla="*/ 6609861 h 6858000"/>
              <a:gd name="connsiteX92" fmla="*/ 11260058 w 12192000"/>
              <a:gd name="connsiteY92" fmla="*/ 6629795 h 6858000"/>
              <a:gd name="connsiteX93" fmla="*/ 11271729 w 12192000"/>
              <a:gd name="connsiteY93" fmla="*/ 6638081 h 6858000"/>
              <a:gd name="connsiteX94" fmla="*/ 11251037 w 12192000"/>
              <a:gd name="connsiteY94" fmla="*/ 6667437 h 6858000"/>
              <a:gd name="connsiteX95" fmla="*/ 11314604 w 12192000"/>
              <a:gd name="connsiteY95" fmla="*/ 6707684 h 6858000"/>
              <a:gd name="connsiteX96" fmla="*/ 11388706 w 12192000"/>
              <a:gd name="connsiteY96" fmla="*/ 6652759 h 6858000"/>
              <a:gd name="connsiteX97" fmla="*/ 11388706 w 12192000"/>
              <a:gd name="connsiteY97" fmla="*/ 6652736 h 6858000"/>
              <a:gd name="connsiteX98" fmla="*/ 11341666 w 12192000"/>
              <a:gd name="connsiteY98" fmla="*/ 6610240 h 6858000"/>
              <a:gd name="connsiteX99" fmla="*/ 11310060 w 12192000"/>
              <a:gd name="connsiteY99" fmla="*/ 6610240 h 6858000"/>
              <a:gd name="connsiteX100" fmla="*/ 11290505 w 12192000"/>
              <a:gd name="connsiteY100" fmla="*/ 6598947 h 6858000"/>
              <a:gd name="connsiteX101" fmla="*/ 11300283 w 12192000"/>
              <a:gd name="connsiteY101" fmla="*/ 6588033 h 6858000"/>
              <a:gd name="connsiteX102" fmla="*/ 11316096 w 12192000"/>
              <a:gd name="connsiteY102" fmla="*/ 6589904 h 6858000"/>
              <a:gd name="connsiteX103" fmla="*/ 11377057 w 12192000"/>
              <a:gd name="connsiteY103" fmla="*/ 6545893 h 6858000"/>
              <a:gd name="connsiteX104" fmla="*/ 11320618 w 12192000"/>
              <a:gd name="connsiteY104" fmla="*/ 6505267 h 6858000"/>
              <a:gd name="connsiteX105" fmla="*/ 10912733 w 12192000"/>
              <a:gd name="connsiteY105" fmla="*/ 6503396 h 6858000"/>
              <a:gd name="connsiteX106" fmla="*/ 10859322 w 12192000"/>
              <a:gd name="connsiteY106" fmla="*/ 6546271 h 6858000"/>
              <a:gd name="connsiteX107" fmla="*/ 10889035 w 12192000"/>
              <a:gd name="connsiteY107" fmla="*/ 6583156 h 6858000"/>
              <a:gd name="connsiteX108" fmla="*/ 10916119 w 12192000"/>
              <a:gd name="connsiteY108" fmla="*/ 6589548 h 6858000"/>
              <a:gd name="connsiteX109" fmla="*/ 10925540 w 12192000"/>
              <a:gd name="connsiteY109" fmla="*/ 6599326 h 6858000"/>
              <a:gd name="connsiteX110" fmla="*/ 10903334 w 12192000"/>
              <a:gd name="connsiteY110" fmla="*/ 6611754 h 6858000"/>
              <a:gd name="connsiteX111" fmla="*/ 10866851 w 12192000"/>
              <a:gd name="connsiteY111" fmla="*/ 6603112 h 6858000"/>
              <a:gd name="connsiteX112" fmla="*/ 10855937 w 12192000"/>
              <a:gd name="connsiteY112" fmla="*/ 6629060 h 6858000"/>
              <a:gd name="connsiteX113" fmla="*/ 10908991 w 12192000"/>
              <a:gd name="connsiteY113" fmla="*/ 6639217 h 6858000"/>
              <a:gd name="connsiteX114" fmla="*/ 10965431 w 12192000"/>
              <a:gd name="connsiteY114" fmla="*/ 6595962 h 6858000"/>
              <a:gd name="connsiteX115" fmla="*/ 10965386 w 12192000"/>
              <a:gd name="connsiteY115" fmla="*/ 6595962 h 6858000"/>
              <a:gd name="connsiteX116" fmla="*/ 10931910 w 12192000"/>
              <a:gd name="connsiteY116" fmla="*/ 6555693 h 6858000"/>
              <a:gd name="connsiteX117" fmla="*/ 10907454 w 12192000"/>
              <a:gd name="connsiteY117" fmla="*/ 6550058 h 6858000"/>
              <a:gd name="connsiteX118" fmla="*/ 10899547 w 12192000"/>
              <a:gd name="connsiteY118" fmla="*/ 6540659 h 6858000"/>
              <a:gd name="connsiteX119" fmla="*/ 10917989 w 12192000"/>
              <a:gd name="connsiteY119" fmla="*/ 6529745 h 6858000"/>
              <a:gd name="connsiteX120" fmla="*/ 10947345 w 12192000"/>
              <a:gd name="connsiteY120" fmla="*/ 6535380 h 6858000"/>
              <a:gd name="connsiteX121" fmla="*/ 10957502 w 12192000"/>
              <a:gd name="connsiteY121" fmla="*/ 6509410 h 6858000"/>
              <a:gd name="connsiteX122" fmla="*/ 10912733 w 12192000"/>
              <a:gd name="connsiteY122" fmla="*/ 6503396 h 6858000"/>
              <a:gd name="connsiteX123" fmla="*/ 11728949 w 12192000"/>
              <a:gd name="connsiteY123" fmla="*/ 6469184 h 6858000"/>
              <a:gd name="connsiteX124" fmla="*/ 11689080 w 12192000"/>
              <a:gd name="connsiteY124" fmla="*/ 6480476 h 6858000"/>
              <a:gd name="connsiteX125" fmla="*/ 11689080 w 12192000"/>
              <a:gd name="connsiteY125" fmla="*/ 6508674 h 6858000"/>
              <a:gd name="connsiteX126" fmla="*/ 11668767 w 12192000"/>
              <a:gd name="connsiteY126" fmla="*/ 6508674 h 6858000"/>
              <a:gd name="connsiteX127" fmla="*/ 11668767 w 12192000"/>
              <a:gd name="connsiteY127" fmla="*/ 6534266 h 6858000"/>
              <a:gd name="connsiteX128" fmla="*/ 11689080 w 12192000"/>
              <a:gd name="connsiteY128" fmla="*/ 6534266 h 6858000"/>
              <a:gd name="connsiteX129" fmla="*/ 11689080 w 12192000"/>
              <a:gd name="connsiteY129" fmla="*/ 6601597 h 6858000"/>
              <a:gd name="connsiteX130" fmla="*/ 11734584 w 12192000"/>
              <a:gd name="connsiteY130" fmla="*/ 6639595 h 6858000"/>
              <a:gd name="connsiteX131" fmla="*/ 11763939 w 12192000"/>
              <a:gd name="connsiteY131" fmla="*/ 6636588 h 6858000"/>
              <a:gd name="connsiteX132" fmla="*/ 11761289 w 12192000"/>
              <a:gd name="connsiteY132" fmla="*/ 6610617 h 6858000"/>
              <a:gd name="connsiteX133" fmla="*/ 11748883 w 12192000"/>
              <a:gd name="connsiteY133" fmla="*/ 6611753 h 6858000"/>
              <a:gd name="connsiteX134" fmla="*/ 11728949 w 12192000"/>
              <a:gd name="connsiteY134" fmla="*/ 6592198 h 6858000"/>
              <a:gd name="connsiteX135" fmla="*/ 11728949 w 12192000"/>
              <a:gd name="connsiteY135" fmla="*/ 6534266 h 6858000"/>
              <a:gd name="connsiteX136" fmla="*/ 11763939 w 12192000"/>
              <a:gd name="connsiteY136" fmla="*/ 6534266 h 6858000"/>
              <a:gd name="connsiteX137" fmla="*/ 11763939 w 12192000"/>
              <a:gd name="connsiteY137" fmla="*/ 6508674 h 6858000"/>
              <a:gd name="connsiteX138" fmla="*/ 11728949 w 12192000"/>
              <a:gd name="connsiteY138" fmla="*/ 6508674 h 6858000"/>
              <a:gd name="connsiteX139" fmla="*/ 11453186 w 12192000"/>
              <a:gd name="connsiteY139" fmla="*/ 6399470 h 6858000"/>
              <a:gd name="connsiteX140" fmla="*/ 11362936 w 12192000"/>
              <a:gd name="connsiteY140" fmla="*/ 6432879 h 6858000"/>
              <a:gd name="connsiteX141" fmla="*/ 11347568 w 12192000"/>
              <a:gd name="connsiteY141" fmla="*/ 6475332 h 6858000"/>
              <a:gd name="connsiteX142" fmla="*/ 11351622 w 12192000"/>
              <a:gd name="connsiteY142" fmla="*/ 6503774 h 6858000"/>
              <a:gd name="connsiteX143" fmla="*/ 11374206 w 12192000"/>
              <a:gd name="connsiteY143" fmla="*/ 6499721 h 6858000"/>
              <a:gd name="connsiteX144" fmla="*/ 11422026 w 12192000"/>
              <a:gd name="connsiteY144" fmla="*/ 6484375 h 6858000"/>
              <a:gd name="connsiteX145" fmla="*/ 11453164 w 12192000"/>
              <a:gd name="connsiteY145" fmla="*/ 6399515 h 6858000"/>
              <a:gd name="connsiteX146" fmla="*/ 0 w 12192000"/>
              <a:gd name="connsiteY146" fmla="*/ 0 h 6858000"/>
              <a:gd name="connsiteX147" fmla="*/ 12192000 w 12192000"/>
              <a:gd name="connsiteY147" fmla="*/ 0 h 6858000"/>
              <a:gd name="connsiteX148" fmla="*/ 12192000 w 12192000"/>
              <a:gd name="connsiteY148" fmla="*/ 6858000 h 6858000"/>
              <a:gd name="connsiteX149" fmla="*/ 0 w 12192000"/>
              <a:gd name="connsiteY14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2192000" h="6858000">
                <a:moveTo>
                  <a:pt x="11296919" y="6643760"/>
                </a:moveTo>
                <a:lnTo>
                  <a:pt x="11331910" y="6643760"/>
                </a:lnTo>
                <a:cubicBezTo>
                  <a:pt x="11340463" y="6643760"/>
                  <a:pt x="11348838" y="6647569"/>
                  <a:pt x="11348838" y="6658037"/>
                </a:cubicBezTo>
                <a:cubicBezTo>
                  <a:pt x="11348838" y="6672470"/>
                  <a:pt x="11334405" y="6681001"/>
                  <a:pt x="11316475" y="6681001"/>
                </a:cubicBezTo>
                <a:cubicBezTo>
                  <a:pt x="11298545" y="6681001"/>
                  <a:pt x="11283377" y="6673450"/>
                  <a:pt x="11283377" y="6662180"/>
                </a:cubicBezTo>
                <a:cubicBezTo>
                  <a:pt x="11283377" y="6653471"/>
                  <a:pt x="11291596" y="6646789"/>
                  <a:pt x="11296919" y="6643760"/>
                </a:cubicBezTo>
                <a:close/>
                <a:moveTo>
                  <a:pt x="11847574" y="6579035"/>
                </a:moveTo>
                <a:lnTo>
                  <a:pt x="11847574" y="6602733"/>
                </a:lnTo>
                <a:cubicBezTo>
                  <a:pt x="11842674" y="6608368"/>
                  <a:pt x="11836281" y="6612511"/>
                  <a:pt x="11828018" y="6612511"/>
                </a:cubicBezTo>
                <a:cubicBezTo>
                  <a:pt x="11821047" y="6612511"/>
                  <a:pt x="11811848" y="6609103"/>
                  <a:pt x="11811848" y="6598212"/>
                </a:cubicBezTo>
                <a:cubicBezTo>
                  <a:pt x="11811848" y="6580572"/>
                  <a:pt x="11829109" y="6578745"/>
                  <a:pt x="11847574" y="6579035"/>
                </a:cubicBezTo>
                <a:close/>
                <a:moveTo>
                  <a:pt x="11454835" y="6532751"/>
                </a:moveTo>
                <a:cubicBezTo>
                  <a:pt x="11468711" y="6532751"/>
                  <a:pt x="11475816" y="6541571"/>
                  <a:pt x="11475126" y="6555692"/>
                </a:cubicBezTo>
                <a:lnTo>
                  <a:pt x="11431114" y="6555692"/>
                </a:lnTo>
                <a:cubicBezTo>
                  <a:pt x="11433386" y="6542618"/>
                  <a:pt x="11440959" y="6532751"/>
                  <a:pt x="11454835" y="6532751"/>
                </a:cubicBezTo>
                <a:close/>
                <a:moveTo>
                  <a:pt x="11319125" y="6528253"/>
                </a:moveTo>
                <a:cubicBezTo>
                  <a:pt x="11332378" y="6528253"/>
                  <a:pt x="11338302" y="6537051"/>
                  <a:pt x="11338302" y="6547808"/>
                </a:cubicBezTo>
                <a:cubicBezTo>
                  <a:pt x="11338302" y="6558522"/>
                  <a:pt x="11331665" y="6567364"/>
                  <a:pt x="11318368" y="6567364"/>
                </a:cubicBezTo>
                <a:cubicBezTo>
                  <a:pt x="11306274" y="6567364"/>
                  <a:pt x="11299570" y="6558566"/>
                  <a:pt x="11299570" y="6547808"/>
                </a:cubicBezTo>
                <a:cubicBezTo>
                  <a:pt x="11299570" y="6538476"/>
                  <a:pt x="11307009" y="6528253"/>
                  <a:pt x="11319125" y="6528253"/>
                </a:cubicBezTo>
                <a:close/>
                <a:moveTo>
                  <a:pt x="10965988" y="6508674"/>
                </a:moveTo>
                <a:lnTo>
                  <a:pt x="11015657" y="6636966"/>
                </a:lnTo>
                <a:lnTo>
                  <a:pt x="11011893" y="6645987"/>
                </a:lnTo>
                <a:cubicBezTo>
                  <a:pt x="11004097" y="6664718"/>
                  <a:pt x="10995589" y="6678350"/>
                  <a:pt x="10979530" y="6678350"/>
                </a:cubicBezTo>
                <a:cubicBezTo>
                  <a:pt x="10974630" y="6678350"/>
                  <a:pt x="10969307" y="6677704"/>
                  <a:pt x="10962224" y="6676100"/>
                </a:cubicBezTo>
                <a:lnTo>
                  <a:pt x="10956589" y="6701669"/>
                </a:lnTo>
                <a:cubicBezTo>
                  <a:pt x="10965365" y="6703674"/>
                  <a:pt x="10972470" y="6705433"/>
                  <a:pt x="10985922" y="6705433"/>
                </a:cubicBezTo>
                <a:cubicBezTo>
                  <a:pt x="11012806" y="6705433"/>
                  <a:pt x="11032540" y="6687927"/>
                  <a:pt x="11042362" y="6664050"/>
                </a:cubicBezTo>
                <a:lnTo>
                  <a:pt x="11106308" y="6508674"/>
                </a:lnTo>
                <a:lnTo>
                  <a:pt x="11106286" y="6508674"/>
                </a:lnTo>
                <a:lnTo>
                  <a:pt x="11069045" y="6508674"/>
                </a:lnTo>
                <a:lnTo>
                  <a:pt x="11044968" y="6571127"/>
                </a:lnTo>
                <a:cubicBezTo>
                  <a:pt x="11042117" y="6578522"/>
                  <a:pt x="11039288" y="6587743"/>
                  <a:pt x="11037818" y="6593334"/>
                </a:cubicBezTo>
                <a:cubicBezTo>
                  <a:pt x="11036571" y="6587788"/>
                  <a:pt x="11034990" y="6579948"/>
                  <a:pt x="11032183" y="6572263"/>
                </a:cubicBezTo>
                <a:lnTo>
                  <a:pt x="11008864" y="6508674"/>
                </a:lnTo>
                <a:close/>
                <a:moveTo>
                  <a:pt x="11835925" y="6505690"/>
                </a:moveTo>
                <a:cubicBezTo>
                  <a:pt x="11815968" y="6505690"/>
                  <a:pt x="11794920" y="6512283"/>
                  <a:pt x="11777993" y="6521482"/>
                </a:cubicBezTo>
                <a:lnTo>
                  <a:pt x="11787771" y="6545180"/>
                </a:lnTo>
                <a:cubicBezTo>
                  <a:pt x="11797304" y="6539456"/>
                  <a:pt x="11811848" y="6533130"/>
                  <a:pt x="11824655" y="6533130"/>
                </a:cubicBezTo>
                <a:cubicBezTo>
                  <a:pt x="11843587" y="6533130"/>
                  <a:pt x="11847574" y="6540614"/>
                  <a:pt x="11847574" y="6551194"/>
                </a:cubicBezTo>
                <a:lnTo>
                  <a:pt x="11847574" y="6554579"/>
                </a:lnTo>
                <a:cubicBezTo>
                  <a:pt x="11814409" y="6554735"/>
                  <a:pt x="11771957" y="6561350"/>
                  <a:pt x="11771957" y="6603869"/>
                </a:cubicBezTo>
                <a:cubicBezTo>
                  <a:pt x="11771957" y="6628035"/>
                  <a:pt x="11788350" y="6639595"/>
                  <a:pt x="11812204" y="6639595"/>
                </a:cubicBezTo>
                <a:cubicBezTo>
                  <a:pt x="11826281" y="6639595"/>
                  <a:pt x="11838932" y="6635452"/>
                  <a:pt x="11848710" y="6626810"/>
                </a:cubicBezTo>
                <a:lnTo>
                  <a:pt x="11848710" y="6636967"/>
                </a:lnTo>
                <a:lnTo>
                  <a:pt x="11886329" y="6636967"/>
                </a:lnTo>
                <a:lnTo>
                  <a:pt x="11886351" y="6636989"/>
                </a:lnTo>
                <a:lnTo>
                  <a:pt x="11886351" y="6545937"/>
                </a:lnTo>
                <a:cubicBezTo>
                  <a:pt x="11886351" y="6520323"/>
                  <a:pt x="11866550" y="6505690"/>
                  <a:pt x="11835925" y="6505690"/>
                </a:cubicBezTo>
                <a:close/>
                <a:moveTo>
                  <a:pt x="11616380" y="6505667"/>
                </a:moveTo>
                <a:cubicBezTo>
                  <a:pt x="11600255" y="6505667"/>
                  <a:pt x="11585376" y="6511235"/>
                  <a:pt x="11572369" y="6519966"/>
                </a:cubicBezTo>
                <a:lnTo>
                  <a:pt x="11572369" y="6508674"/>
                </a:lnTo>
                <a:lnTo>
                  <a:pt x="11533614" y="6508674"/>
                </a:lnTo>
                <a:lnTo>
                  <a:pt x="11533614" y="6636944"/>
                </a:lnTo>
                <a:lnTo>
                  <a:pt x="11573505" y="6636944"/>
                </a:lnTo>
                <a:lnTo>
                  <a:pt x="11573505" y="6546672"/>
                </a:lnTo>
                <a:cubicBezTo>
                  <a:pt x="11580944" y="6540725"/>
                  <a:pt x="11587626" y="6535758"/>
                  <a:pt x="11597938" y="6535758"/>
                </a:cubicBezTo>
                <a:cubicBezTo>
                  <a:pt x="11611636" y="6535758"/>
                  <a:pt x="11616737" y="6542462"/>
                  <a:pt x="11616737" y="6554578"/>
                </a:cubicBezTo>
                <a:lnTo>
                  <a:pt x="11616737" y="6636966"/>
                </a:lnTo>
                <a:lnTo>
                  <a:pt x="11656628" y="6636966"/>
                </a:lnTo>
                <a:lnTo>
                  <a:pt x="11656628" y="6636944"/>
                </a:lnTo>
                <a:lnTo>
                  <a:pt x="11656628" y="6545536"/>
                </a:lnTo>
                <a:cubicBezTo>
                  <a:pt x="11656628" y="6521481"/>
                  <a:pt x="11641816" y="6505667"/>
                  <a:pt x="11616380" y="6505667"/>
                </a:cubicBezTo>
                <a:close/>
                <a:moveTo>
                  <a:pt x="11456350" y="6505667"/>
                </a:moveTo>
                <a:cubicBezTo>
                  <a:pt x="11421203" y="6505667"/>
                  <a:pt x="11388662" y="6532060"/>
                  <a:pt x="11388662" y="6572998"/>
                </a:cubicBezTo>
                <a:cubicBezTo>
                  <a:pt x="11388662" y="6613936"/>
                  <a:pt x="11413496" y="6639594"/>
                  <a:pt x="11453343" y="6639594"/>
                </a:cubicBezTo>
                <a:cubicBezTo>
                  <a:pt x="11474413" y="6639594"/>
                  <a:pt x="11493323" y="6634449"/>
                  <a:pt x="11510896" y="6624916"/>
                </a:cubicBezTo>
                <a:lnTo>
                  <a:pt x="11500361" y="6601218"/>
                </a:lnTo>
                <a:cubicBezTo>
                  <a:pt x="11494147" y="6605517"/>
                  <a:pt x="11479669" y="6610996"/>
                  <a:pt x="11467620" y="6610996"/>
                </a:cubicBezTo>
                <a:cubicBezTo>
                  <a:pt x="11440424" y="6610996"/>
                  <a:pt x="11431114" y="6599948"/>
                  <a:pt x="11430758" y="6581284"/>
                </a:cubicBezTo>
                <a:lnTo>
                  <a:pt x="11515774" y="6581284"/>
                </a:lnTo>
                <a:cubicBezTo>
                  <a:pt x="11516019" y="6576740"/>
                  <a:pt x="11516152" y="6572375"/>
                  <a:pt x="11516152" y="6568120"/>
                </a:cubicBezTo>
                <a:lnTo>
                  <a:pt x="11516175" y="6568120"/>
                </a:lnTo>
                <a:cubicBezTo>
                  <a:pt x="11516175" y="6531259"/>
                  <a:pt x="11500138" y="6505667"/>
                  <a:pt x="11456350" y="6505667"/>
                </a:cubicBezTo>
                <a:close/>
                <a:moveTo>
                  <a:pt x="11197315" y="6505667"/>
                </a:moveTo>
                <a:cubicBezTo>
                  <a:pt x="11181190" y="6505667"/>
                  <a:pt x="11166289" y="6511235"/>
                  <a:pt x="11153304" y="6519966"/>
                </a:cubicBezTo>
                <a:lnTo>
                  <a:pt x="11153304" y="6508674"/>
                </a:lnTo>
                <a:lnTo>
                  <a:pt x="11114549" y="6508674"/>
                </a:lnTo>
                <a:lnTo>
                  <a:pt x="11114549" y="6636944"/>
                </a:lnTo>
                <a:lnTo>
                  <a:pt x="11154418" y="6636944"/>
                </a:lnTo>
                <a:lnTo>
                  <a:pt x="11154418" y="6546672"/>
                </a:lnTo>
                <a:cubicBezTo>
                  <a:pt x="11161879" y="6540725"/>
                  <a:pt x="11168561" y="6535758"/>
                  <a:pt x="11178873" y="6535758"/>
                </a:cubicBezTo>
                <a:cubicBezTo>
                  <a:pt x="11192571" y="6535758"/>
                  <a:pt x="11197672" y="6542462"/>
                  <a:pt x="11197672" y="6554578"/>
                </a:cubicBezTo>
                <a:lnTo>
                  <a:pt x="11197672" y="6636966"/>
                </a:lnTo>
                <a:lnTo>
                  <a:pt x="11237563" y="6636966"/>
                </a:lnTo>
                <a:lnTo>
                  <a:pt x="11237585" y="6636944"/>
                </a:lnTo>
                <a:lnTo>
                  <a:pt x="11237585" y="6545536"/>
                </a:lnTo>
                <a:cubicBezTo>
                  <a:pt x="11237585" y="6521481"/>
                  <a:pt x="11222751" y="6505667"/>
                  <a:pt x="11197315" y="6505667"/>
                </a:cubicBezTo>
                <a:close/>
                <a:moveTo>
                  <a:pt x="11320618" y="6505267"/>
                </a:moveTo>
                <a:cubicBezTo>
                  <a:pt x="11286741" y="6505267"/>
                  <a:pt x="11260815" y="6519678"/>
                  <a:pt x="11260815" y="6547029"/>
                </a:cubicBezTo>
                <a:cubicBezTo>
                  <a:pt x="11260815" y="6568055"/>
                  <a:pt x="11270682" y="6574335"/>
                  <a:pt x="11278121" y="6578256"/>
                </a:cubicBezTo>
                <a:cubicBezTo>
                  <a:pt x="11264735" y="6585717"/>
                  <a:pt x="11253665" y="6597321"/>
                  <a:pt x="11253665" y="6609861"/>
                </a:cubicBezTo>
                <a:cubicBezTo>
                  <a:pt x="11253665" y="6619817"/>
                  <a:pt x="11256494" y="6625742"/>
                  <a:pt x="11260058" y="6629795"/>
                </a:cubicBezTo>
                <a:cubicBezTo>
                  <a:pt x="11263443" y="6633648"/>
                  <a:pt x="11267408" y="6635608"/>
                  <a:pt x="11271729" y="6638081"/>
                </a:cubicBezTo>
                <a:cubicBezTo>
                  <a:pt x="11263911" y="6643159"/>
                  <a:pt x="11251037" y="6652892"/>
                  <a:pt x="11251037" y="6667437"/>
                </a:cubicBezTo>
                <a:cubicBezTo>
                  <a:pt x="11251037" y="6698530"/>
                  <a:pt x="11282219" y="6707840"/>
                  <a:pt x="11314604" y="6707684"/>
                </a:cubicBezTo>
                <a:cubicBezTo>
                  <a:pt x="11351399" y="6707506"/>
                  <a:pt x="11388706" y="6690177"/>
                  <a:pt x="11388706" y="6652759"/>
                </a:cubicBezTo>
                <a:lnTo>
                  <a:pt x="11388706" y="6652736"/>
                </a:lnTo>
                <a:cubicBezTo>
                  <a:pt x="11388706" y="6624450"/>
                  <a:pt x="11370977" y="6610240"/>
                  <a:pt x="11341666" y="6610240"/>
                </a:cubicBezTo>
                <a:lnTo>
                  <a:pt x="11310060" y="6610240"/>
                </a:lnTo>
                <a:cubicBezTo>
                  <a:pt x="11303958" y="6610240"/>
                  <a:pt x="11290505" y="6608792"/>
                  <a:pt x="11290505" y="6598947"/>
                </a:cubicBezTo>
                <a:cubicBezTo>
                  <a:pt x="11290505" y="6594092"/>
                  <a:pt x="11297031" y="6589771"/>
                  <a:pt x="11300283" y="6588033"/>
                </a:cubicBezTo>
                <a:cubicBezTo>
                  <a:pt x="11305272" y="6589013"/>
                  <a:pt x="11310394" y="6589904"/>
                  <a:pt x="11316096" y="6589904"/>
                </a:cubicBezTo>
                <a:cubicBezTo>
                  <a:pt x="11346766" y="6589904"/>
                  <a:pt x="11377057" y="6579636"/>
                  <a:pt x="11377057" y="6545893"/>
                </a:cubicBezTo>
                <a:cubicBezTo>
                  <a:pt x="11377057" y="6512149"/>
                  <a:pt x="11349417" y="6505267"/>
                  <a:pt x="11320618" y="6505267"/>
                </a:cubicBezTo>
                <a:close/>
                <a:moveTo>
                  <a:pt x="10912733" y="6503396"/>
                </a:moveTo>
                <a:cubicBezTo>
                  <a:pt x="10881885" y="6503396"/>
                  <a:pt x="10859322" y="6519833"/>
                  <a:pt x="10859322" y="6546271"/>
                </a:cubicBezTo>
                <a:cubicBezTo>
                  <a:pt x="10859322" y="6570148"/>
                  <a:pt x="10872775" y="6578679"/>
                  <a:pt x="10889035" y="6583156"/>
                </a:cubicBezTo>
                <a:cubicBezTo>
                  <a:pt x="10896763" y="6585271"/>
                  <a:pt x="10908479" y="6587298"/>
                  <a:pt x="10916119" y="6589548"/>
                </a:cubicBezTo>
                <a:cubicBezTo>
                  <a:pt x="10922221" y="6591352"/>
                  <a:pt x="10925540" y="6594069"/>
                  <a:pt x="10925540" y="6599326"/>
                </a:cubicBezTo>
                <a:cubicBezTo>
                  <a:pt x="10925540" y="6610618"/>
                  <a:pt x="10912577" y="6611754"/>
                  <a:pt x="10903334" y="6611754"/>
                </a:cubicBezTo>
                <a:cubicBezTo>
                  <a:pt x="10891485" y="6611754"/>
                  <a:pt x="10876940" y="6607210"/>
                  <a:pt x="10866851" y="6603112"/>
                </a:cubicBezTo>
                <a:lnTo>
                  <a:pt x="10855937" y="6629060"/>
                </a:lnTo>
                <a:cubicBezTo>
                  <a:pt x="10872954" y="6635876"/>
                  <a:pt x="10889057" y="6639217"/>
                  <a:pt x="10908991" y="6639217"/>
                </a:cubicBezTo>
                <a:cubicBezTo>
                  <a:pt x="10939639" y="6639217"/>
                  <a:pt x="10965431" y="6623893"/>
                  <a:pt x="10965431" y="6595962"/>
                </a:cubicBezTo>
                <a:lnTo>
                  <a:pt x="10965386" y="6595962"/>
                </a:lnTo>
                <a:cubicBezTo>
                  <a:pt x="10965386" y="6569190"/>
                  <a:pt x="10948904" y="6559435"/>
                  <a:pt x="10931910" y="6555693"/>
                </a:cubicBezTo>
                <a:cubicBezTo>
                  <a:pt x="10923602" y="6553867"/>
                  <a:pt x="10913713" y="6552085"/>
                  <a:pt x="10907454" y="6550058"/>
                </a:cubicBezTo>
                <a:cubicBezTo>
                  <a:pt x="10901619" y="6548187"/>
                  <a:pt x="10899547" y="6543977"/>
                  <a:pt x="10899547" y="6540659"/>
                </a:cubicBezTo>
                <a:cubicBezTo>
                  <a:pt x="10899547" y="6533932"/>
                  <a:pt x="10907031" y="6529745"/>
                  <a:pt x="10917989" y="6529745"/>
                </a:cubicBezTo>
                <a:cubicBezTo>
                  <a:pt x="10928101" y="6529745"/>
                  <a:pt x="10942289" y="6533086"/>
                  <a:pt x="10947345" y="6535380"/>
                </a:cubicBezTo>
                <a:lnTo>
                  <a:pt x="10957502" y="6509410"/>
                </a:lnTo>
                <a:cubicBezTo>
                  <a:pt x="10946053" y="6506091"/>
                  <a:pt x="10933113" y="6503396"/>
                  <a:pt x="10912733" y="6503396"/>
                </a:cubicBezTo>
                <a:close/>
                <a:moveTo>
                  <a:pt x="11728949" y="6469184"/>
                </a:moveTo>
                <a:lnTo>
                  <a:pt x="11689080" y="6480476"/>
                </a:lnTo>
                <a:lnTo>
                  <a:pt x="11689080" y="6508674"/>
                </a:lnTo>
                <a:lnTo>
                  <a:pt x="11668767" y="6508674"/>
                </a:lnTo>
                <a:lnTo>
                  <a:pt x="11668767" y="6534266"/>
                </a:lnTo>
                <a:lnTo>
                  <a:pt x="11689080" y="6534266"/>
                </a:lnTo>
                <a:lnTo>
                  <a:pt x="11689080" y="6601597"/>
                </a:lnTo>
                <a:cubicBezTo>
                  <a:pt x="11689080" y="6631175"/>
                  <a:pt x="11710484" y="6639595"/>
                  <a:pt x="11734584" y="6639595"/>
                </a:cubicBezTo>
                <a:cubicBezTo>
                  <a:pt x="11742535" y="6639595"/>
                  <a:pt x="11754785" y="6638214"/>
                  <a:pt x="11763939" y="6636588"/>
                </a:cubicBezTo>
                <a:lnTo>
                  <a:pt x="11761289" y="6610617"/>
                </a:lnTo>
                <a:cubicBezTo>
                  <a:pt x="11757035" y="6611196"/>
                  <a:pt x="11752803" y="6611753"/>
                  <a:pt x="11748883" y="6611753"/>
                </a:cubicBezTo>
                <a:cubicBezTo>
                  <a:pt x="11737635" y="6611753"/>
                  <a:pt x="11728949" y="6608702"/>
                  <a:pt x="11728949" y="6592198"/>
                </a:cubicBezTo>
                <a:lnTo>
                  <a:pt x="11728949" y="6534266"/>
                </a:lnTo>
                <a:lnTo>
                  <a:pt x="11763939" y="6534266"/>
                </a:lnTo>
                <a:lnTo>
                  <a:pt x="11763939" y="6508674"/>
                </a:lnTo>
                <a:lnTo>
                  <a:pt x="11728949" y="6508674"/>
                </a:lnTo>
                <a:close/>
                <a:moveTo>
                  <a:pt x="11453186" y="6399470"/>
                </a:moveTo>
                <a:cubicBezTo>
                  <a:pt x="11425924" y="6403368"/>
                  <a:pt x="11385343" y="6410473"/>
                  <a:pt x="11362936" y="6432879"/>
                </a:cubicBezTo>
                <a:cubicBezTo>
                  <a:pt x="11351221" y="6444573"/>
                  <a:pt x="11347568" y="6459050"/>
                  <a:pt x="11347568" y="6475332"/>
                </a:cubicBezTo>
                <a:cubicBezTo>
                  <a:pt x="11347568" y="6484798"/>
                  <a:pt x="11348793" y="6494732"/>
                  <a:pt x="11351622" y="6503774"/>
                </a:cubicBezTo>
                <a:cubicBezTo>
                  <a:pt x="11356522" y="6500233"/>
                  <a:pt x="11368193" y="6499721"/>
                  <a:pt x="11374206" y="6499721"/>
                </a:cubicBezTo>
                <a:cubicBezTo>
                  <a:pt x="11391490" y="6499721"/>
                  <a:pt x="11406168" y="6500233"/>
                  <a:pt x="11422026" y="6484375"/>
                </a:cubicBezTo>
                <a:cubicBezTo>
                  <a:pt x="11441760" y="6464663"/>
                  <a:pt x="11432985" y="6433704"/>
                  <a:pt x="11453164" y="6399515"/>
                </a:cubicBezTo>
                <a:close/>
                <a:moveTo>
                  <a:pt x="0" y="0"/>
                </a:moveTo>
                <a:lnTo>
                  <a:pt x="12192000" y="0"/>
                </a:lnTo>
                <a:lnTo>
                  <a:pt x="12192000" y="6858000"/>
                </a:lnTo>
                <a:lnTo>
                  <a:pt x="0" y="6858000"/>
                </a:lnTo>
                <a:close/>
              </a:path>
            </a:pathLst>
          </a:custGeom>
          <a:pattFill prst="ltVert">
            <a:fgClr>
              <a:schemeClr val="bg1">
                <a:lumMod val="85000"/>
              </a:schemeClr>
            </a:fgClr>
            <a:bgClr>
              <a:schemeClr val="bg1"/>
            </a:bgClr>
          </a:pattFill>
        </p:spPr>
        <p:txBody>
          <a:bodyPr wrap="square" anchor="ctr">
            <a:noAutofit/>
          </a:bodyPr>
          <a:lstStyle>
            <a:lvl1pPr algn="ctr">
              <a:defRPr/>
            </a:lvl1pPr>
          </a:lstStyle>
          <a:p>
            <a:endParaRPr lang="en-US" dirty="0"/>
          </a:p>
        </p:txBody>
      </p:sp>
      <p:sp>
        <p:nvSpPr>
          <p:cNvPr id="2" name="Title 1">
            <a:extLst>
              <a:ext uri="{FF2B5EF4-FFF2-40B4-BE49-F238E27FC236}">
                <a16:creationId xmlns:a16="http://schemas.microsoft.com/office/drawing/2014/main" id="{BFA96F45-0303-C4EE-48B2-D6E59A42A27C}"/>
              </a:ext>
            </a:extLst>
          </p:cNvPr>
          <p:cNvSpPr>
            <a:spLocks noGrp="1"/>
          </p:cNvSpPr>
          <p:nvPr>
            <p:ph type="title" hasCustomPrompt="1"/>
          </p:nvPr>
        </p:nvSpPr>
        <p:spPr>
          <a:xfrm>
            <a:off x="304800" y="228601"/>
            <a:ext cx="11582400" cy="777240"/>
          </a:xfrm>
        </p:spPr>
        <p:txBody>
          <a:bodyPr/>
          <a:lstStyle/>
          <a:p>
            <a:r>
              <a:rPr lang="en-US" dirty="0"/>
              <a:t>Title</a:t>
            </a:r>
          </a:p>
        </p:txBody>
      </p:sp>
      <p:sp>
        <p:nvSpPr>
          <p:cNvPr id="3" name="Footer Placeholder 2">
            <a:extLst>
              <a:ext uri="{FF2B5EF4-FFF2-40B4-BE49-F238E27FC236}">
                <a16:creationId xmlns:a16="http://schemas.microsoft.com/office/drawing/2014/main" id="{61F014B6-BE37-DF85-9795-CA81FF647508}"/>
              </a:ext>
            </a:extLst>
          </p:cNvPr>
          <p:cNvSpPr>
            <a:spLocks noGrp="1"/>
          </p:cNvSpPr>
          <p:nvPr>
            <p:ph type="ftr" sz="quarter" idx="10"/>
          </p:nvPr>
        </p:nvSpPr>
        <p:spPr>
          <a:ln>
            <a:solidFill>
              <a:schemeClr val="bg1"/>
            </a:solidFill>
          </a:ln>
        </p:spPr>
        <p:txBody>
          <a:bodyPr/>
          <a:lstStyle>
            <a:lvl1pPr>
              <a:defRPr>
                <a:solidFill>
                  <a:schemeClr val="bg1"/>
                </a:solidFill>
              </a:defRPr>
            </a:lvl1pPr>
          </a:lstStyle>
          <a:p>
            <a:pPr algn="r"/>
            <a:r>
              <a:rPr lang="en-GB" dirty="0"/>
              <a:t>Classification: Public</a:t>
            </a:r>
          </a:p>
        </p:txBody>
      </p:sp>
      <p:sp>
        <p:nvSpPr>
          <p:cNvPr id="4" name="Slide Number Placeholder 3">
            <a:extLst>
              <a:ext uri="{FF2B5EF4-FFF2-40B4-BE49-F238E27FC236}">
                <a16:creationId xmlns:a16="http://schemas.microsoft.com/office/drawing/2014/main" id="{590720D4-59FF-0A8D-AE69-001B9C4AEEC1}"/>
              </a:ext>
            </a:extLst>
          </p:cNvPr>
          <p:cNvSpPr>
            <a:spLocks noGrp="1"/>
          </p:cNvSpPr>
          <p:nvPr>
            <p:ph type="sldNum" sz="quarter" idx="11"/>
          </p:nvPr>
        </p:nvSpPr>
        <p:spPr/>
        <p:txBody>
          <a:bodyPr/>
          <a:lstStyle>
            <a:lvl1pPr>
              <a:defRPr>
                <a:solidFill>
                  <a:schemeClr val="bg1"/>
                </a:solidFill>
              </a:defRPr>
            </a:lvl1pPr>
          </a:lstStyle>
          <a:p>
            <a:fld id="{7695D00A-BA34-4D39-8C84-2534822D6434}" type="slidenum">
              <a:rPr lang="en-GB" smtClean="0"/>
              <a:pPr/>
              <a:t>‹#›</a:t>
            </a:fld>
            <a:endParaRPr lang="en-GB" dirty="0"/>
          </a:p>
        </p:txBody>
      </p:sp>
      <p:sp>
        <p:nvSpPr>
          <p:cNvPr id="5" name="Text Placeholder 12">
            <a:extLst>
              <a:ext uri="{FF2B5EF4-FFF2-40B4-BE49-F238E27FC236}">
                <a16:creationId xmlns:a16="http://schemas.microsoft.com/office/drawing/2014/main" id="{64D9471C-FA08-3E36-9E3D-1CE0474C0DF8}"/>
              </a:ext>
            </a:extLst>
          </p:cNvPr>
          <p:cNvSpPr>
            <a:spLocks noGrp="1"/>
          </p:cNvSpPr>
          <p:nvPr>
            <p:ph type="body" sz="quarter" idx="26"/>
          </p:nvPr>
        </p:nvSpPr>
        <p:spPr>
          <a:xfrm>
            <a:off x="304800" y="3853182"/>
            <a:ext cx="2843784" cy="2286000"/>
          </a:xfrm>
          <a:prstGeom prst="roundRect">
            <a:avLst>
              <a:gd name="adj" fmla="val 8819"/>
            </a:avLst>
          </a:prstGeom>
          <a:solidFill>
            <a:schemeClr val="bg1"/>
          </a:solidFill>
        </p:spPr>
        <p:txBody>
          <a:bodyPr lIns="91440" tIns="91440" rIns="91440" bIns="91440"/>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2">
            <a:extLst>
              <a:ext uri="{FF2B5EF4-FFF2-40B4-BE49-F238E27FC236}">
                <a16:creationId xmlns:a16="http://schemas.microsoft.com/office/drawing/2014/main" id="{765FDCA6-F609-E13B-800A-A5C799548250}"/>
              </a:ext>
            </a:extLst>
          </p:cNvPr>
          <p:cNvSpPr>
            <a:spLocks noGrp="1"/>
          </p:cNvSpPr>
          <p:nvPr>
            <p:ph type="body" sz="quarter" idx="27"/>
          </p:nvPr>
        </p:nvSpPr>
        <p:spPr>
          <a:xfrm>
            <a:off x="3249814" y="3853182"/>
            <a:ext cx="2843784" cy="2286000"/>
          </a:xfrm>
          <a:prstGeom prst="roundRect">
            <a:avLst>
              <a:gd name="adj" fmla="val 8819"/>
            </a:avLst>
          </a:prstGeom>
          <a:solidFill>
            <a:schemeClr val="bg1"/>
          </a:solidFill>
        </p:spPr>
        <p:txBody>
          <a:bodyPr lIns="91440" tIns="91440" rIns="91440" bIns="91440"/>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12">
            <a:extLst>
              <a:ext uri="{FF2B5EF4-FFF2-40B4-BE49-F238E27FC236}">
                <a16:creationId xmlns:a16="http://schemas.microsoft.com/office/drawing/2014/main" id="{4C0B6BCA-C6D8-FD0F-6C65-CC53C55CEBB3}"/>
              </a:ext>
            </a:extLst>
          </p:cNvPr>
          <p:cNvSpPr>
            <a:spLocks noGrp="1"/>
          </p:cNvSpPr>
          <p:nvPr>
            <p:ph type="body" sz="quarter" idx="28"/>
          </p:nvPr>
        </p:nvSpPr>
        <p:spPr>
          <a:xfrm>
            <a:off x="6194828" y="3853182"/>
            <a:ext cx="2843784" cy="2286000"/>
          </a:xfrm>
          <a:prstGeom prst="roundRect">
            <a:avLst>
              <a:gd name="adj" fmla="val 8819"/>
            </a:avLst>
          </a:prstGeom>
          <a:solidFill>
            <a:schemeClr val="bg1"/>
          </a:solidFill>
        </p:spPr>
        <p:txBody>
          <a:bodyPr lIns="91440" tIns="91440" rIns="91440" bIns="91440"/>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12">
            <a:extLst>
              <a:ext uri="{FF2B5EF4-FFF2-40B4-BE49-F238E27FC236}">
                <a16:creationId xmlns:a16="http://schemas.microsoft.com/office/drawing/2014/main" id="{FB047D22-7BFE-1C9D-DFA1-9AD2C9E7F835}"/>
              </a:ext>
            </a:extLst>
          </p:cNvPr>
          <p:cNvSpPr>
            <a:spLocks noGrp="1"/>
          </p:cNvSpPr>
          <p:nvPr>
            <p:ph type="body" sz="quarter" idx="23"/>
          </p:nvPr>
        </p:nvSpPr>
        <p:spPr>
          <a:xfrm>
            <a:off x="304800" y="2407121"/>
            <a:ext cx="2844800" cy="1335087"/>
          </a:xfrm>
          <a:prstGeom prst="roundRect">
            <a:avLst>
              <a:gd name="adj" fmla="val 8819"/>
            </a:avLst>
          </a:prstGeom>
          <a:solidFill>
            <a:srgbClr val="264600"/>
          </a:solidFill>
        </p:spPr>
        <p:txBody>
          <a:bodyPr lIns="91440" tIns="91440" rIns="91440" bIns="91440"/>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12">
            <a:extLst>
              <a:ext uri="{FF2B5EF4-FFF2-40B4-BE49-F238E27FC236}">
                <a16:creationId xmlns:a16="http://schemas.microsoft.com/office/drawing/2014/main" id="{ED6DEE11-16CB-CD9A-D86F-B4AD0EF6914E}"/>
              </a:ext>
            </a:extLst>
          </p:cNvPr>
          <p:cNvSpPr>
            <a:spLocks noGrp="1"/>
          </p:cNvSpPr>
          <p:nvPr>
            <p:ph type="body" sz="quarter" idx="24"/>
          </p:nvPr>
        </p:nvSpPr>
        <p:spPr>
          <a:xfrm>
            <a:off x="3249814" y="2407121"/>
            <a:ext cx="2844800" cy="1335087"/>
          </a:xfrm>
          <a:prstGeom prst="roundRect">
            <a:avLst>
              <a:gd name="adj" fmla="val 8819"/>
            </a:avLst>
          </a:prstGeom>
          <a:solidFill>
            <a:srgbClr val="264600"/>
          </a:solidFill>
        </p:spPr>
        <p:txBody>
          <a:bodyPr lIns="91440" tIns="91440" rIns="91440" bIns="91440"/>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12">
            <a:extLst>
              <a:ext uri="{FF2B5EF4-FFF2-40B4-BE49-F238E27FC236}">
                <a16:creationId xmlns:a16="http://schemas.microsoft.com/office/drawing/2014/main" id="{E1E49E84-043B-A242-8AAB-EC73A282DF3C}"/>
              </a:ext>
            </a:extLst>
          </p:cNvPr>
          <p:cNvSpPr>
            <a:spLocks noGrp="1"/>
          </p:cNvSpPr>
          <p:nvPr>
            <p:ph type="body" sz="quarter" idx="25"/>
          </p:nvPr>
        </p:nvSpPr>
        <p:spPr>
          <a:xfrm>
            <a:off x="6194828" y="2407121"/>
            <a:ext cx="2844800" cy="1335087"/>
          </a:xfrm>
          <a:prstGeom prst="roundRect">
            <a:avLst>
              <a:gd name="adj" fmla="val 8819"/>
            </a:avLst>
          </a:prstGeom>
          <a:solidFill>
            <a:srgbClr val="264600"/>
          </a:solidFill>
        </p:spPr>
        <p:txBody>
          <a:bodyPr lIns="91440" tIns="91440" rIns="91440" bIns="91440"/>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7454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6_Content with multipl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6549C-317C-9B20-FFC7-1DAB3984C63D}"/>
              </a:ext>
            </a:extLst>
          </p:cNvPr>
          <p:cNvSpPr>
            <a:spLocks noGrp="1"/>
          </p:cNvSpPr>
          <p:nvPr>
            <p:ph type="title" hasCustomPrompt="1"/>
          </p:nvPr>
        </p:nvSpPr>
        <p:spPr>
          <a:xfrm>
            <a:off x="304800" y="228601"/>
            <a:ext cx="11582400" cy="777240"/>
          </a:xfrm>
        </p:spPr>
        <p:txBody>
          <a:bodyPr/>
          <a:lstStyle/>
          <a:p>
            <a:r>
              <a:rPr lang="en-US" dirty="0"/>
              <a:t>Title</a:t>
            </a:r>
          </a:p>
        </p:txBody>
      </p:sp>
      <p:sp>
        <p:nvSpPr>
          <p:cNvPr id="3" name="Footer Placeholder 2">
            <a:extLst>
              <a:ext uri="{FF2B5EF4-FFF2-40B4-BE49-F238E27FC236}">
                <a16:creationId xmlns:a16="http://schemas.microsoft.com/office/drawing/2014/main" id="{4E3D72C6-9A1D-A927-A519-F059E089D34B}"/>
              </a:ext>
            </a:extLst>
          </p:cNvPr>
          <p:cNvSpPr>
            <a:spLocks noGrp="1"/>
          </p:cNvSpPr>
          <p:nvPr>
            <p:ph type="ftr" sz="quarter" idx="10"/>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E711604A-58FC-6406-3713-45BF1692016B}"/>
              </a:ext>
            </a:extLst>
          </p:cNvPr>
          <p:cNvSpPr>
            <a:spLocks noGrp="1"/>
          </p:cNvSpPr>
          <p:nvPr>
            <p:ph type="sldNum" sz="quarter" idx="11"/>
          </p:nvPr>
        </p:nvSpPr>
        <p:spPr/>
        <p:txBody>
          <a:bodyPr/>
          <a:lstStyle/>
          <a:p>
            <a:fld id="{7695D00A-BA34-4D39-8C84-2534822D6434}" type="slidenum">
              <a:rPr lang="en-GB" smtClean="0"/>
              <a:pPr/>
              <a:t>‹#›</a:t>
            </a:fld>
            <a:endParaRPr lang="en-GB" dirty="0"/>
          </a:p>
        </p:txBody>
      </p:sp>
      <p:sp>
        <p:nvSpPr>
          <p:cNvPr id="13" name="Text Placeholder 6">
            <a:extLst>
              <a:ext uri="{FF2B5EF4-FFF2-40B4-BE49-F238E27FC236}">
                <a16:creationId xmlns:a16="http://schemas.microsoft.com/office/drawing/2014/main" id="{444F522C-0AF0-0803-2D9C-9AE776FBDE88}"/>
              </a:ext>
            </a:extLst>
          </p:cNvPr>
          <p:cNvSpPr>
            <a:spLocks noGrp="1"/>
          </p:cNvSpPr>
          <p:nvPr>
            <p:ph type="body" sz="quarter" idx="13"/>
          </p:nvPr>
        </p:nvSpPr>
        <p:spPr>
          <a:xfrm>
            <a:off x="304800" y="1403960"/>
            <a:ext cx="5676900" cy="4844439"/>
          </a:xfrm>
          <a:prstGeom prst="roundRect">
            <a:avLst>
              <a:gd name="adj" fmla="val 3287"/>
            </a:avLst>
          </a:prstGeom>
          <a:solidFill>
            <a:schemeClr val="tx2"/>
          </a:solidFill>
        </p:spPr>
        <p:txBody>
          <a:bodyPr lIns="274320" tIns="274320" rIns="274320" b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Text Placeholder 7">
            <a:extLst>
              <a:ext uri="{FF2B5EF4-FFF2-40B4-BE49-F238E27FC236}">
                <a16:creationId xmlns:a16="http://schemas.microsoft.com/office/drawing/2014/main" id="{AA0603FC-B165-5E78-B845-8E4AEC965958}"/>
              </a:ext>
            </a:extLst>
          </p:cNvPr>
          <p:cNvSpPr>
            <a:spLocks noGrp="1"/>
          </p:cNvSpPr>
          <p:nvPr>
            <p:ph type="body" sz="quarter" idx="14"/>
          </p:nvPr>
        </p:nvSpPr>
        <p:spPr>
          <a:xfrm>
            <a:off x="6210300" y="1403960"/>
            <a:ext cx="5676900" cy="4844439"/>
          </a:xfrm>
          <a:prstGeom prst="roundRect">
            <a:avLst>
              <a:gd name="adj" fmla="val 3526"/>
            </a:avLst>
          </a:prstGeom>
          <a:solidFill>
            <a:schemeClr val="accent1"/>
          </a:solidFill>
        </p:spPr>
        <p:txBody>
          <a:bodyPr lIns="274320" tIns="274320" rIns="274320" b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5" name="Text Placeholder 7">
            <a:extLst>
              <a:ext uri="{FF2B5EF4-FFF2-40B4-BE49-F238E27FC236}">
                <a16:creationId xmlns:a16="http://schemas.microsoft.com/office/drawing/2014/main" id="{F1BDDCCE-7959-23A7-70BF-DE9399989175}"/>
              </a:ext>
            </a:extLst>
          </p:cNvPr>
          <p:cNvSpPr>
            <a:spLocks noGrp="1"/>
          </p:cNvSpPr>
          <p:nvPr>
            <p:ph type="body" sz="quarter" idx="18" hasCustomPrompt="1"/>
          </p:nvPr>
        </p:nvSpPr>
        <p:spPr>
          <a:xfrm>
            <a:off x="6448730" y="3826179"/>
            <a:ext cx="1682496" cy="2139696"/>
          </a:xfrm>
          <a:prstGeom prst="roundRect">
            <a:avLst>
              <a:gd name="adj" fmla="val 5082"/>
            </a:avLst>
          </a:prstGeom>
          <a:solidFill>
            <a:schemeClr val="accent5"/>
          </a:solidFill>
          <a:ln w="6350">
            <a:solidFill>
              <a:schemeClr val="bg1"/>
            </a:solidFill>
          </a:ln>
        </p:spPr>
        <p:txBody>
          <a:bodyPr lIns="137160" tIns="137160" rIns="137160" bIns="137160"/>
          <a:lstStyle>
            <a:lvl1pPr marL="0" indent="0">
              <a:buNone/>
              <a:defRPr sz="3600" b="1">
                <a:solidFill>
                  <a:schemeClr val="bg1"/>
                </a:solidFill>
              </a:defRPr>
            </a:lvl1pPr>
          </a:lstStyle>
          <a:p>
            <a:pPr lvl="0"/>
            <a:r>
              <a:rPr lang="en-US" dirty="0"/>
              <a:t>58%</a:t>
            </a:r>
            <a:endParaRPr lang="en-GB" dirty="0"/>
          </a:p>
        </p:txBody>
      </p:sp>
      <p:sp>
        <p:nvSpPr>
          <p:cNvPr id="16" name="Text Placeholder 7">
            <a:extLst>
              <a:ext uri="{FF2B5EF4-FFF2-40B4-BE49-F238E27FC236}">
                <a16:creationId xmlns:a16="http://schemas.microsoft.com/office/drawing/2014/main" id="{8E7AE7C3-DB22-B59F-CB15-94941A6448B1}"/>
              </a:ext>
            </a:extLst>
          </p:cNvPr>
          <p:cNvSpPr>
            <a:spLocks noGrp="1"/>
          </p:cNvSpPr>
          <p:nvPr>
            <p:ph type="body" sz="quarter" idx="20" hasCustomPrompt="1"/>
          </p:nvPr>
        </p:nvSpPr>
        <p:spPr>
          <a:xfrm>
            <a:off x="519115" y="3826179"/>
            <a:ext cx="1682496" cy="2139696"/>
          </a:xfrm>
          <a:prstGeom prst="roundRect">
            <a:avLst>
              <a:gd name="adj" fmla="val 4936"/>
            </a:avLst>
          </a:prstGeom>
          <a:solidFill>
            <a:schemeClr val="accent4"/>
          </a:solidFill>
          <a:ln w="6350">
            <a:solidFill>
              <a:schemeClr val="bg1"/>
            </a:solidFill>
          </a:ln>
        </p:spPr>
        <p:txBody>
          <a:bodyPr lIns="137160" tIns="137160" rIns="137160" bIns="137160"/>
          <a:lstStyle>
            <a:lvl1pPr marL="0" indent="0">
              <a:buNone/>
              <a:defRPr sz="3600" b="1">
                <a:solidFill>
                  <a:schemeClr val="bg1"/>
                </a:solidFill>
              </a:defRPr>
            </a:lvl1pPr>
            <a:lvl2pPr>
              <a:defRPr sz="3600" b="1">
                <a:solidFill>
                  <a:srgbClr val="334C56"/>
                </a:solidFill>
              </a:defRPr>
            </a:lvl2pPr>
            <a:lvl3pPr>
              <a:defRPr sz="3600" b="1">
                <a:solidFill>
                  <a:srgbClr val="334C56"/>
                </a:solidFill>
              </a:defRPr>
            </a:lvl3pPr>
            <a:lvl4pPr>
              <a:defRPr sz="3600" b="1">
                <a:solidFill>
                  <a:srgbClr val="334C56"/>
                </a:solidFill>
              </a:defRPr>
            </a:lvl4pPr>
            <a:lvl5pPr>
              <a:defRPr sz="3600" b="1">
                <a:solidFill>
                  <a:srgbClr val="334C56"/>
                </a:solidFill>
              </a:defRPr>
            </a:lvl5pPr>
          </a:lstStyle>
          <a:p>
            <a:pPr lvl="0"/>
            <a:r>
              <a:rPr lang="en-US" dirty="0"/>
              <a:t>69%</a:t>
            </a:r>
            <a:endParaRPr lang="en-GB" dirty="0"/>
          </a:p>
        </p:txBody>
      </p:sp>
      <p:sp>
        <p:nvSpPr>
          <p:cNvPr id="17" name="Picture Placeholder 17">
            <a:extLst>
              <a:ext uri="{FF2B5EF4-FFF2-40B4-BE49-F238E27FC236}">
                <a16:creationId xmlns:a16="http://schemas.microsoft.com/office/drawing/2014/main" id="{8B3B6809-A273-C9F9-0A8D-04D9DD419C4D}"/>
              </a:ext>
            </a:extLst>
          </p:cNvPr>
          <p:cNvSpPr>
            <a:spLocks noGrp="1"/>
          </p:cNvSpPr>
          <p:nvPr>
            <p:ph type="pic" sz="quarter" idx="22"/>
          </p:nvPr>
        </p:nvSpPr>
        <p:spPr>
          <a:xfrm>
            <a:off x="8233661" y="3826179"/>
            <a:ext cx="1682496" cy="2139696"/>
          </a:xfrm>
          <a:prstGeom prst="roundRect">
            <a:avLst>
              <a:gd name="adj" fmla="val 4663"/>
            </a:avLst>
          </a:prstGeom>
          <a:pattFill prst="ltVert">
            <a:fgClr>
              <a:schemeClr val="bg1">
                <a:lumMod val="85000"/>
              </a:schemeClr>
            </a:fgClr>
            <a:bgClr>
              <a:schemeClr val="bg1"/>
            </a:bgClr>
          </a:pattFill>
          <a:ln w="6350">
            <a:solidFill>
              <a:schemeClr val="bg1"/>
            </a:solidFill>
          </a:ln>
        </p:spPr>
        <p:txBody>
          <a:bodyPr wrap="square">
            <a:noAutofit/>
          </a:bodyPr>
          <a:lstStyle>
            <a:lvl1pPr marL="0" indent="0">
              <a:buNone/>
              <a:defRPr/>
            </a:lvl1pPr>
          </a:lstStyle>
          <a:p>
            <a:endParaRPr lang="en-US" dirty="0"/>
          </a:p>
        </p:txBody>
      </p:sp>
      <p:sp>
        <p:nvSpPr>
          <p:cNvPr id="18" name="Picture Placeholder 18">
            <a:extLst>
              <a:ext uri="{FF2B5EF4-FFF2-40B4-BE49-F238E27FC236}">
                <a16:creationId xmlns:a16="http://schemas.microsoft.com/office/drawing/2014/main" id="{3B817527-3E0B-3E0F-9596-21773691417A}"/>
              </a:ext>
            </a:extLst>
          </p:cNvPr>
          <p:cNvSpPr>
            <a:spLocks noGrp="1"/>
          </p:cNvSpPr>
          <p:nvPr>
            <p:ph type="pic" sz="quarter" idx="23"/>
          </p:nvPr>
        </p:nvSpPr>
        <p:spPr>
          <a:xfrm>
            <a:off x="10018592" y="3826179"/>
            <a:ext cx="1682496" cy="2139696"/>
          </a:xfrm>
          <a:prstGeom prst="roundRect">
            <a:avLst>
              <a:gd name="adj" fmla="val 5110"/>
            </a:avLst>
          </a:prstGeom>
          <a:pattFill prst="ltVert">
            <a:fgClr>
              <a:schemeClr val="bg1">
                <a:lumMod val="85000"/>
              </a:schemeClr>
            </a:fgClr>
            <a:bgClr>
              <a:schemeClr val="bg1"/>
            </a:bgClr>
          </a:pattFill>
          <a:ln w="6350">
            <a:solidFill>
              <a:schemeClr val="bg1"/>
            </a:solidFill>
          </a:ln>
        </p:spPr>
        <p:txBody>
          <a:bodyPr wrap="square">
            <a:noAutofit/>
          </a:bodyPr>
          <a:lstStyle>
            <a:lvl1pPr marL="0" indent="0">
              <a:buNone/>
              <a:defRPr/>
            </a:lvl1pPr>
          </a:lstStyle>
          <a:p>
            <a:endParaRPr lang="en-US" dirty="0"/>
          </a:p>
        </p:txBody>
      </p:sp>
      <p:sp>
        <p:nvSpPr>
          <p:cNvPr id="19" name="Picture Placeholder 19">
            <a:extLst>
              <a:ext uri="{FF2B5EF4-FFF2-40B4-BE49-F238E27FC236}">
                <a16:creationId xmlns:a16="http://schemas.microsoft.com/office/drawing/2014/main" id="{A2D21172-85B9-3BDA-AFA3-A888BF83E96A}"/>
              </a:ext>
            </a:extLst>
          </p:cNvPr>
          <p:cNvSpPr>
            <a:spLocks noGrp="1"/>
          </p:cNvSpPr>
          <p:nvPr>
            <p:ph type="pic" sz="quarter" idx="24"/>
          </p:nvPr>
        </p:nvSpPr>
        <p:spPr>
          <a:xfrm>
            <a:off x="2287460" y="3826179"/>
            <a:ext cx="1682496" cy="2139696"/>
          </a:xfrm>
          <a:prstGeom prst="roundRect">
            <a:avLst>
              <a:gd name="adj" fmla="val 5403"/>
            </a:avLst>
          </a:prstGeom>
          <a:pattFill prst="ltVert">
            <a:fgClr>
              <a:schemeClr val="bg1">
                <a:lumMod val="85000"/>
              </a:schemeClr>
            </a:fgClr>
            <a:bgClr>
              <a:schemeClr val="bg1"/>
            </a:bgClr>
          </a:pattFill>
          <a:ln w="6350">
            <a:solidFill>
              <a:schemeClr val="bg1"/>
            </a:solidFill>
          </a:ln>
        </p:spPr>
        <p:txBody>
          <a:bodyPr wrap="square">
            <a:noAutofit/>
          </a:bodyPr>
          <a:lstStyle>
            <a:lvl1pPr marL="0" indent="0">
              <a:buNone/>
              <a:defRPr/>
            </a:lvl1pPr>
          </a:lstStyle>
          <a:p>
            <a:endParaRPr lang="en-US" dirty="0"/>
          </a:p>
        </p:txBody>
      </p:sp>
      <p:sp>
        <p:nvSpPr>
          <p:cNvPr id="20" name="Picture Placeholder 20">
            <a:extLst>
              <a:ext uri="{FF2B5EF4-FFF2-40B4-BE49-F238E27FC236}">
                <a16:creationId xmlns:a16="http://schemas.microsoft.com/office/drawing/2014/main" id="{B28F9414-7D15-7572-C012-75728658FB88}"/>
              </a:ext>
            </a:extLst>
          </p:cNvPr>
          <p:cNvSpPr>
            <a:spLocks noGrp="1"/>
          </p:cNvSpPr>
          <p:nvPr>
            <p:ph type="pic" sz="quarter" idx="25"/>
          </p:nvPr>
        </p:nvSpPr>
        <p:spPr>
          <a:xfrm>
            <a:off x="4055805" y="3826179"/>
            <a:ext cx="1682496" cy="2139696"/>
          </a:xfrm>
          <a:prstGeom prst="roundRect">
            <a:avLst>
              <a:gd name="adj" fmla="val 5919"/>
            </a:avLst>
          </a:prstGeom>
          <a:pattFill prst="ltVert">
            <a:fgClr>
              <a:schemeClr val="bg1">
                <a:lumMod val="85000"/>
              </a:schemeClr>
            </a:fgClr>
            <a:bgClr>
              <a:schemeClr val="bg1"/>
            </a:bgClr>
          </a:pattFill>
          <a:ln w="6350">
            <a:solidFill>
              <a:schemeClr val="bg1"/>
            </a:solidFill>
          </a:ln>
        </p:spPr>
        <p:txBody>
          <a:bodyPr wrap="square">
            <a:noAutofit/>
          </a:bodyPr>
          <a:lstStyle>
            <a:lvl1pPr marL="0" indent="0">
              <a:buNone/>
              <a:defRPr/>
            </a:lvl1pPr>
          </a:lstStyle>
          <a:p>
            <a:endParaRPr lang="en-US" dirty="0"/>
          </a:p>
        </p:txBody>
      </p:sp>
    </p:spTree>
    <p:extLst>
      <p:ext uri="{BB962C8B-B14F-4D97-AF65-F5344CB8AC3E}">
        <p14:creationId xmlns:p14="http://schemas.microsoft.com/office/powerpoint/2010/main" val="17320595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7_Highlights with photos">
    <p:bg>
      <p:bgPr>
        <a:solidFill>
          <a:srgbClr val="264600"/>
        </a:solidFill>
        <a:effectLst/>
      </p:bgPr>
    </p:bg>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B020DB67-368D-F2A1-64DA-91ADDB9C7537}"/>
              </a:ext>
            </a:extLst>
          </p:cNvPr>
          <p:cNvSpPr>
            <a:spLocks noGrp="1"/>
          </p:cNvSpPr>
          <p:nvPr>
            <p:ph type="body" sz="quarter" idx="15" hasCustomPrompt="1"/>
          </p:nvPr>
        </p:nvSpPr>
        <p:spPr>
          <a:xfrm>
            <a:off x="304800" y="2236609"/>
            <a:ext cx="2816352" cy="4011789"/>
          </a:xfrm>
          <a:prstGeom prst="roundRect">
            <a:avLst>
              <a:gd name="adj" fmla="val 4308"/>
            </a:avLst>
          </a:prstGeom>
          <a:solidFill>
            <a:schemeClr val="tx2"/>
          </a:solidFill>
          <a:ln>
            <a:noFill/>
          </a:ln>
          <a:effectLst/>
        </p:spPr>
        <p:txBody>
          <a:bodyPr lIns="182880" tIns="109728" rIns="182880" bIns="0" anchor="t"/>
          <a:lstStyle>
            <a:lvl1pPr>
              <a:defRPr sz="2200" b="1">
                <a:solidFill>
                  <a:schemeClr val="tx1"/>
                </a:solidFill>
              </a:defRPr>
            </a:lvl1pPr>
            <a:lvl2pPr>
              <a:defRPr b="1"/>
            </a:lvl2pPr>
            <a:lvl3pPr>
              <a:defRPr b="1"/>
            </a:lvl3pPr>
            <a:lvl4pPr>
              <a:defRPr b="1"/>
            </a:lvl4pPr>
            <a:lvl5pPr>
              <a:defRPr b="1"/>
            </a:lvl5pPr>
          </a:lstStyle>
          <a:p>
            <a:pPr lvl="0"/>
            <a:r>
              <a:rPr lang="en-US" dirty="0"/>
              <a:t>Header</a:t>
            </a:r>
          </a:p>
        </p:txBody>
      </p:sp>
      <p:sp>
        <p:nvSpPr>
          <p:cNvPr id="7" name="Text Placeholder 9">
            <a:extLst>
              <a:ext uri="{FF2B5EF4-FFF2-40B4-BE49-F238E27FC236}">
                <a16:creationId xmlns:a16="http://schemas.microsoft.com/office/drawing/2014/main" id="{E353DAA0-0958-C4F1-7795-67CCD672E13F}"/>
              </a:ext>
            </a:extLst>
          </p:cNvPr>
          <p:cNvSpPr>
            <a:spLocks noGrp="1"/>
          </p:cNvSpPr>
          <p:nvPr>
            <p:ph type="body" sz="quarter" idx="19" hasCustomPrompt="1"/>
          </p:nvPr>
        </p:nvSpPr>
        <p:spPr>
          <a:xfrm>
            <a:off x="6148832" y="2236609"/>
            <a:ext cx="2816352" cy="4011789"/>
          </a:xfrm>
          <a:prstGeom prst="roundRect">
            <a:avLst>
              <a:gd name="adj" fmla="val 4308"/>
            </a:avLst>
          </a:prstGeom>
          <a:solidFill>
            <a:srgbClr val="264600"/>
          </a:solidFill>
          <a:ln w="6350">
            <a:solidFill>
              <a:schemeClr val="bg1"/>
            </a:solidFill>
          </a:ln>
          <a:effectLst/>
        </p:spPr>
        <p:txBody>
          <a:bodyPr lIns="182880" tIns="109728" rIns="182880" bIns="0" anchor="t"/>
          <a:lstStyle>
            <a:lvl1pPr>
              <a:defRPr sz="2200" b="1">
                <a:solidFill>
                  <a:schemeClr val="bg1"/>
                </a:solidFill>
              </a:defRPr>
            </a:lvl1pPr>
            <a:lvl2pPr>
              <a:defRPr b="1"/>
            </a:lvl2pPr>
            <a:lvl3pPr>
              <a:defRPr b="1"/>
            </a:lvl3pPr>
            <a:lvl4pPr>
              <a:defRPr b="1"/>
            </a:lvl4pPr>
            <a:lvl5pPr>
              <a:defRPr b="1"/>
            </a:lvl5pPr>
          </a:lstStyle>
          <a:p>
            <a:pPr lvl="0"/>
            <a:r>
              <a:rPr lang="en-US" dirty="0"/>
              <a:t>Header</a:t>
            </a:r>
          </a:p>
        </p:txBody>
      </p:sp>
      <p:sp>
        <p:nvSpPr>
          <p:cNvPr id="8" name="Picture Placeholder 15">
            <a:extLst>
              <a:ext uri="{FF2B5EF4-FFF2-40B4-BE49-F238E27FC236}">
                <a16:creationId xmlns:a16="http://schemas.microsoft.com/office/drawing/2014/main" id="{9C08512E-F8B7-AE2D-0E6A-356C4CFE16B1}"/>
              </a:ext>
            </a:extLst>
          </p:cNvPr>
          <p:cNvSpPr>
            <a:spLocks noGrp="1"/>
          </p:cNvSpPr>
          <p:nvPr>
            <p:ph type="pic" sz="quarter" idx="23"/>
          </p:nvPr>
        </p:nvSpPr>
        <p:spPr>
          <a:xfrm>
            <a:off x="3226816" y="2236609"/>
            <a:ext cx="2816352" cy="4011791"/>
          </a:xfrm>
          <a:prstGeom prst="roundRect">
            <a:avLst>
              <a:gd name="adj" fmla="val 4311"/>
            </a:avLst>
          </a:prstGeom>
          <a:pattFill prst="ltVert">
            <a:fgClr>
              <a:schemeClr val="bg1">
                <a:lumMod val="85000"/>
              </a:schemeClr>
            </a:fgClr>
            <a:bgClr>
              <a:schemeClr val="bg1"/>
            </a:bgClr>
          </a:pattFill>
        </p:spPr>
        <p:txBody>
          <a:bodyPr vert="horz" wrap="square" lIns="0" tIns="0" rIns="0" bIns="0" rtlCol="0" anchor="ctr">
            <a:noAutofit/>
          </a:bodyPr>
          <a:lstStyle>
            <a:lvl1pPr marL="0" indent="0" algn="ctr">
              <a:buNone/>
              <a:defRPr lang="en-US"/>
            </a:lvl1pPr>
          </a:lstStyle>
          <a:p>
            <a:pPr lvl="0"/>
            <a:endParaRPr lang="en-US"/>
          </a:p>
        </p:txBody>
      </p:sp>
      <p:sp>
        <p:nvSpPr>
          <p:cNvPr id="9" name="Picture Placeholder 15">
            <a:extLst>
              <a:ext uri="{FF2B5EF4-FFF2-40B4-BE49-F238E27FC236}">
                <a16:creationId xmlns:a16="http://schemas.microsoft.com/office/drawing/2014/main" id="{153A80C3-B1C6-F455-1AB0-66075E7F6ABB}"/>
              </a:ext>
            </a:extLst>
          </p:cNvPr>
          <p:cNvSpPr>
            <a:spLocks noGrp="1"/>
          </p:cNvSpPr>
          <p:nvPr>
            <p:ph type="pic" sz="quarter" idx="24"/>
          </p:nvPr>
        </p:nvSpPr>
        <p:spPr>
          <a:xfrm>
            <a:off x="9070848" y="2236609"/>
            <a:ext cx="2816352" cy="4011791"/>
          </a:xfrm>
          <a:prstGeom prst="roundRect">
            <a:avLst>
              <a:gd name="adj" fmla="val 4311"/>
            </a:avLst>
          </a:prstGeom>
          <a:pattFill prst="ltVert">
            <a:fgClr>
              <a:schemeClr val="bg1">
                <a:lumMod val="85000"/>
              </a:schemeClr>
            </a:fgClr>
            <a:bgClr>
              <a:schemeClr val="bg1"/>
            </a:bgClr>
          </a:pattFill>
        </p:spPr>
        <p:txBody>
          <a:bodyPr vert="horz" wrap="square" lIns="0" tIns="0" rIns="0" bIns="0" rtlCol="0" anchor="ctr">
            <a:noAutofit/>
          </a:bodyPr>
          <a:lstStyle>
            <a:lvl1pPr marL="0" indent="0" algn="ctr">
              <a:buNone/>
              <a:defRPr lang="en-US"/>
            </a:lvl1pPr>
          </a:lstStyle>
          <a:p>
            <a:pPr lvl="0"/>
            <a:endParaRPr lang="en-US"/>
          </a:p>
        </p:txBody>
      </p:sp>
      <p:sp>
        <p:nvSpPr>
          <p:cNvPr id="2" name="Title 1">
            <a:extLst>
              <a:ext uri="{FF2B5EF4-FFF2-40B4-BE49-F238E27FC236}">
                <a16:creationId xmlns:a16="http://schemas.microsoft.com/office/drawing/2014/main" id="{A914DCAB-02B5-9C53-B692-F3020931D13E}"/>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Footer Placeholder 2">
            <a:extLst>
              <a:ext uri="{FF2B5EF4-FFF2-40B4-BE49-F238E27FC236}">
                <a16:creationId xmlns:a16="http://schemas.microsoft.com/office/drawing/2014/main" id="{B718FA79-2A2A-8919-F3E3-6506115F03F2}"/>
              </a:ext>
            </a:extLst>
          </p:cNvPr>
          <p:cNvSpPr>
            <a:spLocks noGrp="1"/>
          </p:cNvSpPr>
          <p:nvPr>
            <p:ph type="ftr" sz="quarter" idx="10"/>
          </p:nvPr>
        </p:nvSpPr>
        <p:spPr>
          <a:ln>
            <a:solidFill>
              <a:schemeClr val="bg1"/>
            </a:solidFill>
          </a:ln>
        </p:spPr>
        <p:txBody>
          <a:bodyPr/>
          <a:lstStyle>
            <a:lvl1pPr>
              <a:defRPr>
                <a:solidFill>
                  <a:schemeClr val="bg1"/>
                </a:solidFill>
              </a:defRPr>
            </a:lvl1pPr>
          </a:lstStyle>
          <a:p>
            <a:pPr algn="r"/>
            <a:r>
              <a:rPr lang="en-GB" dirty="0"/>
              <a:t>Classification: Public</a:t>
            </a:r>
          </a:p>
        </p:txBody>
      </p:sp>
      <p:sp>
        <p:nvSpPr>
          <p:cNvPr id="4" name="Slide Number Placeholder 3">
            <a:extLst>
              <a:ext uri="{FF2B5EF4-FFF2-40B4-BE49-F238E27FC236}">
                <a16:creationId xmlns:a16="http://schemas.microsoft.com/office/drawing/2014/main" id="{D323CA14-C1A4-3A69-257D-5A592CF31F40}"/>
              </a:ext>
            </a:extLst>
          </p:cNvPr>
          <p:cNvSpPr>
            <a:spLocks noGrp="1"/>
          </p:cNvSpPr>
          <p:nvPr>
            <p:ph type="sldNum" sz="quarter" idx="11"/>
          </p:nvPr>
        </p:nvSpPr>
        <p:spPr/>
        <p:txBody>
          <a:bodyPr/>
          <a:lstStyle>
            <a:lvl1pPr>
              <a:defRPr>
                <a:solidFill>
                  <a:schemeClr val="bg1"/>
                </a:solidFill>
              </a:defRPr>
            </a:lvl1pPr>
          </a:lstStyle>
          <a:p>
            <a:fld id="{7695D00A-BA34-4D39-8C84-2534822D6434}" type="slidenum">
              <a:rPr lang="en-GB" smtClean="0"/>
              <a:pPr/>
              <a:t>‹#›</a:t>
            </a:fld>
            <a:endParaRPr lang="en-GB" dirty="0"/>
          </a:p>
        </p:txBody>
      </p:sp>
      <p:pic>
        <p:nvPicPr>
          <p:cNvPr id="10" name="Graphic 9">
            <a:extLst>
              <a:ext uri="{FF2B5EF4-FFF2-40B4-BE49-F238E27FC236}">
                <a16:creationId xmlns:a16="http://schemas.microsoft.com/office/drawing/2014/main" id="{770F206E-D2A4-051A-EEC3-D299533E16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5960" y="6399515"/>
            <a:ext cx="1031238" cy="307367"/>
          </a:xfrm>
          <a:prstGeom prst="rect">
            <a:avLst/>
          </a:prstGeom>
        </p:spPr>
      </p:pic>
    </p:spTree>
    <p:extLst>
      <p:ext uri="{BB962C8B-B14F-4D97-AF65-F5344CB8AC3E}">
        <p14:creationId xmlns:p14="http://schemas.microsoft.com/office/powerpoint/2010/main" val="21256763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8_Quote">
    <p:bg>
      <p:bgPr>
        <a:solidFill>
          <a:schemeClr val="bg1"/>
        </a:solidFill>
        <a:effectLst/>
      </p:bgPr>
    </p:bg>
    <p:spTree>
      <p:nvGrpSpPr>
        <p:cNvPr id="1" name=""/>
        <p:cNvGrpSpPr/>
        <p:nvPr/>
      </p:nvGrpSpPr>
      <p:grpSpPr>
        <a:xfrm>
          <a:off x="0" y="0"/>
          <a:ext cx="0" cy="0"/>
          <a:chOff x="0" y="0"/>
          <a:chExt cx="0" cy="0"/>
        </a:xfrm>
      </p:grpSpPr>
      <p:sp>
        <p:nvSpPr>
          <p:cNvPr id="3" name="Picture Placeholder 21">
            <a:extLst>
              <a:ext uri="{FF2B5EF4-FFF2-40B4-BE49-F238E27FC236}">
                <a16:creationId xmlns:a16="http://schemas.microsoft.com/office/drawing/2014/main" id="{31883380-309F-6169-C70C-9906ACF56001}"/>
              </a:ext>
            </a:extLst>
          </p:cNvPr>
          <p:cNvSpPr>
            <a:spLocks noGrp="1"/>
          </p:cNvSpPr>
          <p:nvPr>
            <p:ph type="pic" sz="quarter" idx="19"/>
          </p:nvPr>
        </p:nvSpPr>
        <p:spPr>
          <a:xfrm>
            <a:off x="0" y="0"/>
            <a:ext cx="12192000" cy="6858000"/>
          </a:xfrm>
          <a:custGeom>
            <a:avLst/>
            <a:gdLst>
              <a:gd name="connsiteX0" fmla="*/ 11296918 w 12192000"/>
              <a:gd name="connsiteY0" fmla="*/ 6643760 h 6858000"/>
              <a:gd name="connsiteX1" fmla="*/ 11331909 w 12192000"/>
              <a:gd name="connsiteY1" fmla="*/ 6643760 h 6858000"/>
              <a:gd name="connsiteX2" fmla="*/ 11348837 w 12192000"/>
              <a:gd name="connsiteY2" fmla="*/ 6658037 h 6858000"/>
              <a:gd name="connsiteX3" fmla="*/ 11316474 w 12192000"/>
              <a:gd name="connsiteY3" fmla="*/ 6681001 h 6858000"/>
              <a:gd name="connsiteX4" fmla="*/ 11283376 w 12192000"/>
              <a:gd name="connsiteY4" fmla="*/ 6662180 h 6858000"/>
              <a:gd name="connsiteX5" fmla="*/ 11296918 w 12192000"/>
              <a:gd name="connsiteY5" fmla="*/ 6643760 h 6858000"/>
              <a:gd name="connsiteX6" fmla="*/ 11847573 w 12192000"/>
              <a:gd name="connsiteY6" fmla="*/ 6579035 h 6858000"/>
              <a:gd name="connsiteX7" fmla="*/ 11847573 w 12192000"/>
              <a:gd name="connsiteY7" fmla="*/ 6602733 h 6858000"/>
              <a:gd name="connsiteX8" fmla="*/ 11828017 w 12192000"/>
              <a:gd name="connsiteY8" fmla="*/ 6612511 h 6858000"/>
              <a:gd name="connsiteX9" fmla="*/ 11811847 w 12192000"/>
              <a:gd name="connsiteY9" fmla="*/ 6598212 h 6858000"/>
              <a:gd name="connsiteX10" fmla="*/ 11847573 w 12192000"/>
              <a:gd name="connsiteY10" fmla="*/ 6579035 h 6858000"/>
              <a:gd name="connsiteX11" fmla="*/ 11454834 w 12192000"/>
              <a:gd name="connsiteY11" fmla="*/ 6532751 h 6858000"/>
              <a:gd name="connsiteX12" fmla="*/ 11475125 w 12192000"/>
              <a:gd name="connsiteY12" fmla="*/ 6555692 h 6858000"/>
              <a:gd name="connsiteX13" fmla="*/ 11431113 w 12192000"/>
              <a:gd name="connsiteY13" fmla="*/ 6555692 h 6858000"/>
              <a:gd name="connsiteX14" fmla="*/ 11454834 w 12192000"/>
              <a:gd name="connsiteY14" fmla="*/ 6532751 h 6858000"/>
              <a:gd name="connsiteX15" fmla="*/ 11319124 w 12192000"/>
              <a:gd name="connsiteY15" fmla="*/ 6528253 h 6858000"/>
              <a:gd name="connsiteX16" fmla="*/ 11338301 w 12192000"/>
              <a:gd name="connsiteY16" fmla="*/ 6547808 h 6858000"/>
              <a:gd name="connsiteX17" fmla="*/ 11318367 w 12192000"/>
              <a:gd name="connsiteY17" fmla="*/ 6567364 h 6858000"/>
              <a:gd name="connsiteX18" fmla="*/ 11299569 w 12192000"/>
              <a:gd name="connsiteY18" fmla="*/ 6547808 h 6858000"/>
              <a:gd name="connsiteX19" fmla="*/ 11319124 w 12192000"/>
              <a:gd name="connsiteY19" fmla="*/ 6528253 h 6858000"/>
              <a:gd name="connsiteX20" fmla="*/ 10965987 w 12192000"/>
              <a:gd name="connsiteY20" fmla="*/ 6508674 h 6858000"/>
              <a:gd name="connsiteX21" fmla="*/ 11015656 w 12192000"/>
              <a:gd name="connsiteY21" fmla="*/ 6636966 h 6858000"/>
              <a:gd name="connsiteX22" fmla="*/ 11011892 w 12192000"/>
              <a:gd name="connsiteY22" fmla="*/ 6645987 h 6858000"/>
              <a:gd name="connsiteX23" fmla="*/ 10979529 w 12192000"/>
              <a:gd name="connsiteY23" fmla="*/ 6678350 h 6858000"/>
              <a:gd name="connsiteX24" fmla="*/ 10962223 w 12192000"/>
              <a:gd name="connsiteY24" fmla="*/ 6676100 h 6858000"/>
              <a:gd name="connsiteX25" fmla="*/ 10956588 w 12192000"/>
              <a:gd name="connsiteY25" fmla="*/ 6701669 h 6858000"/>
              <a:gd name="connsiteX26" fmla="*/ 10985921 w 12192000"/>
              <a:gd name="connsiteY26" fmla="*/ 6705433 h 6858000"/>
              <a:gd name="connsiteX27" fmla="*/ 11042361 w 12192000"/>
              <a:gd name="connsiteY27" fmla="*/ 6664050 h 6858000"/>
              <a:gd name="connsiteX28" fmla="*/ 11106307 w 12192000"/>
              <a:gd name="connsiteY28" fmla="*/ 6508674 h 6858000"/>
              <a:gd name="connsiteX29" fmla="*/ 11106285 w 12192000"/>
              <a:gd name="connsiteY29" fmla="*/ 6508674 h 6858000"/>
              <a:gd name="connsiteX30" fmla="*/ 11069044 w 12192000"/>
              <a:gd name="connsiteY30" fmla="*/ 6508674 h 6858000"/>
              <a:gd name="connsiteX31" fmla="*/ 11044967 w 12192000"/>
              <a:gd name="connsiteY31" fmla="*/ 6571127 h 6858000"/>
              <a:gd name="connsiteX32" fmla="*/ 11037817 w 12192000"/>
              <a:gd name="connsiteY32" fmla="*/ 6593334 h 6858000"/>
              <a:gd name="connsiteX33" fmla="*/ 11032182 w 12192000"/>
              <a:gd name="connsiteY33" fmla="*/ 6572263 h 6858000"/>
              <a:gd name="connsiteX34" fmla="*/ 11008863 w 12192000"/>
              <a:gd name="connsiteY34" fmla="*/ 6508674 h 6858000"/>
              <a:gd name="connsiteX35" fmla="*/ 11835924 w 12192000"/>
              <a:gd name="connsiteY35" fmla="*/ 6505690 h 6858000"/>
              <a:gd name="connsiteX36" fmla="*/ 11777992 w 12192000"/>
              <a:gd name="connsiteY36" fmla="*/ 6521482 h 6858000"/>
              <a:gd name="connsiteX37" fmla="*/ 11787770 w 12192000"/>
              <a:gd name="connsiteY37" fmla="*/ 6545180 h 6858000"/>
              <a:gd name="connsiteX38" fmla="*/ 11824654 w 12192000"/>
              <a:gd name="connsiteY38" fmla="*/ 6533130 h 6858000"/>
              <a:gd name="connsiteX39" fmla="*/ 11847573 w 12192000"/>
              <a:gd name="connsiteY39" fmla="*/ 6551194 h 6858000"/>
              <a:gd name="connsiteX40" fmla="*/ 11847573 w 12192000"/>
              <a:gd name="connsiteY40" fmla="*/ 6554579 h 6858000"/>
              <a:gd name="connsiteX41" fmla="*/ 11771956 w 12192000"/>
              <a:gd name="connsiteY41" fmla="*/ 6603869 h 6858000"/>
              <a:gd name="connsiteX42" fmla="*/ 11812203 w 12192000"/>
              <a:gd name="connsiteY42" fmla="*/ 6639595 h 6858000"/>
              <a:gd name="connsiteX43" fmla="*/ 11848709 w 12192000"/>
              <a:gd name="connsiteY43" fmla="*/ 6626810 h 6858000"/>
              <a:gd name="connsiteX44" fmla="*/ 11848709 w 12192000"/>
              <a:gd name="connsiteY44" fmla="*/ 6636967 h 6858000"/>
              <a:gd name="connsiteX45" fmla="*/ 11886328 w 12192000"/>
              <a:gd name="connsiteY45" fmla="*/ 6636967 h 6858000"/>
              <a:gd name="connsiteX46" fmla="*/ 11886350 w 12192000"/>
              <a:gd name="connsiteY46" fmla="*/ 6636989 h 6858000"/>
              <a:gd name="connsiteX47" fmla="*/ 11886350 w 12192000"/>
              <a:gd name="connsiteY47" fmla="*/ 6545937 h 6858000"/>
              <a:gd name="connsiteX48" fmla="*/ 11835924 w 12192000"/>
              <a:gd name="connsiteY48" fmla="*/ 6505690 h 6858000"/>
              <a:gd name="connsiteX49" fmla="*/ 11616379 w 12192000"/>
              <a:gd name="connsiteY49" fmla="*/ 6505667 h 6858000"/>
              <a:gd name="connsiteX50" fmla="*/ 11572368 w 12192000"/>
              <a:gd name="connsiteY50" fmla="*/ 6519966 h 6858000"/>
              <a:gd name="connsiteX51" fmla="*/ 11572368 w 12192000"/>
              <a:gd name="connsiteY51" fmla="*/ 6508674 h 6858000"/>
              <a:gd name="connsiteX52" fmla="*/ 11533613 w 12192000"/>
              <a:gd name="connsiteY52" fmla="*/ 6508674 h 6858000"/>
              <a:gd name="connsiteX53" fmla="*/ 11533613 w 12192000"/>
              <a:gd name="connsiteY53" fmla="*/ 6636944 h 6858000"/>
              <a:gd name="connsiteX54" fmla="*/ 11573504 w 12192000"/>
              <a:gd name="connsiteY54" fmla="*/ 6636944 h 6858000"/>
              <a:gd name="connsiteX55" fmla="*/ 11573504 w 12192000"/>
              <a:gd name="connsiteY55" fmla="*/ 6546672 h 6858000"/>
              <a:gd name="connsiteX56" fmla="*/ 11597937 w 12192000"/>
              <a:gd name="connsiteY56" fmla="*/ 6535758 h 6858000"/>
              <a:gd name="connsiteX57" fmla="*/ 11616736 w 12192000"/>
              <a:gd name="connsiteY57" fmla="*/ 6554578 h 6858000"/>
              <a:gd name="connsiteX58" fmla="*/ 11616736 w 12192000"/>
              <a:gd name="connsiteY58" fmla="*/ 6636966 h 6858000"/>
              <a:gd name="connsiteX59" fmla="*/ 11656627 w 12192000"/>
              <a:gd name="connsiteY59" fmla="*/ 6636966 h 6858000"/>
              <a:gd name="connsiteX60" fmla="*/ 11656627 w 12192000"/>
              <a:gd name="connsiteY60" fmla="*/ 6636944 h 6858000"/>
              <a:gd name="connsiteX61" fmla="*/ 11656627 w 12192000"/>
              <a:gd name="connsiteY61" fmla="*/ 6545536 h 6858000"/>
              <a:gd name="connsiteX62" fmla="*/ 11616379 w 12192000"/>
              <a:gd name="connsiteY62" fmla="*/ 6505667 h 6858000"/>
              <a:gd name="connsiteX63" fmla="*/ 11456349 w 12192000"/>
              <a:gd name="connsiteY63" fmla="*/ 6505667 h 6858000"/>
              <a:gd name="connsiteX64" fmla="*/ 11388661 w 12192000"/>
              <a:gd name="connsiteY64" fmla="*/ 6572998 h 6858000"/>
              <a:gd name="connsiteX65" fmla="*/ 11453342 w 12192000"/>
              <a:gd name="connsiteY65" fmla="*/ 6639594 h 6858000"/>
              <a:gd name="connsiteX66" fmla="*/ 11510895 w 12192000"/>
              <a:gd name="connsiteY66" fmla="*/ 6624916 h 6858000"/>
              <a:gd name="connsiteX67" fmla="*/ 11500360 w 12192000"/>
              <a:gd name="connsiteY67" fmla="*/ 6601218 h 6858000"/>
              <a:gd name="connsiteX68" fmla="*/ 11467619 w 12192000"/>
              <a:gd name="connsiteY68" fmla="*/ 6610996 h 6858000"/>
              <a:gd name="connsiteX69" fmla="*/ 11430757 w 12192000"/>
              <a:gd name="connsiteY69" fmla="*/ 6581284 h 6858000"/>
              <a:gd name="connsiteX70" fmla="*/ 11515773 w 12192000"/>
              <a:gd name="connsiteY70" fmla="*/ 6581284 h 6858000"/>
              <a:gd name="connsiteX71" fmla="*/ 11516151 w 12192000"/>
              <a:gd name="connsiteY71" fmla="*/ 6568120 h 6858000"/>
              <a:gd name="connsiteX72" fmla="*/ 11516174 w 12192000"/>
              <a:gd name="connsiteY72" fmla="*/ 6568120 h 6858000"/>
              <a:gd name="connsiteX73" fmla="*/ 11456349 w 12192000"/>
              <a:gd name="connsiteY73" fmla="*/ 6505667 h 6858000"/>
              <a:gd name="connsiteX74" fmla="*/ 11197314 w 12192000"/>
              <a:gd name="connsiteY74" fmla="*/ 6505667 h 6858000"/>
              <a:gd name="connsiteX75" fmla="*/ 11153303 w 12192000"/>
              <a:gd name="connsiteY75" fmla="*/ 6519966 h 6858000"/>
              <a:gd name="connsiteX76" fmla="*/ 11153303 w 12192000"/>
              <a:gd name="connsiteY76" fmla="*/ 6508674 h 6858000"/>
              <a:gd name="connsiteX77" fmla="*/ 11114548 w 12192000"/>
              <a:gd name="connsiteY77" fmla="*/ 6508674 h 6858000"/>
              <a:gd name="connsiteX78" fmla="*/ 11114548 w 12192000"/>
              <a:gd name="connsiteY78" fmla="*/ 6636944 h 6858000"/>
              <a:gd name="connsiteX79" fmla="*/ 11154417 w 12192000"/>
              <a:gd name="connsiteY79" fmla="*/ 6636944 h 6858000"/>
              <a:gd name="connsiteX80" fmla="*/ 11154417 w 12192000"/>
              <a:gd name="connsiteY80" fmla="*/ 6546672 h 6858000"/>
              <a:gd name="connsiteX81" fmla="*/ 11178872 w 12192000"/>
              <a:gd name="connsiteY81" fmla="*/ 6535758 h 6858000"/>
              <a:gd name="connsiteX82" fmla="*/ 11197671 w 12192000"/>
              <a:gd name="connsiteY82" fmla="*/ 6554578 h 6858000"/>
              <a:gd name="connsiteX83" fmla="*/ 11197671 w 12192000"/>
              <a:gd name="connsiteY83" fmla="*/ 6636966 h 6858000"/>
              <a:gd name="connsiteX84" fmla="*/ 11237562 w 12192000"/>
              <a:gd name="connsiteY84" fmla="*/ 6636966 h 6858000"/>
              <a:gd name="connsiteX85" fmla="*/ 11237584 w 12192000"/>
              <a:gd name="connsiteY85" fmla="*/ 6636944 h 6858000"/>
              <a:gd name="connsiteX86" fmla="*/ 11237584 w 12192000"/>
              <a:gd name="connsiteY86" fmla="*/ 6545536 h 6858000"/>
              <a:gd name="connsiteX87" fmla="*/ 11197314 w 12192000"/>
              <a:gd name="connsiteY87" fmla="*/ 6505667 h 6858000"/>
              <a:gd name="connsiteX88" fmla="*/ 11320617 w 12192000"/>
              <a:gd name="connsiteY88" fmla="*/ 6505267 h 6858000"/>
              <a:gd name="connsiteX89" fmla="*/ 11260814 w 12192000"/>
              <a:gd name="connsiteY89" fmla="*/ 6547029 h 6858000"/>
              <a:gd name="connsiteX90" fmla="*/ 11278120 w 12192000"/>
              <a:gd name="connsiteY90" fmla="*/ 6578256 h 6858000"/>
              <a:gd name="connsiteX91" fmla="*/ 11253664 w 12192000"/>
              <a:gd name="connsiteY91" fmla="*/ 6609861 h 6858000"/>
              <a:gd name="connsiteX92" fmla="*/ 11260057 w 12192000"/>
              <a:gd name="connsiteY92" fmla="*/ 6629795 h 6858000"/>
              <a:gd name="connsiteX93" fmla="*/ 11271728 w 12192000"/>
              <a:gd name="connsiteY93" fmla="*/ 6638081 h 6858000"/>
              <a:gd name="connsiteX94" fmla="*/ 11251036 w 12192000"/>
              <a:gd name="connsiteY94" fmla="*/ 6667437 h 6858000"/>
              <a:gd name="connsiteX95" fmla="*/ 11314603 w 12192000"/>
              <a:gd name="connsiteY95" fmla="*/ 6707684 h 6858000"/>
              <a:gd name="connsiteX96" fmla="*/ 11388705 w 12192000"/>
              <a:gd name="connsiteY96" fmla="*/ 6652759 h 6858000"/>
              <a:gd name="connsiteX97" fmla="*/ 11388705 w 12192000"/>
              <a:gd name="connsiteY97" fmla="*/ 6652736 h 6858000"/>
              <a:gd name="connsiteX98" fmla="*/ 11341665 w 12192000"/>
              <a:gd name="connsiteY98" fmla="*/ 6610240 h 6858000"/>
              <a:gd name="connsiteX99" fmla="*/ 11310059 w 12192000"/>
              <a:gd name="connsiteY99" fmla="*/ 6610240 h 6858000"/>
              <a:gd name="connsiteX100" fmla="*/ 11290504 w 12192000"/>
              <a:gd name="connsiteY100" fmla="*/ 6598947 h 6858000"/>
              <a:gd name="connsiteX101" fmla="*/ 11300282 w 12192000"/>
              <a:gd name="connsiteY101" fmla="*/ 6588033 h 6858000"/>
              <a:gd name="connsiteX102" fmla="*/ 11316095 w 12192000"/>
              <a:gd name="connsiteY102" fmla="*/ 6589904 h 6858000"/>
              <a:gd name="connsiteX103" fmla="*/ 11377056 w 12192000"/>
              <a:gd name="connsiteY103" fmla="*/ 6545893 h 6858000"/>
              <a:gd name="connsiteX104" fmla="*/ 11320617 w 12192000"/>
              <a:gd name="connsiteY104" fmla="*/ 6505267 h 6858000"/>
              <a:gd name="connsiteX105" fmla="*/ 10912732 w 12192000"/>
              <a:gd name="connsiteY105" fmla="*/ 6503396 h 6858000"/>
              <a:gd name="connsiteX106" fmla="*/ 10859321 w 12192000"/>
              <a:gd name="connsiteY106" fmla="*/ 6546271 h 6858000"/>
              <a:gd name="connsiteX107" fmla="*/ 10889034 w 12192000"/>
              <a:gd name="connsiteY107" fmla="*/ 6583156 h 6858000"/>
              <a:gd name="connsiteX108" fmla="*/ 10916118 w 12192000"/>
              <a:gd name="connsiteY108" fmla="*/ 6589548 h 6858000"/>
              <a:gd name="connsiteX109" fmla="*/ 10925539 w 12192000"/>
              <a:gd name="connsiteY109" fmla="*/ 6599326 h 6858000"/>
              <a:gd name="connsiteX110" fmla="*/ 10903333 w 12192000"/>
              <a:gd name="connsiteY110" fmla="*/ 6611754 h 6858000"/>
              <a:gd name="connsiteX111" fmla="*/ 10866850 w 12192000"/>
              <a:gd name="connsiteY111" fmla="*/ 6603112 h 6858000"/>
              <a:gd name="connsiteX112" fmla="*/ 10855936 w 12192000"/>
              <a:gd name="connsiteY112" fmla="*/ 6629060 h 6858000"/>
              <a:gd name="connsiteX113" fmla="*/ 10908990 w 12192000"/>
              <a:gd name="connsiteY113" fmla="*/ 6639217 h 6858000"/>
              <a:gd name="connsiteX114" fmla="*/ 10965430 w 12192000"/>
              <a:gd name="connsiteY114" fmla="*/ 6595962 h 6858000"/>
              <a:gd name="connsiteX115" fmla="*/ 10965385 w 12192000"/>
              <a:gd name="connsiteY115" fmla="*/ 6595962 h 6858000"/>
              <a:gd name="connsiteX116" fmla="*/ 10931909 w 12192000"/>
              <a:gd name="connsiteY116" fmla="*/ 6555693 h 6858000"/>
              <a:gd name="connsiteX117" fmla="*/ 10907453 w 12192000"/>
              <a:gd name="connsiteY117" fmla="*/ 6550058 h 6858000"/>
              <a:gd name="connsiteX118" fmla="*/ 10899546 w 12192000"/>
              <a:gd name="connsiteY118" fmla="*/ 6540659 h 6858000"/>
              <a:gd name="connsiteX119" fmla="*/ 10917988 w 12192000"/>
              <a:gd name="connsiteY119" fmla="*/ 6529745 h 6858000"/>
              <a:gd name="connsiteX120" fmla="*/ 10947344 w 12192000"/>
              <a:gd name="connsiteY120" fmla="*/ 6535380 h 6858000"/>
              <a:gd name="connsiteX121" fmla="*/ 10957501 w 12192000"/>
              <a:gd name="connsiteY121" fmla="*/ 6509410 h 6858000"/>
              <a:gd name="connsiteX122" fmla="*/ 10912732 w 12192000"/>
              <a:gd name="connsiteY122" fmla="*/ 6503396 h 6858000"/>
              <a:gd name="connsiteX123" fmla="*/ 11728948 w 12192000"/>
              <a:gd name="connsiteY123" fmla="*/ 6469184 h 6858000"/>
              <a:gd name="connsiteX124" fmla="*/ 11689079 w 12192000"/>
              <a:gd name="connsiteY124" fmla="*/ 6480476 h 6858000"/>
              <a:gd name="connsiteX125" fmla="*/ 11689079 w 12192000"/>
              <a:gd name="connsiteY125" fmla="*/ 6508674 h 6858000"/>
              <a:gd name="connsiteX126" fmla="*/ 11668766 w 12192000"/>
              <a:gd name="connsiteY126" fmla="*/ 6508674 h 6858000"/>
              <a:gd name="connsiteX127" fmla="*/ 11668766 w 12192000"/>
              <a:gd name="connsiteY127" fmla="*/ 6534266 h 6858000"/>
              <a:gd name="connsiteX128" fmla="*/ 11689079 w 12192000"/>
              <a:gd name="connsiteY128" fmla="*/ 6534266 h 6858000"/>
              <a:gd name="connsiteX129" fmla="*/ 11689079 w 12192000"/>
              <a:gd name="connsiteY129" fmla="*/ 6601597 h 6858000"/>
              <a:gd name="connsiteX130" fmla="*/ 11734583 w 12192000"/>
              <a:gd name="connsiteY130" fmla="*/ 6639595 h 6858000"/>
              <a:gd name="connsiteX131" fmla="*/ 11763938 w 12192000"/>
              <a:gd name="connsiteY131" fmla="*/ 6636588 h 6858000"/>
              <a:gd name="connsiteX132" fmla="*/ 11761288 w 12192000"/>
              <a:gd name="connsiteY132" fmla="*/ 6610617 h 6858000"/>
              <a:gd name="connsiteX133" fmla="*/ 11748882 w 12192000"/>
              <a:gd name="connsiteY133" fmla="*/ 6611753 h 6858000"/>
              <a:gd name="connsiteX134" fmla="*/ 11728948 w 12192000"/>
              <a:gd name="connsiteY134" fmla="*/ 6592198 h 6858000"/>
              <a:gd name="connsiteX135" fmla="*/ 11728948 w 12192000"/>
              <a:gd name="connsiteY135" fmla="*/ 6534266 h 6858000"/>
              <a:gd name="connsiteX136" fmla="*/ 11763938 w 12192000"/>
              <a:gd name="connsiteY136" fmla="*/ 6534266 h 6858000"/>
              <a:gd name="connsiteX137" fmla="*/ 11763938 w 12192000"/>
              <a:gd name="connsiteY137" fmla="*/ 6508674 h 6858000"/>
              <a:gd name="connsiteX138" fmla="*/ 11728948 w 12192000"/>
              <a:gd name="connsiteY138" fmla="*/ 6508674 h 6858000"/>
              <a:gd name="connsiteX139" fmla="*/ 11453185 w 12192000"/>
              <a:gd name="connsiteY139" fmla="*/ 6399470 h 6858000"/>
              <a:gd name="connsiteX140" fmla="*/ 11362935 w 12192000"/>
              <a:gd name="connsiteY140" fmla="*/ 6432879 h 6858000"/>
              <a:gd name="connsiteX141" fmla="*/ 11347567 w 12192000"/>
              <a:gd name="connsiteY141" fmla="*/ 6475332 h 6858000"/>
              <a:gd name="connsiteX142" fmla="*/ 11351621 w 12192000"/>
              <a:gd name="connsiteY142" fmla="*/ 6503774 h 6858000"/>
              <a:gd name="connsiteX143" fmla="*/ 11374205 w 12192000"/>
              <a:gd name="connsiteY143" fmla="*/ 6499721 h 6858000"/>
              <a:gd name="connsiteX144" fmla="*/ 11422025 w 12192000"/>
              <a:gd name="connsiteY144" fmla="*/ 6484375 h 6858000"/>
              <a:gd name="connsiteX145" fmla="*/ 11453163 w 12192000"/>
              <a:gd name="connsiteY145" fmla="*/ 6399515 h 6858000"/>
              <a:gd name="connsiteX146" fmla="*/ 0 w 12192000"/>
              <a:gd name="connsiteY146" fmla="*/ 0 h 6858000"/>
              <a:gd name="connsiteX147" fmla="*/ 12192000 w 12192000"/>
              <a:gd name="connsiteY147" fmla="*/ 0 h 6858000"/>
              <a:gd name="connsiteX148" fmla="*/ 12192000 w 12192000"/>
              <a:gd name="connsiteY148" fmla="*/ 6858000 h 6858000"/>
              <a:gd name="connsiteX149" fmla="*/ 0 w 12192000"/>
              <a:gd name="connsiteY14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2192000" h="6858000">
                <a:moveTo>
                  <a:pt x="11296918" y="6643760"/>
                </a:moveTo>
                <a:lnTo>
                  <a:pt x="11331909" y="6643760"/>
                </a:lnTo>
                <a:cubicBezTo>
                  <a:pt x="11340462" y="6643760"/>
                  <a:pt x="11348837" y="6647569"/>
                  <a:pt x="11348837" y="6658037"/>
                </a:cubicBezTo>
                <a:cubicBezTo>
                  <a:pt x="11348837" y="6672470"/>
                  <a:pt x="11334404" y="6681001"/>
                  <a:pt x="11316474" y="6681001"/>
                </a:cubicBezTo>
                <a:cubicBezTo>
                  <a:pt x="11298544" y="6681001"/>
                  <a:pt x="11283376" y="6673450"/>
                  <a:pt x="11283376" y="6662180"/>
                </a:cubicBezTo>
                <a:cubicBezTo>
                  <a:pt x="11283376" y="6653471"/>
                  <a:pt x="11291595" y="6646789"/>
                  <a:pt x="11296918" y="6643760"/>
                </a:cubicBezTo>
                <a:close/>
                <a:moveTo>
                  <a:pt x="11847573" y="6579035"/>
                </a:moveTo>
                <a:lnTo>
                  <a:pt x="11847573" y="6602733"/>
                </a:lnTo>
                <a:cubicBezTo>
                  <a:pt x="11842673" y="6608368"/>
                  <a:pt x="11836280" y="6612511"/>
                  <a:pt x="11828017" y="6612511"/>
                </a:cubicBezTo>
                <a:cubicBezTo>
                  <a:pt x="11821046" y="6612511"/>
                  <a:pt x="11811847" y="6609103"/>
                  <a:pt x="11811847" y="6598212"/>
                </a:cubicBezTo>
                <a:cubicBezTo>
                  <a:pt x="11811847" y="6580572"/>
                  <a:pt x="11829108" y="6578745"/>
                  <a:pt x="11847573" y="6579035"/>
                </a:cubicBezTo>
                <a:close/>
                <a:moveTo>
                  <a:pt x="11454834" y="6532751"/>
                </a:moveTo>
                <a:cubicBezTo>
                  <a:pt x="11468710" y="6532751"/>
                  <a:pt x="11475815" y="6541571"/>
                  <a:pt x="11475125" y="6555692"/>
                </a:cubicBezTo>
                <a:lnTo>
                  <a:pt x="11431113" y="6555692"/>
                </a:lnTo>
                <a:cubicBezTo>
                  <a:pt x="11433385" y="6542618"/>
                  <a:pt x="11440958" y="6532751"/>
                  <a:pt x="11454834" y="6532751"/>
                </a:cubicBezTo>
                <a:close/>
                <a:moveTo>
                  <a:pt x="11319124" y="6528253"/>
                </a:moveTo>
                <a:cubicBezTo>
                  <a:pt x="11332377" y="6528253"/>
                  <a:pt x="11338301" y="6537051"/>
                  <a:pt x="11338301" y="6547808"/>
                </a:cubicBezTo>
                <a:cubicBezTo>
                  <a:pt x="11338301" y="6558522"/>
                  <a:pt x="11331664" y="6567364"/>
                  <a:pt x="11318367" y="6567364"/>
                </a:cubicBezTo>
                <a:cubicBezTo>
                  <a:pt x="11306273" y="6567364"/>
                  <a:pt x="11299569" y="6558566"/>
                  <a:pt x="11299569" y="6547808"/>
                </a:cubicBezTo>
                <a:cubicBezTo>
                  <a:pt x="11299569" y="6538476"/>
                  <a:pt x="11307008" y="6528253"/>
                  <a:pt x="11319124" y="6528253"/>
                </a:cubicBezTo>
                <a:close/>
                <a:moveTo>
                  <a:pt x="10965987" y="6508674"/>
                </a:moveTo>
                <a:lnTo>
                  <a:pt x="11015656" y="6636966"/>
                </a:lnTo>
                <a:lnTo>
                  <a:pt x="11011892" y="6645987"/>
                </a:lnTo>
                <a:cubicBezTo>
                  <a:pt x="11004096" y="6664718"/>
                  <a:pt x="10995588" y="6678350"/>
                  <a:pt x="10979529" y="6678350"/>
                </a:cubicBezTo>
                <a:cubicBezTo>
                  <a:pt x="10974629" y="6678350"/>
                  <a:pt x="10969306" y="6677704"/>
                  <a:pt x="10962223" y="6676100"/>
                </a:cubicBezTo>
                <a:lnTo>
                  <a:pt x="10956588" y="6701669"/>
                </a:lnTo>
                <a:cubicBezTo>
                  <a:pt x="10965364" y="6703674"/>
                  <a:pt x="10972469" y="6705433"/>
                  <a:pt x="10985921" y="6705433"/>
                </a:cubicBezTo>
                <a:cubicBezTo>
                  <a:pt x="11012805" y="6705433"/>
                  <a:pt x="11032539" y="6687927"/>
                  <a:pt x="11042361" y="6664050"/>
                </a:cubicBezTo>
                <a:lnTo>
                  <a:pt x="11106307" y="6508674"/>
                </a:lnTo>
                <a:lnTo>
                  <a:pt x="11106285" y="6508674"/>
                </a:lnTo>
                <a:lnTo>
                  <a:pt x="11069044" y="6508674"/>
                </a:lnTo>
                <a:lnTo>
                  <a:pt x="11044967" y="6571127"/>
                </a:lnTo>
                <a:cubicBezTo>
                  <a:pt x="11042116" y="6578522"/>
                  <a:pt x="11039287" y="6587743"/>
                  <a:pt x="11037817" y="6593334"/>
                </a:cubicBezTo>
                <a:cubicBezTo>
                  <a:pt x="11036570" y="6587788"/>
                  <a:pt x="11034989" y="6579948"/>
                  <a:pt x="11032182" y="6572263"/>
                </a:cubicBezTo>
                <a:lnTo>
                  <a:pt x="11008863" y="6508674"/>
                </a:lnTo>
                <a:close/>
                <a:moveTo>
                  <a:pt x="11835924" y="6505690"/>
                </a:moveTo>
                <a:cubicBezTo>
                  <a:pt x="11815967" y="6505690"/>
                  <a:pt x="11794919" y="6512283"/>
                  <a:pt x="11777992" y="6521482"/>
                </a:cubicBezTo>
                <a:lnTo>
                  <a:pt x="11787770" y="6545180"/>
                </a:lnTo>
                <a:cubicBezTo>
                  <a:pt x="11797303" y="6539456"/>
                  <a:pt x="11811847" y="6533130"/>
                  <a:pt x="11824654" y="6533130"/>
                </a:cubicBezTo>
                <a:cubicBezTo>
                  <a:pt x="11843586" y="6533130"/>
                  <a:pt x="11847573" y="6540614"/>
                  <a:pt x="11847573" y="6551194"/>
                </a:cubicBezTo>
                <a:lnTo>
                  <a:pt x="11847573" y="6554579"/>
                </a:lnTo>
                <a:cubicBezTo>
                  <a:pt x="11814408" y="6554735"/>
                  <a:pt x="11771956" y="6561350"/>
                  <a:pt x="11771956" y="6603869"/>
                </a:cubicBezTo>
                <a:cubicBezTo>
                  <a:pt x="11771956" y="6628035"/>
                  <a:pt x="11788349" y="6639595"/>
                  <a:pt x="11812203" y="6639595"/>
                </a:cubicBezTo>
                <a:cubicBezTo>
                  <a:pt x="11826280" y="6639595"/>
                  <a:pt x="11838931" y="6635452"/>
                  <a:pt x="11848709" y="6626810"/>
                </a:cubicBezTo>
                <a:lnTo>
                  <a:pt x="11848709" y="6636967"/>
                </a:lnTo>
                <a:lnTo>
                  <a:pt x="11886328" y="6636967"/>
                </a:lnTo>
                <a:lnTo>
                  <a:pt x="11886350" y="6636989"/>
                </a:lnTo>
                <a:lnTo>
                  <a:pt x="11886350" y="6545937"/>
                </a:lnTo>
                <a:cubicBezTo>
                  <a:pt x="11886350" y="6520323"/>
                  <a:pt x="11866549" y="6505690"/>
                  <a:pt x="11835924" y="6505690"/>
                </a:cubicBezTo>
                <a:close/>
                <a:moveTo>
                  <a:pt x="11616379" y="6505667"/>
                </a:moveTo>
                <a:cubicBezTo>
                  <a:pt x="11600254" y="6505667"/>
                  <a:pt x="11585375" y="6511235"/>
                  <a:pt x="11572368" y="6519966"/>
                </a:cubicBezTo>
                <a:lnTo>
                  <a:pt x="11572368" y="6508674"/>
                </a:lnTo>
                <a:lnTo>
                  <a:pt x="11533613" y="6508674"/>
                </a:lnTo>
                <a:lnTo>
                  <a:pt x="11533613" y="6636944"/>
                </a:lnTo>
                <a:lnTo>
                  <a:pt x="11573504" y="6636944"/>
                </a:lnTo>
                <a:lnTo>
                  <a:pt x="11573504" y="6546672"/>
                </a:lnTo>
                <a:cubicBezTo>
                  <a:pt x="11580943" y="6540725"/>
                  <a:pt x="11587625" y="6535758"/>
                  <a:pt x="11597937" y="6535758"/>
                </a:cubicBezTo>
                <a:cubicBezTo>
                  <a:pt x="11611635" y="6535758"/>
                  <a:pt x="11616736" y="6542462"/>
                  <a:pt x="11616736" y="6554578"/>
                </a:cubicBezTo>
                <a:lnTo>
                  <a:pt x="11616736" y="6636966"/>
                </a:lnTo>
                <a:lnTo>
                  <a:pt x="11656627" y="6636966"/>
                </a:lnTo>
                <a:lnTo>
                  <a:pt x="11656627" y="6636944"/>
                </a:lnTo>
                <a:lnTo>
                  <a:pt x="11656627" y="6545536"/>
                </a:lnTo>
                <a:cubicBezTo>
                  <a:pt x="11656627" y="6521481"/>
                  <a:pt x="11641815" y="6505667"/>
                  <a:pt x="11616379" y="6505667"/>
                </a:cubicBezTo>
                <a:close/>
                <a:moveTo>
                  <a:pt x="11456349" y="6505667"/>
                </a:moveTo>
                <a:cubicBezTo>
                  <a:pt x="11421202" y="6505667"/>
                  <a:pt x="11388661" y="6532060"/>
                  <a:pt x="11388661" y="6572998"/>
                </a:cubicBezTo>
                <a:cubicBezTo>
                  <a:pt x="11388661" y="6613936"/>
                  <a:pt x="11413495" y="6639594"/>
                  <a:pt x="11453342" y="6639594"/>
                </a:cubicBezTo>
                <a:cubicBezTo>
                  <a:pt x="11474412" y="6639594"/>
                  <a:pt x="11493322" y="6634449"/>
                  <a:pt x="11510895" y="6624916"/>
                </a:cubicBezTo>
                <a:lnTo>
                  <a:pt x="11500360" y="6601218"/>
                </a:lnTo>
                <a:cubicBezTo>
                  <a:pt x="11494146" y="6605517"/>
                  <a:pt x="11479668" y="6610996"/>
                  <a:pt x="11467619" y="6610996"/>
                </a:cubicBezTo>
                <a:cubicBezTo>
                  <a:pt x="11440423" y="6610996"/>
                  <a:pt x="11431113" y="6599948"/>
                  <a:pt x="11430757" y="6581284"/>
                </a:cubicBezTo>
                <a:lnTo>
                  <a:pt x="11515773" y="6581284"/>
                </a:lnTo>
                <a:cubicBezTo>
                  <a:pt x="11516018" y="6576740"/>
                  <a:pt x="11516151" y="6572375"/>
                  <a:pt x="11516151" y="6568120"/>
                </a:cubicBezTo>
                <a:lnTo>
                  <a:pt x="11516174" y="6568120"/>
                </a:lnTo>
                <a:cubicBezTo>
                  <a:pt x="11516174" y="6531259"/>
                  <a:pt x="11500137" y="6505667"/>
                  <a:pt x="11456349" y="6505667"/>
                </a:cubicBezTo>
                <a:close/>
                <a:moveTo>
                  <a:pt x="11197314" y="6505667"/>
                </a:moveTo>
                <a:cubicBezTo>
                  <a:pt x="11181189" y="6505667"/>
                  <a:pt x="11166288" y="6511235"/>
                  <a:pt x="11153303" y="6519966"/>
                </a:cubicBezTo>
                <a:lnTo>
                  <a:pt x="11153303" y="6508674"/>
                </a:lnTo>
                <a:lnTo>
                  <a:pt x="11114548" y="6508674"/>
                </a:lnTo>
                <a:lnTo>
                  <a:pt x="11114548" y="6636944"/>
                </a:lnTo>
                <a:lnTo>
                  <a:pt x="11154417" y="6636944"/>
                </a:lnTo>
                <a:lnTo>
                  <a:pt x="11154417" y="6546672"/>
                </a:lnTo>
                <a:cubicBezTo>
                  <a:pt x="11161878" y="6540725"/>
                  <a:pt x="11168560" y="6535758"/>
                  <a:pt x="11178872" y="6535758"/>
                </a:cubicBezTo>
                <a:cubicBezTo>
                  <a:pt x="11192570" y="6535758"/>
                  <a:pt x="11197671" y="6542462"/>
                  <a:pt x="11197671" y="6554578"/>
                </a:cubicBezTo>
                <a:lnTo>
                  <a:pt x="11197671" y="6636966"/>
                </a:lnTo>
                <a:lnTo>
                  <a:pt x="11237562" y="6636966"/>
                </a:lnTo>
                <a:lnTo>
                  <a:pt x="11237584" y="6636944"/>
                </a:lnTo>
                <a:lnTo>
                  <a:pt x="11237584" y="6545536"/>
                </a:lnTo>
                <a:cubicBezTo>
                  <a:pt x="11237584" y="6521481"/>
                  <a:pt x="11222750" y="6505667"/>
                  <a:pt x="11197314" y="6505667"/>
                </a:cubicBezTo>
                <a:close/>
                <a:moveTo>
                  <a:pt x="11320617" y="6505267"/>
                </a:moveTo>
                <a:cubicBezTo>
                  <a:pt x="11286740" y="6505267"/>
                  <a:pt x="11260814" y="6519678"/>
                  <a:pt x="11260814" y="6547029"/>
                </a:cubicBezTo>
                <a:cubicBezTo>
                  <a:pt x="11260814" y="6568055"/>
                  <a:pt x="11270681" y="6574335"/>
                  <a:pt x="11278120" y="6578256"/>
                </a:cubicBezTo>
                <a:cubicBezTo>
                  <a:pt x="11264734" y="6585717"/>
                  <a:pt x="11253664" y="6597321"/>
                  <a:pt x="11253664" y="6609861"/>
                </a:cubicBezTo>
                <a:cubicBezTo>
                  <a:pt x="11253664" y="6619817"/>
                  <a:pt x="11256493" y="6625742"/>
                  <a:pt x="11260057" y="6629795"/>
                </a:cubicBezTo>
                <a:cubicBezTo>
                  <a:pt x="11263442" y="6633648"/>
                  <a:pt x="11267407" y="6635608"/>
                  <a:pt x="11271728" y="6638081"/>
                </a:cubicBezTo>
                <a:cubicBezTo>
                  <a:pt x="11263910" y="6643159"/>
                  <a:pt x="11251036" y="6652892"/>
                  <a:pt x="11251036" y="6667437"/>
                </a:cubicBezTo>
                <a:cubicBezTo>
                  <a:pt x="11251036" y="6698530"/>
                  <a:pt x="11282218" y="6707840"/>
                  <a:pt x="11314603" y="6707684"/>
                </a:cubicBezTo>
                <a:cubicBezTo>
                  <a:pt x="11351398" y="6707506"/>
                  <a:pt x="11388705" y="6690177"/>
                  <a:pt x="11388705" y="6652759"/>
                </a:cubicBezTo>
                <a:lnTo>
                  <a:pt x="11388705" y="6652736"/>
                </a:lnTo>
                <a:cubicBezTo>
                  <a:pt x="11388705" y="6624450"/>
                  <a:pt x="11370976" y="6610240"/>
                  <a:pt x="11341665" y="6610240"/>
                </a:cubicBezTo>
                <a:lnTo>
                  <a:pt x="11310059" y="6610240"/>
                </a:lnTo>
                <a:cubicBezTo>
                  <a:pt x="11303957" y="6610240"/>
                  <a:pt x="11290504" y="6608792"/>
                  <a:pt x="11290504" y="6598947"/>
                </a:cubicBezTo>
                <a:cubicBezTo>
                  <a:pt x="11290504" y="6594092"/>
                  <a:pt x="11297030" y="6589771"/>
                  <a:pt x="11300282" y="6588033"/>
                </a:cubicBezTo>
                <a:cubicBezTo>
                  <a:pt x="11305271" y="6589013"/>
                  <a:pt x="11310393" y="6589904"/>
                  <a:pt x="11316095" y="6589904"/>
                </a:cubicBezTo>
                <a:cubicBezTo>
                  <a:pt x="11346765" y="6589904"/>
                  <a:pt x="11377056" y="6579636"/>
                  <a:pt x="11377056" y="6545893"/>
                </a:cubicBezTo>
                <a:cubicBezTo>
                  <a:pt x="11377056" y="6512149"/>
                  <a:pt x="11349416" y="6505267"/>
                  <a:pt x="11320617" y="6505267"/>
                </a:cubicBezTo>
                <a:close/>
                <a:moveTo>
                  <a:pt x="10912732" y="6503396"/>
                </a:moveTo>
                <a:cubicBezTo>
                  <a:pt x="10881884" y="6503396"/>
                  <a:pt x="10859321" y="6519833"/>
                  <a:pt x="10859321" y="6546271"/>
                </a:cubicBezTo>
                <a:cubicBezTo>
                  <a:pt x="10859321" y="6570148"/>
                  <a:pt x="10872774" y="6578679"/>
                  <a:pt x="10889034" y="6583156"/>
                </a:cubicBezTo>
                <a:cubicBezTo>
                  <a:pt x="10896762" y="6585271"/>
                  <a:pt x="10908478" y="6587298"/>
                  <a:pt x="10916118" y="6589548"/>
                </a:cubicBezTo>
                <a:cubicBezTo>
                  <a:pt x="10922220" y="6591352"/>
                  <a:pt x="10925539" y="6594069"/>
                  <a:pt x="10925539" y="6599326"/>
                </a:cubicBezTo>
                <a:cubicBezTo>
                  <a:pt x="10925539" y="6610618"/>
                  <a:pt x="10912576" y="6611754"/>
                  <a:pt x="10903333" y="6611754"/>
                </a:cubicBezTo>
                <a:cubicBezTo>
                  <a:pt x="10891484" y="6611754"/>
                  <a:pt x="10876939" y="6607210"/>
                  <a:pt x="10866850" y="6603112"/>
                </a:cubicBezTo>
                <a:lnTo>
                  <a:pt x="10855936" y="6629060"/>
                </a:lnTo>
                <a:cubicBezTo>
                  <a:pt x="10872953" y="6635876"/>
                  <a:pt x="10889056" y="6639217"/>
                  <a:pt x="10908990" y="6639217"/>
                </a:cubicBezTo>
                <a:cubicBezTo>
                  <a:pt x="10939638" y="6639217"/>
                  <a:pt x="10965430" y="6623893"/>
                  <a:pt x="10965430" y="6595962"/>
                </a:cubicBezTo>
                <a:lnTo>
                  <a:pt x="10965385" y="6595962"/>
                </a:lnTo>
                <a:cubicBezTo>
                  <a:pt x="10965385" y="6569190"/>
                  <a:pt x="10948903" y="6559435"/>
                  <a:pt x="10931909" y="6555693"/>
                </a:cubicBezTo>
                <a:cubicBezTo>
                  <a:pt x="10923601" y="6553867"/>
                  <a:pt x="10913712" y="6552085"/>
                  <a:pt x="10907453" y="6550058"/>
                </a:cubicBezTo>
                <a:cubicBezTo>
                  <a:pt x="10901618" y="6548187"/>
                  <a:pt x="10899546" y="6543977"/>
                  <a:pt x="10899546" y="6540659"/>
                </a:cubicBezTo>
                <a:cubicBezTo>
                  <a:pt x="10899546" y="6533932"/>
                  <a:pt x="10907030" y="6529745"/>
                  <a:pt x="10917988" y="6529745"/>
                </a:cubicBezTo>
                <a:cubicBezTo>
                  <a:pt x="10928100" y="6529745"/>
                  <a:pt x="10942288" y="6533086"/>
                  <a:pt x="10947344" y="6535380"/>
                </a:cubicBezTo>
                <a:lnTo>
                  <a:pt x="10957501" y="6509410"/>
                </a:lnTo>
                <a:cubicBezTo>
                  <a:pt x="10946052" y="6506091"/>
                  <a:pt x="10933112" y="6503396"/>
                  <a:pt x="10912732" y="6503396"/>
                </a:cubicBezTo>
                <a:close/>
                <a:moveTo>
                  <a:pt x="11728948" y="6469184"/>
                </a:moveTo>
                <a:lnTo>
                  <a:pt x="11689079" y="6480476"/>
                </a:lnTo>
                <a:lnTo>
                  <a:pt x="11689079" y="6508674"/>
                </a:lnTo>
                <a:lnTo>
                  <a:pt x="11668766" y="6508674"/>
                </a:lnTo>
                <a:lnTo>
                  <a:pt x="11668766" y="6534266"/>
                </a:lnTo>
                <a:lnTo>
                  <a:pt x="11689079" y="6534266"/>
                </a:lnTo>
                <a:lnTo>
                  <a:pt x="11689079" y="6601597"/>
                </a:lnTo>
                <a:cubicBezTo>
                  <a:pt x="11689079" y="6631175"/>
                  <a:pt x="11710483" y="6639595"/>
                  <a:pt x="11734583" y="6639595"/>
                </a:cubicBezTo>
                <a:cubicBezTo>
                  <a:pt x="11742534" y="6639595"/>
                  <a:pt x="11754784" y="6638214"/>
                  <a:pt x="11763938" y="6636588"/>
                </a:cubicBezTo>
                <a:lnTo>
                  <a:pt x="11761288" y="6610617"/>
                </a:lnTo>
                <a:cubicBezTo>
                  <a:pt x="11757034" y="6611196"/>
                  <a:pt x="11752802" y="6611753"/>
                  <a:pt x="11748882" y="6611753"/>
                </a:cubicBezTo>
                <a:cubicBezTo>
                  <a:pt x="11737634" y="6611753"/>
                  <a:pt x="11728948" y="6608702"/>
                  <a:pt x="11728948" y="6592198"/>
                </a:cubicBezTo>
                <a:lnTo>
                  <a:pt x="11728948" y="6534266"/>
                </a:lnTo>
                <a:lnTo>
                  <a:pt x="11763938" y="6534266"/>
                </a:lnTo>
                <a:lnTo>
                  <a:pt x="11763938" y="6508674"/>
                </a:lnTo>
                <a:lnTo>
                  <a:pt x="11728948" y="6508674"/>
                </a:lnTo>
                <a:close/>
                <a:moveTo>
                  <a:pt x="11453185" y="6399470"/>
                </a:moveTo>
                <a:cubicBezTo>
                  <a:pt x="11425923" y="6403368"/>
                  <a:pt x="11385342" y="6410473"/>
                  <a:pt x="11362935" y="6432879"/>
                </a:cubicBezTo>
                <a:cubicBezTo>
                  <a:pt x="11351220" y="6444573"/>
                  <a:pt x="11347567" y="6459050"/>
                  <a:pt x="11347567" y="6475332"/>
                </a:cubicBezTo>
                <a:cubicBezTo>
                  <a:pt x="11347567" y="6484798"/>
                  <a:pt x="11348792" y="6494732"/>
                  <a:pt x="11351621" y="6503774"/>
                </a:cubicBezTo>
                <a:cubicBezTo>
                  <a:pt x="11356521" y="6500233"/>
                  <a:pt x="11368192" y="6499721"/>
                  <a:pt x="11374205" y="6499721"/>
                </a:cubicBezTo>
                <a:cubicBezTo>
                  <a:pt x="11391489" y="6499721"/>
                  <a:pt x="11406167" y="6500233"/>
                  <a:pt x="11422025" y="6484375"/>
                </a:cubicBezTo>
                <a:cubicBezTo>
                  <a:pt x="11441759" y="6464663"/>
                  <a:pt x="11432984" y="6433704"/>
                  <a:pt x="11453163" y="6399515"/>
                </a:cubicBezTo>
                <a:close/>
                <a:moveTo>
                  <a:pt x="0" y="0"/>
                </a:moveTo>
                <a:lnTo>
                  <a:pt x="12192000" y="0"/>
                </a:lnTo>
                <a:lnTo>
                  <a:pt x="12192000" y="6858000"/>
                </a:lnTo>
                <a:lnTo>
                  <a:pt x="0" y="6858000"/>
                </a:lnTo>
                <a:close/>
              </a:path>
            </a:pathLst>
          </a:custGeom>
          <a:pattFill prst="ltVert">
            <a:fgClr>
              <a:schemeClr val="bg1">
                <a:lumMod val="85000"/>
              </a:schemeClr>
            </a:fgClr>
            <a:bgClr>
              <a:schemeClr val="bg1"/>
            </a:bgClr>
          </a:pattFill>
        </p:spPr>
        <p:txBody>
          <a:bodyPr wrap="square">
            <a:noAutofit/>
          </a:bodyPr>
          <a:lstStyle>
            <a:lvl1pPr marL="0" indent="0">
              <a:buNone/>
              <a:defRPr/>
            </a:lvl1pPr>
          </a:lstStyle>
          <a:p>
            <a:endParaRPr lang="en-US" dirty="0"/>
          </a:p>
        </p:txBody>
      </p:sp>
      <p:sp>
        <p:nvSpPr>
          <p:cNvPr id="4" name="Footer Placeholder 3">
            <a:extLst>
              <a:ext uri="{FF2B5EF4-FFF2-40B4-BE49-F238E27FC236}">
                <a16:creationId xmlns:a16="http://schemas.microsoft.com/office/drawing/2014/main" id="{4D9B2B0F-CE10-4478-8CF2-AFED37C43E99}"/>
              </a:ext>
            </a:extLst>
          </p:cNvPr>
          <p:cNvSpPr>
            <a:spLocks noGrp="1"/>
          </p:cNvSpPr>
          <p:nvPr>
            <p:ph type="ftr" sz="quarter" idx="11"/>
          </p:nvPr>
        </p:nvSpPr>
        <p:spPr>
          <a:ln>
            <a:solidFill>
              <a:schemeClr val="bg1"/>
            </a:solidFill>
          </a:ln>
        </p:spPr>
        <p:txBody>
          <a:bodyPr lIns="0" tIns="128016" rIns="0" bIns="0"/>
          <a:lstStyle>
            <a:lvl1pPr>
              <a:defRPr>
                <a:solidFill>
                  <a:schemeClr val="bg1"/>
                </a:solidFill>
              </a:defRPr>
            </a:lvl1pPr>
          </a:lstStyle>
          <a:p>
            <a:pPr algn="r"/>
            <a:r>
              <a:rPr lang="en-GB" dirty="0"/>
              <a:t>Classification: Public</a:t>
            </a:r>
          </a:p>
        </p:txBody>
      </p:sp>
      <p:sp>
        <p:nvSpPr>
          <p:cNvPr id="5" name="Slide Number Placeholder 4">
            <a:extLst>
              <a:ext uri="{FF2B5EF4-FFF2-40B4-BE49-F238E27FC236}">
                <a16:creationId xmlns:a16="http://schemas.microsoft.com/office/drawing/2014/main" id="{4C8EF512-0A39-4B34-AAC4-9DF36B7EA8EF}"/>
              </a:ext>
            </a:extLst>
          </p:cNvPr>
          <p:cNvSpPr>
            <a:spLocks noGrp="1"/>
          </p:cNvSpPr>
          <p:nvPr>
            <p:ph type="sldNum" sz="quarter" idx="12"/>
          </p:nvPr>
        </p:nvSpPr>
        <p:spPr/>
        <p:txBody>
          <a:bodyPr lIns="0" tIns="0" rIns="0" bIns="0"/>
          <a:lstStyle>
            <a:lvl1pPr>
              <a:defRPr>
                <a:solidFill>
                  <a:schemeClr val="bg1"/>
                </a:solidFill>
              </a:defRPr>
            </a:lvl1pPr>
          </a:lstStyle>
          <a:p>
            <a:fld id="{7695D00A-BA34-4D39-8C84-2534822D6434}" type="slidenum">
              <a:rPr lang="en-GB" smtClean="0"/>
              <a:pPr/>
              <a:t>‹#›</a:t>
            </a:fld>
            <a:endParaRPr lang="en-GB" dirty="0"/>
          </a:p>
        </p:txBody>
      </p:sp>
      <p:sp>
        <p:nvSpPr>
          <p:cNvPr id="13" name="Title 12">
            <a:extLst>
              <a:ext uri="{FF2B5EF4-FFF2-40B4-BE49-F238E27FC236}">
                <a16:creationId xmlns:a16="http://schemas.microsoft.com/office/drawing/2014/main" id="{D397D654-4F5E-8130-04A2-2F03CC24B962}"/>
              </a:ext>
            </a:extLst>
          </p:cNvPr>
          <p:cNvSpPr>
            <a:spLocks noGrp="1"/>
          </p:cNvSpPr>
          <p:nvPr>
            <p:ph type="title" hasCustomPrompt="1"/>
          </p:nvPr>
        </p:nvSpPr>
        <p:spPr>
          <a:xfrm>
            <a:off x="6924092" y="228603"/>
            <a:ext cx="4162165" cy="7494895"/>
          </a:xfrm>
          <a:custGeom>
            <a:avLst/>
            <a:gdLst>
              <a:gd name="connsiteX0" fmla="*/ 5415 w 4162165"/>
              <a:gd name="connsiteY0" fmla="*/ 0 h 7494895"/>
              <a:gd name="connsiteX1" fmla="*/ 4162165 w 4162165"/>
              <a:gd name="connsiteY1" fmla="*/ 0 h 7494895"/>
              <a:gd name="connsiteX2" fmla="*/ 4162165 w 4162165"/>
              <a:gd name="connsiteY2" fmla="*/ 3077486 h 7494895"/>
              <a:gd name="connsiteX3" fmla="*/ 414717 w 4162165"/>
              <a:gd name="connsiteY3" fmla="*/ 7494895 h 7494895"/>
              <a:gd name="connsiteX4" fmla="*/ 0 w 4162165"/>
              <a:gd name="connsiteY4" fmla="*/ 6599255 h 7494895"/>
              <a:gd name="connsiteX5" fmla="*/ 1663867 w 4162165"/>
              <a:gd name="connsiteY5" fmla="*/ 4163828 h 7494895"/>
              <a:gd name="connsiteX6" fmla="*/ 5415 w 4162165"/>
              <a:gd name="connsiteY6" fmla="*/ 4163828 h 74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2165" h="7494895">
                <a:moveTo>
                  <a:pt x="5415" y="0"/>
                </a:moveTo>
                <a:lnTo>
                  <a:pt x="4162165" y="0"/>
                </a:lnTo>
                <a:lnTo>
                  <a:pt x="4162165" y="3077486"/>
                </a:lnTo>
                <a:cubicBezTo>
                  <a:pt x="4162165" y="5452536"/>
                  <a:pt x="2601561" y="7062689"/>
                  <a:pt x="414717" y="7494895"/>
                </a:cubicBezTo>
                <a:lnTo>
                  <a:pt x="0" y="6599255"/>
                </a:lnTo>
                <a:cubicBezTo>
                  <a:pt x="1013060" y="6217429"/>
                  <a:pt x="1663867" y="5084452"/>
                  <a:pt x="1663867" y="4163828"/>
                </a:cubicBezTo>
                <a:lnTo>
                  <a:pt x="5415" y="4163828"/>
                </a:lnTo>
                <a:close/>
              </a:path>
            </a:pathLst>
          </a:custGeom>
          <a:solidFill>
            <a:schemeClr val="tx2"/>
          </a:solidFill>
          <a:effectLst>
            <a:outerShdw dist="152400" dir="2700000" algn="tl" rotWithShape="0">
              <a:schemeClr val="bg1"/>
            </a:outerShdw>
          </a:effectLst>
        </p:spPr>
        <p:txBody>
          <a:bodyPr wrap="square" lIns="365760" tIns="365760" rIns="365760" bIns="365760" anchor="t">
            <a:noAutofit/>
          </a:bodyPr>
          <a:lstStyle>
            <a:lvl1pPr>
              <a:defRPr sz="2800" b="1">
                <a:solidFill>
                  <a:schemeClr val="bg1"/>
                </a:solidFill>
              </a:defRPr>
            </a:lvl1pPr>
          </a:lstStyle>
          <a:p>
            <a:r>
              <a:rPr lang="en-US" dirty="0"/>
              <a:t>Add quote</a:t>
            </a:r>
            <a:endParaRPr lang="en-GB" dirty="0"/>
          </a:p>
        </p:txBody>
      </p:sp>
    </p:spTree>
    <p:extLst>
      <p:ext uri="{BB962C8B-B14F-4D97-AF65-F5344CB8AC3E}">
        <p14:creationId xmlns:p14="http://schemas.microsoft.com/office/powerpoint/2010/main" val="20588717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9_Big photo">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7B4B79A-486C-4FE5-6598-7267C4FA881E}"/>
              </a:ext>
            </a:extLst>
          </p:cNvPr>
          <p:cNvSpPr/>
          <p:nvPr userDrawn="1"/>
        </p:nvSpPr>
        <p:spPr>
          <a:xfrm>
            <a:off x="10260106" y="5983941"/>
            <a:ext cx="1931893" cy="8740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2" name="Title 1">
            <a:extLst>
              <a:ext uri="{FF2B5EF4-FFF2-40B4-BE49-F238E27FC236}">
                <a16:creationId xmlns:a16="http://schemas.microsoft.com/office/drawing/2014/main" id="{64143504-EE65-4DC3-B3CA-E3F6B61D62F8}"/>
              </a:ext>
            </a:extLst>
          </p:cNvPr>
          <p:cNvSpPr>
            <a:spLocks noGrp="1"/>
          </p:cNvSpPr>
          <p:nvPr>
            <p:ph type="title" hasCustomPrompt="1"/>
          </p:nvPr>
        </p:nvSpPr>
        <p:spPr>
          <a:xfrm>
            <a:off x="304800" y="228601"/>
            <a:ext cx="5376672" cy="777240"/>
          </a:xfrm>
        </p:spPr>
        <p:txBody>
          <a:bodyPr lIns="0" tIns="0" rIns="0" bIns="0"/>
          <a:lstStyle>
            <a:lvl1pPr>
              <a:defRPr>
                <a:solidFill>
                  <a:schemeClr val="tx1"/>
                </a:solidFill>
              </a:defRPr>
            </a:lvl1pPr>
          </a:lstStyle>
          <a:p>
            <a:r>
              <a:rPr lang="en-US" dirty="0"/>
              <a:t>Title</a:t>
            </a:r>
            <a:endParaRPr lang="en-GB" dirty="0"/>
          </a:p>
        </p:txBody>
      </p:sp>
      <p:sp>
        <p:nvSpPr>
          <p:cNvPr id="4" name="Footer Placeholder 3">
            <a:extLst>
              <a:ext uri="{FF2B5EF4-FFF2-40B4-BE49-F238E27FC236}">
                <a16:creationId xmlns:a16="http://schemas.microsoft.com/office/drawing/2014/main" id="{50EC9150-4BFD-49BF-B8E4-AF03E73591D1}"/>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338E1321-EBFA-4C3D-BEA2-63D1F4F498DC}"/>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14" name="Text Placeholder 13">
            <a:extLst>
              <a:ext uri="{FF2B5EF4-FFF2-40B4-BE49-F238E27FC236}">
                <a16:creationId xmlns:a16="http://schemas.microsoft.com/office/drawing/2014/main" id="{75AD173E-95AD-4CF5-BB5A-7CA9E22B6860}"/>
              </a:ext>
            </a:extLst>
          </p:cNvPr>
          <p:cNvSpPr>
            <a:spLocks noGrp="1"/>
          </p:cNvSpPr>
          <p:nvPr>
            <p:ph type="body" sz="quarter" idx="14"/>
          </p:nvPr>
        </p:nvSpPr>
        <p:spPr>
          <a:xfrm>
            <a:off x="304799" y="2686316"/>
            <a:ext cx="5376672" cy="3562084"/>
          </a:xfrm>
        </p:spPr>
        <p:txBody>
          <a:bodyPr lIns="0" tIns="0" rIns="0" b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ext Placeholder 15">
            <a:extLst>
              <a:ext uri="{FF2B5EF4-FFF2-40B4-BE49-F238E27FC236}">
                <a16:creationId xmlns:a16="http://schemas.microsoft.com/office/drawing/2014/main" id="{CAB4241F-4057-495B-B3D6-3483CCDEDB73}"/>
              </a:ext>
            </a:extLst>
          </p:cNvPr>
          <p:cNvSpPr>
            <a:spLocks noGrp="1"/>
          </p:cNvSpPr>
          <p:nvPr>
            <p:ph type="body" sz="quarter" idx="15"/>
          </p:nvPr>
        </p:nvSpPr>
        <p:spPr>
          <a:xfrm>
            <a:off x="304799" y="1592263"/>
            <a:ext cx="5376672" cy="695934"/>
          </a:xfrm>
        </p:spPr>
        <p:txBody>
          <a:bodyPr anchor="t"/>
          <a:lstStyle>
            <a:lvl1pPr marL="0" indent="0">
              <a:buNone/>
              <a:defRPr sz="1800" b="1">
                <a:solidFill>
                  <a:schemeClr val="tx1"/>
                </a:solidFill>
              </a:defRPr>
            </a:lvl1pPr>
            <a:lvl2pPr marL="0" indent="0">
              <a:buNone/>
              <a:defRPr sz="2200" b="1">
                <a:solidFill>
                  <a:schemeClr val="accent1"/>
                </a:solidFill>
              </a:defRPr>
            </a:lvl2pPr>
            <a:lvl3pPr>
              <a:defRPr sz="2200" b="1">
                <a:solidFill>
                  <a:schemeClr val="accent1"/>
                </a:solidFill>
              </a:defRPr>
            </a:lvl3pPr>
            <a:lvl4pPr>
              <a:defRPr sz="2200" b="1">
                <a:solidFill>
                  <a:schemeClr val="accent1"/>
                </a:solidFill>
              </a:defRPr>
            </a:lvl4pPr>
            <a:lvl5pPr>
              <a:defRPr sz="2200" b="1">
                <a:solidFill>
                  <a:schemeClr val="accent1"/>
                </a:solidFill>
              </a:defRPr>
            </a:lvl5pPr>
          </a:lstStyle>
          <a:p>
            <a:pPr lvl="0"/>
            <a:r>
              <a:rPr lang="en-US" dirty="0"/>
              <a:t>Click to edit Master text styles</a:t>
            </a:r>
          </a:p>
        </p:txBody>
      </p:sp>
      <p:sp>
        <p:nvSpPr>
          <p:cNvPr id="8" name="Picture Placeholder 9">
            <a:extLst>
              <a:ext uri="{FF2B5EF4-FFF2-40B4-BE49-F238E27FC236}">
                <a16:creationId xmlns:a16="http://schemas.microsoft.com/office/drawing/2014/main" id="{DB485792-0B7D-32CA-6EB4-A12BB2F05543}"/>
              </a:ext>
            </a:extLst>
          </p:cNvPr>
          <p:cNvSpPr>
            <a:spLocks noGrp="1"/>
          </p:cNvSpPr>
          <p:nvPr>
            <p:ph type="pic" sz="quarter" idx="13"/>
          </p:nvPr>
        </p:nvSpPr>
        <p:spPr>
          <a:xfrm>
            <a:off x="6604000" y="0"/>
            <a:ext cx="5588000" cy="6858000"/>
          </a:xfrm>
          <a:custGeom>
            <a:avLst/>
            <a:gdLst>
              <a:gd name="connsiteX0" fmla="*/ 4692919 w 5588000"/>
              <a:gd name="connsiteY0" fmla="*/ 6643760 h 6858000"/>
              <a:gd name="connsiteX1" fmla="*/ 4727910 w 5588000"/>
              <a:gd name="connsiteY1" fmla="*/ 6643760 h 6858000"/>
              <a:gd name="connsiteX2" fmla="*/ 4744838 w 5588000"/>
              <a:gd name="connsiteY2" fmla="*/ 6658037 h 6858000"/>
              <a:gd name="connsiteX3" fmla="*/ 4712475 w 5588000"/>
              <a:gd name="connsiteY3" fmla="*/ 6681001 h 6858000"/>
              <a:gd name="connsiteX4" fmla="*/ 4679377 w 5588000"/>
              <a:gd name="connsiteY4" fmla="*/ 6662180 h 6858000"/>
              <a:gd name="connsiteX5" fmla="*/ 4692919 w 5588000"/>
              <a:gd name="connsiteY5" fmla="*/ 6643760 h 6858000"/>
              <a:gd name="connsiteX6" fmla="*/ 5243574 w 5588000"/>
              <a:gd name="connsiteY6" fmla="*/ 6579035 h 6858000"/>
              <a:gd name="connsiteX7" fmla="*/ 5243574 w 5588000"/>
              <a:gd name="connsiteY7" fmla="*/ 6602733 h 6858000"/>
              <a:gd name="connsiteX8" fmla="*/ 5224018 w 5588000"/>
              <a:gd name="connsiteY8" fmla="*/ 6612511 h 6858000"/>
              <a:gd name="connsiteX9" fmla="*/ 5207848 w 5588000"/>
              <a:gd name="connsiteY9" fmla="*/ 6598212 h 6858000"/>
              <a:gd name="connsiteX10" fmla="*/ 5243574 w 5588000"/>
              <a:gd name="connsiteY10" fmla="*/ 6579035 h 6858000"/>
              <a:gd name="connsiteX11" fmla="*/ 4850835 w 5588000"/>
              <a:gd name="connsiteY11" fmla="*/ 6532751 h 6858000"/>
              <a:gd name="connsiteX12" fmla="*/ 4871126 w 5588000"/>
              <a:gd name="connsiteY12" fmla="*/ 6555692 h 6858000"/>
              <a:gd name="connsiteX13" fmla="*/ 4827114 w 5588000"/>
              <a:gd name="connsiteY13" fmla="*/ 6555692 h 6858000"/>
              <a:gd name="connsiteX14" fmla="*/ 4850835 w 5588000"/>
              <a:gd name="connsiteY14" fmla="*/ 6532751 h 6858000"/>
              <a:gd name="connsiteX15" fmla="*/ 4715125 w 5588000"/>
              <a:gd name="connsiteY15" fmla="*/ 6528253 h 6858000"/>
              <a:gd name="connsiteX16" fmla="*/ 4734302 w 5588000"/>
              <a:gd name="connsiteY16" fmla="*/ 6547808 h 6858000"/>
              <a:gd name="connsiteX17" fmla="*/ 4714368 w 5588000"/>
              <a:gd name="connsiteY17" fmla="*/ 6567364 h 6858000"/>
              <a:gd name="connsiteX18" fmla="*/ 4695570 w 5588000"/>
              <a:gd name="connsiteY18" fmla="*/ 6547808 h 6858000"/>
              <a:gd name="connsiteX19" fmla="*/ 4715125 w 5588000"/>
              <a:gd name="connsiteY19" fmla="*/ 6528253 h 6858000"/>
              <a:gd name="connsiteX20" fmla="*/ 4361988 w 5588000"/>
              <a:gd name="connsiteY20" fmla="*/ 6508674 h 6858000"/>
              <a:gd name="connsiteX21" fmla="*/ 4411657 w 5588000"/>
              <a:gd name="connsiteY21" fmla="*/ 6636966 h 6858000"/>
              <a:gd name="connsiteX22" fmla="*/ 4407893 w 5588000"/>
              <a:gd name="connsiteY22" fmla="*/ 6645987 h 6858000"/>
              <a:gd name="connsiteX23" fmla="*/ 4375530 w 5588000"/>
              <a:gd name="connsiteY23" fmla="*/ 6678350 h 6858000"/>
              <a:gd name="connsiteX24" fmla="*/ 4358224 w 5588000"/>
              <a:gd name="connsiteY24" fmla="*/ 6676100 h 6858000"/>
              <a:gd name="connsiteX25" fmla="*/ 4352589 w 5588000"/>
              <a:gd name="connsiteY25" fmla="*/ 6701669 h 6858000"/>
              <a:gd name="connsiteX26" fmla="*/ 4381922 w 5588000"/>
              <a:gd name="connsiteY26" fmla="*/ 6705433 h 6858000"/>
              <a:gd name="connsiteX27" fmla="*/ 4438362 w 5588000"/>
              <a:gd name="connsiteY27" fmla="*/ 6664050 h 6858000"/>
              <a:gd name="connsiteX28" fmla="*/ 4502308 w 5588000"/>
              <a:gd name="connsiteY28" fmla="*/ 6508674 h 6858000"/>
              <a:gd name="connsiteX29" fmla="*/ 4502286 w 5588000"/>
              <a:gd name="connsiteY29" fmla="*/ 6508674 h 6858000"/>
              <a:gd name="connsiteX30" fmla="*/ 4465045 w 5588000"/>
              <a:gd name="connsiteY30" fmla="*/ 6508674 h 6858000"/>
              <a:gd name="connsiteX31" fmla="*/ 4440968 w 5588000"/>
              <a:gd name="connsiteY31" fmla="*/ 6571127 h 6858000"/>
              <a:gd name="connsiteX32" fmla="*/ 4433818 w 5588000"/>
              <a:gd name="connsiteY32" fmla="*/ 6593334 h 6858000"/>
              <a:gd name="connsiteX33" fmla="*/ 4428183 w 5588000"/>
              <a:gd name="connsiteY33" fmla="*/ 6572263 h 6858000"/>
              <a:gd name="connsiteX34" fmla="*/ 4404864 w 5588000"/>
              <a:gd name="connsiteY34" fmla="*/ 6508674 h 6858000"/>
              <a:gd name="connsiteX35" fmla="*/ 5231925 w 5588000"/>
              <a:gd name="connsiteY35" fmla="*/ 6505690 h 6858000"/>
              <a:gd name="connsiteX36" fmla="*/ 5173993 w 5588000"/>
              <a:gd name="connsiteY36" fmla="*/ 6521482 h 6858000"/>
              <a:gd name="connsiteX37" fmla="*/ 5183771 w 5588000"/>
              <a:gd name="connsiteY37" fmla="*/ 6545180 h 6858000"/>
              <a:gd name="connsiteX38" fmla="*/ 5220655 w 5588000"/>
              <a:gd name="connsiteY38" fmla="*/ 6533130 h 6858000"/>
              <a:gd name="connsiteX39" fmla="*/ 5243574 w 5588000"/>
              <a:gd name="connsiteY39" fmla="*/ 6551194 h 6858000"/>
              <a:gd name="connsiteX40" fmla="*/ 5243574 w 5588000"/>
              <a:gd name="connsiteY40" fmla="*/ 6554579 h 6858000"/>
              <a:gd name="connsiteX41" fmla="*/ 5167957 w 5588000"/>
              <a:gd name="connsiteY41" fmla="*/ 6603869 h 6858000"/>
              <a:gd name="connsiteX42" fmla="*/ 5208204 w 5588000"/>
              <a:gd name="connsiteY42" fmla="*/ 6639595 h 6858000"/>
              <a:gd name="connsiteX43" fmla="*/ 5244710 w 5588000"/>
              <a:gd name="connsiteY43" fmla="*/ 6626810 h 6858000"/>
              <a:gd name="connsiteX44" fmla="*/ 5244710 w 5588000"/>
              <a:gd name="connsiteY44" fmla="*/ 6636967 h 6858000"/>
              <a:gd name="connsiteX45" fmla="*/ 5282329 w 5588000"/>
              <a:gd name="connsiteY45" fmla="*/ 6636967 h 6858000"/>
              <a:gd name="connsiteX46" fmla="*/ 5282351 w 5588000"/>
              <a:gd name="connsiteY46" fmla="*/ 6636989 h 6858000"/>
              <a:gd name="connsiteX47" fmla="*/ 5282351 w 5588000"/>
              <a:gd name="connsiteY47" fmla="*/ 6545937 h 6858000"/>
              <a:gd name="connsiteX48" fmla="*/ 5231925 w 5588000"/>
              <a:gd name="connsiteY48" fmla="*/ 6505690 h 6858000"/>
              <a:gd name="connsiteX49" fmla="*/ 5012380 w 5588000"/>
              <a:gd name="connsiteY49" fmla="*/ 6505667 h 6858000"/>
              <a:gd name="connsiteX50" fmla="*/ 4968369 w 5588000"/>
              <a:gd name="connsiteY50" fmla="*/ 6519966 h 6858000"/>
              <a:gd name="connsiteX51" fmla="*/ 4968369 w 5588000"/>
              <a:gd name="connsiteY51" fmla="*/ 6508674 h 6858000"/>
              <a:gd name="connsiteX52" fmla="*/ 4929614 w 5588000"/>
              <a:gd name="connsiteY52" fmla="*/ 6508674 h 6858000"/>
              <a:gd name="connsiteX53" fmla="*/ 4929614 w 5588000"/>
              <a:gd name="connsiteY53" fmla="*/ 6636944 h 6858000"/>
              <a:gd name="connsiteX54" fmla="*/ 4969505 w 5588000"/>
              <a:gd name="connsiteY54" fmla="*/ 6636944 h 6858000"/>
              <a:gd name="connsiteX55" fmla="*/ 4969505 w 5588000"/>
              <a:gd name="connsiteY55" fmla="*/ 6546672 h 6858000"/>
              <a:gd name="connsiteX56" fmla="*/ 4993938 w 5588000"/>
              <a:gd name="connsiteY56" fmla="*/ 6535758 h 6858000"/>
              <a:gd name="connsiteX57" fmla="*/ 5012737 w 5588000"/>
              <a:gd name="connsiteY57" fmla="*/ 6554578 h 6858000"/>
              <a:gd name="connsiteX58" fmla="*/ 5012737 w 5588000"/>
              <a:gd name="connsiteY58" fmla="*/ 6636966 h 6858000"/>
              <a:gd name="connsiteX59" fmla="*/ 5052628 w 5588000"/>
              <a:gd name="connsiteY59" fmla="*/ 6636966 h 6858000"/>
              <a:gd name="connsiteX60" fmla="*/ 5052628 w 5588000"/>
              <a:gd name="connsiteY60" fmla="*/ 6636944 h 6858000"/>
              <a:gd name="connsiteX61" fmla="*/ 5052628 w 5588000"/>
              <a:gd name="connsiteY61" fmla="*/ 6545536 h 6858000"/>
              <a:gd name="connsiteX62" fmla="*/ 5012380 w 5588000"/>
              <a:gd name="connsiteY62" fmla="*/ 6505667 h 6858000"/>
              <a:gd name="connsiteX63" fmla="*/ 4852350 w 5588000"/>
              <a:gd name="connsiteY63" fmla="*/ 6505667 h 6858000"/>
              <a:gd name="connsiteX64" fmla="*/ 4784662 w 5588000"/>
              <a:gd name="connsiteY64" fmla="*/ 6572998 h 6858000"/>
              <a:gd name="connsiteX65" fmla="*/ 4849343 w 5588000"/>
              <a:gd name="connsiteY65" fmla="*/ 6639594 h 6858000"/>
              <a:gd name="connsiteX66" fmla="*/ 4906896 w 5588000"/>
              <a:gd name="connsiteY66" fmla="*/ 6624916 h 6858000"/>
              <a:gd name="connsiteX67" fmla="*/ 4896361 w 5588000"/>
              <a:gd name="connsiteY67" fmla="*/ 6601218 h 6858000"/>
              <a:gd name="connsiteX68" fmla="*/ 4863620 w 5588000"/>
              <a:gd name="connsiteY68" fmla="*/ 6610996 h 6858000"/>
              <a:gd name="connsiteX69" fmla="*/ 4826758 w 5588000"/>
              <a:gd name="connsiteY69" fmla="*/ 6581284 h 6858000"/>
              <a:gd name="connsiteX70" fmla="*/ 4911774 w 5588000"/>
              <a:gd name="connsiteY70" fmla="*/ 6581284 h 6858000"/>
              <a:gd name="connsiteX71" fmla="*/ 4912152 w 5588000"/>
              <a:gd name="connsiteY71" fmla="*/ 6568120 h 6858000"/>
              <a:gd name="connsiteX72" fmla="*/ 4912175 w 5588000"/>
              <a:gd name="connsiteY72" fmla="*/ 6568120 h 6858000"/>
              <a:gd name="connsiteX73" fmla="*/ 4852350 w 5588000"/>
              <a:gd name="connsiteY73" fmla="*/ 6505667 h 6858000"/>
              <a:gd name="connsiteX74" fmla="*/ 4593315 w 5588000"/>
              <a:gd name="connsiteY74" fmla="*/ 6505667 h 6858000"/>
              <a:gd name="connsiteX75" fmla="*/ 4549304 w 5588000"/>
              <a:gd name="connsiteY75" fmla="*/ 6519966 h 6858000"/>
              <a:gd name="connsiteX76" fmla="*/ 4549304 w 5588000"/>
              <a:gd name="connsiteY76" fmla="*/ 6508674 h 6858000"/>
              <a:gd name="connsiteX77" fmla="*/ 4510549 w 5588000"/>
              <a:gd name="connsiteY77" fmla="*/ 6508674 h 6858000"/>
              <a:gd name="connsiteX78" fmla="*/ 4510549 w 5588000"/>
              <a:gd name="connsiteY78" fmla="*/ 6636944 h 6858000"/>
              <a:gd name="connsiteX79" fmla="*/ 4550418 w 5588000"/>
              <a:gd name="connsiteY79" fmla="*/ 6636944 h 6858000"/>
              <a:gd name="connsiteX80" fmla="*/ 4550418 w 5588000"/>
              <a:gd name="connsiteY80" fmla="*/ 6546672 h 6858000"/>
              <a:gd name="connsiteX81" fmla="*/ 4574873 w 5588000"/>
              <a:gd name="connsiteY81" fmla="*/ 6535758 h 6858000"/>
              <a:gd name="connsiteX82" fmla="*/ 4593672 w 5588000"/>
              <a:gd name="connsiteY82" fmla="*/ 6554578 h 6858000"/>
              <a:gd name="connsiteX83" fmla="*/ 4593672 w 5588000"/>
              <a:gd name="connsiteY83" fmla="*/ 6636966 h 6858000"/>
              <a:gd name="connsiteX84" fmla="*/ 4633563 w 5588000"/>
              <a:gd name="connsiteY84" fmla="*/ 6636966 h 6858000"/>
              <a:gd name="connsiteX85" fmla="*/ 4633585 w 5588000"/>
              <a:gd name="connsiteY85" fmla="*/ 6636944 h 6858000"/>
              <a:gd name="connsiteX86" fmla="*/ 4633585 w 5588000"/>
              <a:gd name="connsiteY86" fmla="*/ 6545536 h 6858000"/>
              <a:gd name="connsiteX87" fmla="*/ 4593315 w 5588000"/>
              <a:gd name="connsiteY87" fmla="*/ 6505667 h 6858000"/>
              <a:gd name="connsiteX88" fmla="*/ 4716618 w 5588000"/>
              <a:gd name="connsiteY88" fmla="*/ 6505267 h 6858000"/>
              <a:gd name="connsiteX89" fmla="*/ 4656815 w 5588000"/>
              <a:gd name="connsiteY89" fmla="*/ 6547029 h 6858000"/>
              <a:gd name="connsiteX90" fmla="*/ 4674121 w 5588000"/>
              <a:gd name="connsiteY90" fmla="*/ 6578256 h 6858000"/>
              <a:gd name="connsiteX91" fmla="*/ 4649665 w 5588000"/>
              <a:gd name="connsiteY91" fmla="*/ 6609861 h 6858000"/>
              <a:gd name="connsiteX92" fmla="*/ 4656058 w 5588000"/>
              <a:gd name="connsiteY92" fmla="*/ 6629795 h 6858000"/>
              <a:gd name="connsiteX93" fmla="*/ 4667729 w 5588000"/>
              <a:gd name="connsiteY93" fmla="*/ 6638081 h 6858000"/>
              <a:gd name="connsiteX94" fmla="*/ 4647037 w 5588000"/>
              <a:gd name="connsiteY94" fmla="*/ 6667437 h 6858000"/>
              <a:gd name="connsiteX95" fmla="*/ 4710604 w 5588000"/>
              <a:gd name="connsiteY95" fmla="*/ 6707684 h 6858000"/>
              <a:gd name="connsiteX96" fmla="*/ 4784706 w 5588000"/>
              <a:gd name="connsiteY96" fmla="*/ 6652759 h 6858000"/>
              <a:gd name="connsiteX97" fmla="*/ 4784706 w 5588000"/>
              <a:gd name="connsiteY97" fmla="*/ 6652736 h 6858000"/>
              <a:gd name="connsiteX98" fmla="*/ 4737666 w 5588000"/>
              <a:gd name="connsiteY98" fmla="*/ 6610240 h 6858000"/>
              <a:gd name="connsiteX99" fmla="*/ 4706060 w 5588000"/>
              <a:gd name="connsiteY99" fmla="*/ 6610240 h 6858000"/>
              <a:gd name="connsiteX100" fmla="*/ 4686505 w 5588000"/>
              <a:gd name="connsiteY100" fmla="*/ 6598947 h 6858000"/>
              <a:gd name="connsiteX101" fmla="*/ 4696283 w 5588000"/>
              <a:gd name="connsiteY101" fmla="*/ 6588033 h 6858000"/>
              <a:gd name="connsiteX102" fmla="*/ 4712096 w 5588000"/>
              <a:gd name="connsiteY102" fmla="*/ 6589904 h 6858000"/>
              <a:gd name="connsiteX103" fmla="*/ 4773057 w 5588000"/>
              <a:gd name="connsiteY103" fmla="*/ 6545893 h 6858000"/>
              <a:gd name="connsiteX104" fmla="*/ 4716618 w 5588000"/>
              <a:gd name="connsiteY104" fmla="*/ 6505267 h 6858000"/>
              <a:gd name="connsiteX105" fmla="*/ 4308733 w 5588000"/>
              <a:gd name="connsiteY105" fmla="*/ 6503396 h 6858000"/>
              <a:gd name="connsiteX106" fmla="*/ 4255322 w 5588000"/>
              <a:gd name="connsiteY106" fmla="*/ 6546271 h 6858000"/>
              <a:gd name="connsiteX107" fmla="*/ 4285035 w 5588000"/>
              <a:gd name="connsiteY107" fmla="*/ 6583156 h 6858000"/>
              <a:gd name="connsiteX108" fmla="*/ 4312119 w 5588000"/>
              <a:gd name="connsiteY108" fmla="*/ 6589548 h 6858000"/>
              <a:gd name="connsiteX109" fmla="*/ 4321540 w 5588000"/>
              <a:gd name="connsiteY109" fmla="*/ 6599326 h 6858000"/>
              <a:gd name="connsiteX110" fmla="*/ 4299334 w 5588000"/>
              <a:gd name="connsiteY110" fmla="*/ 6611754 h 6858000"/>
              <a:gd name="connsiteX111" fmla="*/ 4262851 w 5588000"/>
              <a:gd name="connsiteY111" fmla="*/ 6603112 h 6858000"/>
              <a:gd name="connsiteX112" fmla="*/ 4251937 w 5588000"/>
              <a:gd name="connsiteY112" fmla="*/ 6629060 h 6858000"/>
              <a:gd name="connsiteX113" fmla="*/ 4304991 w 5588000"/>
              <a:gd name="connsiteY113" fmla="*/ 6639217 h 6858000"/>
              <a:gd name="connsiteX114" fmla="*/ 4361431 w 5588000"/>
              <a:gd name="connsiteY114" fmla="*/ 6595962 h 6858000"/>
              <a:gd name="connsiteX115" fmla="*/ 4361386 w 5588000"/>
              <a:gd name="connsiteY115" fmla="*/ 6595962 h 6858000"/>
              <a:gd name="connsiteX116" fmla="*/ 4327910 w 5588000"/>
              <a:gd name="connsiteY116" fmla="*/ 6555693 h 6858000"/>
              <a:gd name="connsiteX117" fmla="*/ 4303454 w 5588000"/>
              <a:gd name="connsiteY117" fmla="*/ 6550058 h 6858000"/>
              <a:gd name="connsiteX118" fmla="*/ 4295547 w 5588000"/>
              <a:gd name="connsiteY118" fmla="*/ 6540659 h 6858000"/>
              <a:gd name="connsiteX119" fmla="*/ 4313989 w 5588000"/>
              <a:gd name="connsiteY119" fmla="*/ 6529745 h 6858000"/>
              <a:gd name="connsiteX120" fmla="*/ 4343345 w 5588000"/>
              <a:gd name="connsiteY120" fmla="*/ 6535380 h 6858000"/>
              <a:gd name="connsiteX121" fmla="*/ 4353502 w 5588000"/>
              <a:gd name="connsiteY121" fmla="*/ 6509410 h 6858000"/>
              <a:gd name="connsiteX122" fmla="*/ 4308733 w 5588000"/>
              <a:gd name="connsiteY122" fmla="*/ 6503396 h 6858000"/>
              <a:gd name="connsiteX123" fmla="*/ 5124949 w 5588000"/>
              <a:gd name="connsiteY123" fmla="*/ 6469184 h 6858000"/>
              <a:gd name="connsiteX124" fmla="*/ 5085080 w 5588000"/>
              <a:gd name="connsiteY124" fmla="*/ 6480476 h 6858000"/>
              <a:gd name="connsiteX125" fmla="*/ 5085080 w 5588000"/>
              <a:gd name="connsiteY125" fmla="*/ 6508674 h 6858000"/>
              <a:gd name="connsiteX126" fmla="*/ 5064767 w 5588000"/>
              <a:gd name="connsiteY126" fmla="*/ 6508674 h 6858000"/>
              <a:gd name="connsiteX127" fmla="*/ 5064767 w 5588000"/>
              <a:gd name="connsiteY127" fmla="*/ 6534266 h 6858000"/>
              <a:gd name="connsiteX128" fmla="*/ 5085080 w 5588000"/>
              <a:gd name="connsiteY128" fmla="*/ 6534266 h 6858000"/>
              <a:gd name="connsiteX129" fmla="*/ 5085080 w 5588000"/>
              <a:gd name="connsiteY129" fmla="*/ 6601597 h 6858000"/>
              <a:gd name="connsiteX130" fmla="*/ 5130584 w 5588000"/>
              <a:gd name="connsiteY130" fmla="*/ 6639595 h 6858000"/>
              <a:gd name="connsiteX131" fmla="*/ 5159939 w 5588000"/>
              <a:gd name="connsiteY131" fmla="*/ 6636588 h 6858000"/>
              <a:gd name="connsiteX132" fmla="*/ 5157289 w 5588000"/>
              <a:gd name="connsiteY132" fmla="*/ 6610617 h 6858000"/>
              <a:gd name="connsiteX133" fmla="*/ 5144883 w 5588000"/>
              <a:gd name="connsiteY133" fmla="*/ 6611753 h 6858000"/>
              <a:gd name="connsiteX134" fmla="*/ 5124949 w 5588000"/>
              <a:gd name="connsiteY134" fmla="*/ 6592198 h 6858000"/>
              <a:gd name="connsiteX135" fmla="*/ 5124949 w 5588000"/>
              <a:gd name="connsiteY135" fmla="*/ 6534266 h 6858000"/>
              <a:gd name="connsiteX136" fmla="*/ 5159939 w 5588000"/>
              <a:gd name="connsiteY136" fmla="*/ 6534266 h 6858000"/>
              <a:gd name="connsiteX137" fmla="*/ 5159939 w 5588000"/>
              <a:gd name="connsiteY137" fmla="*/ 6508674 h 6858000"/>
              <a:gd name="connsiteX138" fmla="*/ 5124949 w 5588000"/>
              <a:gd name="connsiteY138" fmla="*/ 6508674 h 6858000"/>
              <a:gd name="connsiteX139" fmla="*/ 4849186 w 5588000"/>
              <a:gd name="connsiteY139" fmla="*/ 6399470 h 6858000"/>
              <a:gd name="connsiteX140" fmla="*/ 4758936 w 5588000"/>
              <a:gd name="connsiteY140" fmla="*/ 6432879 h 6858000"/>
              <a:gd name="connsiteX141" fmla="*/ 4743568 w 5588000"/>
              <a:gd name="connsiteY141" fmla="*/ 6475332 h 6858000"/>
              <a:gd name="connsiteX142" fmla="*/ 4747622 w 5588000"/>
              <a:gd name="connsiteY142" fmla="*/ 6503774 h 6858000"/>
              <a:gd name="connsiteX143" fmla="*/ 4770206 w 5588000"/>
              <a:gd name="connsiteY143" fmla="*/ 6499721 h 6858000"/>
              <a:gd name="connsiteX144" fmla="*/ 4818026 w 5588000"/>
              <a:gd name="connsiteY144" fmla="*/ 6484375 h 6858000"/>
              <a:gd name="connsiteX145" fmla="*/ 4849164 w 5588000"/>
              <a:gd name="connsiteY145" fmla="*/ 6399515 h 6858000"/>
              <a:gd name="connsiteX146" fmla="*/ 0 w 5588000"/>
              <a:gd name="connsiteY146" fmla="*/ 0 h 6858000"/>
              <a:gd name="connsiteX147" fmla="*/ 5588000 w 5588000"/>
              <a:gd name="connsiteY147" fmla="*/ 0 h 6858000"/>
              <a:gd name="connsiteX148" fmla="*/ 5588000 w 5588000"/>
              <a:gd name="connsiteY148" fmla="*/ 6858000 h 6858000"/>
              <a:gd name="connsiteX149" fmla="*/ 0 w 5588000"/>
              <a:gd name="connsiteY14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5588000" h="6858000">
                <a:moveTo>
                  <a:pt x="4692919" y="6643760"/>
                </a:moveTo>
                <a:lnTo>
                  <a:pt x="4727910" y="6643760"/>
                </a:lnTo>
                <a:cubicBezTo>
                  <a:pt x="4736463" y="6643760"/>
                  <a:pt x="4744838" y="6647569"/>
                  <a:pt x="4744838" y="6658037"/>
                </a:cubicBezTo>
                <a:cubicBezTo>
                  <a:pt x="4744838" y="6672470"/>
                  <a:pt x="4730405" y="6681001"/>
                  <a:pt x="4712475" y="6681001"/>
                </a:cubicBezTo>
                <a:cubicBezTo>
                  <a:pt x="4694545" y="6681001"/>
                  <a:pt x="4679377" y="6673450"/>
                  <a:pt x="4679377" y="6662180"/>
                </a:cubicBezTo>
                <a:cubicBezTo>
                  <a:pt x="4679377" y="6653471"/>
                  <a:pt x="4687596" y="6646789"/>
                  <a:pt x="4692919" y="6643760"/>
                </a:cubicBezTo>
                <a:close/>
                <a:moveTo>
                  <a:pt x="5243574" y="6579035"/>
                </a:moveTo>
                <a:lnTo>
                  <a:pt x="5243574" y="6602733"/>
                </a:lnTo>
                <a:cubicBezTo>
                  <a:pt x="5238674" y="6608368"/>
                  <a:pt x="5232281" y="6612511"/>
                  <a:pt x="5224018" y="6612511"/>
                </a:cubicBezTo>
                <a:cubicBezTo>
                  <a:pt x="5217047" y="6612511"/>
                  <a:pt x="5207848" y="6609103"/>
                  <a:pt x="5207848" y="6598212"/>
                </a:cubicBezTo>
                <a:cubicBezTo>
                  <a:pt x="5207848" y="6580572"/>
                  <a:pt x="5225109" y="6578745"/>
                  <a:pt x="5243574" y="6579035"/>
                </a:cubicBezTo>
                <a:close/>
                <a:moveTo>
                  <a:pt x="4850835" y="6532751"/>
                </a:moveTo>
                <a:cubicBezTo>
                  <a:pt x="4864711" y="6532751"/>
                  <a:pt x="4871816" y="6541571"/>
                  <a:pt x="4871126" y="6555692"/>
                </a:cubicBezTo>
                <a:lnTo>
                  <a:pt x="4827114" y="6555692"/>
                </a:lnTo>
                <a:cubicBezTo>
                  <a:pt x="4829386" y="6542618"/>
                  <a:pt x="4836959" y="6532751"/>
                  <a:pt x="4850835" y="6532751"/>
                </a:cubicBezTo>
                <a:close/>
                <a:moveTo>
                  <a:pt x="4715125" y="6528253"/>
                </a:moveTo>
                <a:cubicBezTo>
                  <a:pt x="4728378" y="6528253"/>
                  <a:pt x="4734302" y="6537051"/>
                  <a:pt x="4734302" y="6547808"/>
                </a:cubicBezTo>
                <a:cubicBezTo>
                  <a:pt x="4734302" y="6558522"/>
                  <a:pt x="4727665" y="6567364"/>
                  <a:pt x="4714368" y="6567364"/>
                </a:cubicBezTo>
                <a:cubicBezTo>
                  <a:pt x="4702274" y="6567364"/>
                  <a:pt x="4695570" y="6558566"/>
                  <a:pt x="4695570" y="6547808"/>
                </a:cubicBezTo>
                <a:cubicBezTo>
                  <a:pt x="4695570" y="6538476"/>
                  <a:pt x="4703009" y="6528253"/>
                  <a:pt x="4715125" y="6528253"/>
                </a:cubicBezTo>
                <a:close/>
                <a:moveTo>
                  <a:pt x="4361988" y="6508674"/>
                </a:moveTo>
                <a:lnTo>
                  <a:pt x="4411657" y="6636966"/>
                </a:lnTo>
                <a:lnTo>
                  <a:pt x="4407893" y="6645987"/>
                </a:lnTo>
                <a:cubicBezTo>
                  <a:pt x="4400097" y="6664718"/>
                  <a:pt x="4391589" y="6678350"/>
                  <a:pt x="4375530" y="6678350"/>
                </a:cubicBezTo>
                <a:cubicBezTo>
                  <a:pt x="4370630" y="6678350"/>
                  <a:pt x="4365307" y="6677704"/>
                  <a:pt x="4358224" y="6676100"/>
                </a:cubicBezTo>
                <a:lnTo>
                  <a:pt x="4352589" y="6701669"/>
                </a:lnTo>
                <a:cubicBezTo>
                  <a:pt x="4361365" y="6703674"/>
                  <a:pt x="4368470" y="6705433"/>
                  <a:pt x="4381922" y="6705433"/>
                </a:cubicBezTo>
                <a:cubicBezTo>
                  <a:pt x="4408806" y="6705433"/>
                  <a:pt x="4428540" y="6687927"/>
                  <a:pt x="4438362" y="6664050"/>
                </a:cubicBezTo>
                <a:lnTo>
                  <a:pt x="4502308" y="6508674"/>
                </a:lnTo>
                <a:lnTo>
                  <a:pt x="4502286" y="6508674"/>
                </a:lnTo>
                <a:lnTo>
                  <a:pt x="4465045" y="6508674"/>
                </a:lnTo>
                <a:lnTo>
                  <a:pt x="4440968" y="6571127"/>
                </a:lnTo>
                <a:cubicBezTo>
                  <a:pt x="4438117" y="6578522"/>
                  <a:pt x="4435288" y="6587743"/>
                  <a:pt x="4433818" y="6593334"/>
                </a:cubicBezTo>
                <a:cubicBezTo>
                  <a:pt x="4432571" y="6587788"/>
                  <a:pt x="4430990" y="6579948"/>
                  <a:pt x="4428183" y="6572263"/>
                </a:cubicBezTo>
                <a:lnTo>
                  <a:pt x="4404864" y="6508674"/>
                </a:lnTo>
                <a:close/>
                <a:moveTo>
                  <a:pt x="5231925" y="6505690"/>
                </a:moveTo>
                <a:cubicBezTo>
                  <a:pt x="5211968" y="6505690"/>
                  <a:pt x="5190920" y="6512283"/>
                  <a:pt x="5173993" y="6521482"/>
                </a:cubicBezTo>
                <a:lnTo>
                  <a:pt x="5183771" y="6545180"/>
                </a:lnTo>
                <a:cubicBezTo>
                  <a:pt x="5193304" y="6539456"/>
                  <a:pt x="5207848" y="6533130"/>
                  <a:pt x="5220655" y="6533130"/>
                </a:cubicBezTo>
                <a:cubicBezTo>
                  <a:pt x="5239587" y="6533130"/>
                  <a:pt x="5243574" y="6540614"/>
                  <a:pt x="5243574" y="6551194"/>
                </a:cubicBezTo>
                <a:lnTo>
                  <a:pt x="5243574" y="6554579"/>
                </a:lnTo>
                <a:cubicBezTo>
                  <a:pt x="5210409" y="6554735"/>
                  <a:pt x="5167957" y="6561350"/>
                  <a:pt x="5167957" y="6603869"/>
                </a:cubicBezTo>
                <a:cubicBezTo>
                  <a:pt x="5167957" y="6628035"/>
                  <a:pt x="5184350" y="6639595"/>
                  <a:pt x="5208204" y="6639595"/>
                </a:cubicBezTo>
                <a:cubicBezTo>
                  <a:pt x="5222281" y="6639595"/>
                  <a:pt x="5234932" y="6635452"/>
                  <a:pt x="5244710" y="6626810"/>
                </a:cubicBezTo>
                <a:lnTo>
                  <a:pt x="5244710" y="6636967"/>
                </a:lnTo>
                <a:lnTo>
                  <a:pt x="5282329" y="6636967"/>
                </a:lnTo>
                <a:lnTo>
                  <a:pt x="5282351" y="6636989"/>
                </a:lnTo>
                <a:lnTo>
                  <a:pt x="5282351" y="6545937"/>
                </a:lnTo>
                <a:cubicBezTo>
                  <a:pt x="5282351" y="6520323"/>
                  <a:pt x="5262550" y="6505690"/>
                  <a:pt x="5231925" y="6505690"/>
                </a:cubicBezTo>
                <a:close/>
                <a:moveTo>
                  <a:pt x="5012380" y="6505667"/>
                </a:moveTo>
                <a:cubicBezTo>
                  <a:pt x="4996255" y="6505667"/>
                  <a:pt x="4981376" y="6511235"/>
                  <a:pt x="4968369" y="6519966"/>
                </a:cubicBezTo>
                <a:lnTo>
                  <a:pt x="4968369" y="6508674"/>
                </a:lnTo>
                <a:lnTo>
                  <a:pt x="4929614" y="6508674"/>
                </a:lnTo>
                <a:lnTo>
                  <a:pt x="4929614" y="6636944"/>
                </a:lnTo>
                <a:lnTo>
                  <a:pt x="4969505" y="6636944"/>
                </a:lnTo>
                <a:lnTo>
                  <a:pt x="4969505" y="6546672"/>
                </a:lnTo>
                <a:cubicBezTo>
                  <a:pt x="4976944" y="6540725"/>
                  <a:pt x="4983626" y="6535758"/>
                  <a:pt x="4993938" y="6535758"/>
                </a:cubicBezTo>
                <a:cubicBezTo>
                  <a:pt x="5007636" y="6535758"/>
                  <a:pt x="5012737" y="6542462"/>
                  <a:pt x="5012737" y="6554578"/>
                </a:cubicBezTo>
                <a:lnTo>
                  <a:pt x="5012737" y="6636966"/>
                </a:lnTo>
                <a:lnTo>
                  <a:pt x="5052628" y="6636966"/>
                </a:lnTo>
                <a:lnTo>
                  <a:pt x="5052628" y="6636944"/>
                </a:lnTo>
                <a:lnTo>
                  <a:pt x="5052628" y="6545536"/>
                </a:lnTo>
                <a:cubicBezTo>
                  <a:pt x="5052628" y="6521481"/>
                  <a:pt x="5037816" y="6505667"/>
                  <a:pt x="5012380" y="6505667"/>
                </a:cubicBezTo>
                <a:close/>
                <a:moveTo>
                  <a:pt x="4852350" y="6505667"/>
                </a:moveTo>
                <a:cubicBezTo>
                  <a:pt x="4817203" y="6505667"/>
                  <a:pt x="4784662" y="6532060"/>
                  <a:pt x="4784662" y="6572998"/>
                </a:cubicBezTo>
                <a:cubicBezTo>
                  <a:pt x="4784662" y="6613936"/>
                  <a:pt x="4809496" y="6639594"/>
                  <a:pt x="4849343" y="6639594"/>
                </a:cubicBezTo>
                <a:cubicBezTo>
                  <a:pt x="4870413" y="6639594"/>
                  <a:pt x="4889323" y="6634449"/>
                  <a:pt x="4906896" y="6624916"/>
                </a:cubicBezTo>
                <a:lnTo>
                  <a:pt x="4896361" y="6601218"/>
                </a:lnTo>
                <a:cubicBezTo>
                  <a:pt x="4890147" y="6605517"/>
                  <a:pt x="4875669" y="6610996"/>
                  <a:pt x="4863620" y="6610996"/>
                </a:cubicBezTo>
                <a:cubicBezTo>
                  <a:pt x="4836424" y="6610996"/>
                  <a:pt x="4827114" y="6599948"/>
                  <a:pt x="4826758" y="6581284"/>
                </a:cubicBezTo>
                <a:lnTo>
                  <a:pt x="4911774" y="6581284"/>
                </a:lnTo>
                <a:cubicBezTo>
                  <a:pt x="4912019" y="6576740"/>
                  <a:pt x="4912152" y="6572375"/>
                  <a:pt x="4912152" y="6568120"/>
                </a:cubicBezTo>
                <a:lnTo>
                  <a:pt x="4912175" y="6568120"/>
                </a:lnTo>
                <a:cubicBezTo>
                  <a:pt x="4912175" y="6531259"/>
                  <a:pt x="4896138" y="6505667"/>
                  <a:pt x="4852350" y="6505667"/>
                </a:cubicBezTo>
                <a:close/>
                <a:moveTo>
                  <a:pt x="4593315" y="6505667"/>
                </a:moveTo>
                <a:cubicBezTo>
                  <a:pt x="4577190" y="6505667"/>
                  <a:pt x="4562289" y="6511235"/>
                  <a:pt x="4549304" y="6519966"/>
                </a:cubicBezTo>
                <a:lnTo>
                  <a:pt x="4549304" y="6508674"/>
                </a:lnTo>
                <a:lnTo>
                  <a:pt x="4510549" y="6508674"/>
                </a:lnTo>
                <a:lnTo>
                  <a:pt x="4510549" y="6636944"/>
                </a:lnTo>
                <a:lnTo>
                  <a:pt x="4550418" y="6636944"/>
                </a:lnTo>
                <a:lnTo>
                  <a:pt x="4550418" y="6546672"/>
                </a:lnTo>
                <a:cubicBezTo>
                  <a:pt x="4557879" y="6540725"/>
                  <a:pt x="4564561" y="6535758"/>
                  <a:pt x="4574873" y="6535758"/>
                </a:cubicBezTo>
                <a:cubicBezTo>
                  <a:pt x="4588571" y="6535758"/>
                  <a:pt x="4593672" y="6542462"/>
                  <a:pt x="4593672" y="6554578"/>
                </a:cubicBezTo>
                <a:lnTo>
                  <a:pt x="4593672" y="6636966"/>
                </a:lnTo>
                <a:lnTo>
                  <a:pt x="4633563" y="6636966"/>
                </a:lnTo>
                <a:lnTo>
                  <a:pt x="4633585" y="6636944"/>
                </a:lnTo>
                <a:lnTo>
                  <a:pt x="4633585" y="6545536"/>
                </a:lnTo>
                <a:cubicBezTo>
                  <a:pt x="4633585" y="6521481"/>
                  <a:pt x="4618751" y="6505667"/>
                  <a:pt x="4593315" y="6505667"/>
                </a:cubicBezTo>
                <a:close/>
                <a:moveTo>
                  <a:pt x="4716618" y="6505267"/>
                </a:moveTo>
                <a:cubicBezTo>
                  <a:pt x="4682741" y="6505267"/>
                  <a:pt x="4656815" y="6519678"/>
                  <a:pt x="4656815" y="6547029"/>
                </a:cubicBezTo>
                <a:cubicBezTo>
                  <a:pt x="4656815" y="6568055"/>
                  <a:pt x="4666682" y="6574335"/>
                  <a:pt x="4674121" y="6578256"/>
                </a:cubicBezTo>
                <a:cubicBezTo>
                  <a:pt x="4660735" y="6585717"/>
                  <a:pt x="4649665" y="6597321"/>
                  <a:pt x="4649665" y="6609861"/>
                </a:cubicBezTo>
                <a:cubicBezTo>
                  <a:pt x="4649665" y="6619817"/>
                  <a:pt x="4652494" y="6625742"/>
                  <a:pt x="4656058" y="6629795"/>
                </a:cubicBezTo>
                <a:cubicBezTo>
                  <a:pt x="4659443" y="6633648"/>
                  <a:pt x="4663408" y="6635608"/>
                  <a:pt x="4667729" y="6638081"/>
                </a:cubicBezTo>
                <a:cubicBezTo>
                  <a:pt x="4659911" y="6643159"/>
                  <a:pt x="4647037" y="6652892"/>
                  <a:pt x="4647037" y="6667437"/>
                </a:cubicBezTo>
                <a:cubicBezTo>
                  <a:pt x="4647037" y="6698530"/>
                  <a:pt x="4678219" y="6707840"/>
                  <a:pt x="4710604" y="6707684"/>
                </a:cubicBezTo>
                <a:cubicBezTo>
                  <a:pt x="4747399" y="6707506"/>
                  <a:pt x="4784706" y="6690177"/>
                  <a:pt x="4784706" y="6652759"/>
                </a:cubicBezTo>
                <a:lnTo>
                  <a:pt x="4784706" y="6652736"/>
                </a:lnTo>
                <a:cubicBezTo>
                  <a:pt x="4784706" y="6624450"/>
                  <a:pt x="4766977" y="6610240"/>
                  <a:pt x="4737666" y="6610240"/>
                </a:cubicBezTo>
                <a:lnTo>
                  <a:pt x="4706060" y="6610240"/>
                </a:lnTo>
                <a:cubicBezTo>
                  <a:pt x="4699958" y="6610240"/>
                  <a:pt x="4686505" y="6608792"/>
                  <a:pt x="4686505" y="6598947"/>
                </a:cubicBezTo>
                <a:cubicBezTo>
                  <a:pt x="4686505" y="6594092"/>
                  <a:pt x="4693031" y="6589771"/>
                  <a:pt x="4696283" y="6588033"/>
                </a:cubicBezTo>
                <a:cubicBezTo>
                  <a:pt x="4701272" y="6589013"/>
                  <a:pt x="4706394" y="6589904"/>
                  <a:pt x="4712096" y="6589904"/>
                </a:cubicBezTo>
                <a:cubicBezTo>
                  <a:pt x="4742766" y="6589904"/>
                  <a:pt x="4773057" y="6579636"/>
                  <a:pt x="4773057" y="6545893"/>
                </a:cubicBezTo>
                <a:cubicBezTo>
                  <a:pt x="4773057" y="6512149"/>
                  <a:pt x="4745417" y="6505267"/>
                  <a:pt x="4716618" y="6505267"/>
                </a:cubicBezTo>
                <a:close/>
                <a:moveTo>
                  <a:pt x="4308733" y="6503396"/>
                </a:moveTo>
                <a:cubicBezTo>
                  <a:pt x="4277885" y="6503396"/>
                  <a:pt x="4255322" y="6519833"/>
                  <a:pt x="4255322" y="6546271"/>
                </a:cubicBezTo>
                <a:cubicBezTo>
                  <a:pt x="4255322" y="6570148"/>
                  <a:pt x="4268775" y="6578679"/>
                  <a:pt x="4285035" y="6583156"/>
                </a:cubicBezTo>
                <a:cubicBezTo>
                  <a:pt x="4292763" y="6585271"/>
                  <a:pt x="4304479" y="6587298"/>
                  <a:pt x="4312119" y="6589548"/>
                </a:cubicBezTo>
                <a:cubicBezTo>
                  <a:pt x="4318221" y="6591352"/>
                  <a:pt x="4321540" y="6594069"/>
                  <a:pt x="4321540" y="6599326"/>
                </a:cubicBezTo>
                <a:cubicBezTo>
                  <a:pt x="4321540" y="6610618"/>
                  <a:pt x="4308577" y="6611754"/>
                  <a:pt x="4299334" y="6611754"/>
                </a:cubicBezTo>
                <a:cubicBezTo>
                  <a:pt x="4287485" y="6611754"/>
                  <a:pt x="4272940" y="6607210"/>
                  <a:pt x="4262851" y="6603112"/>
                </a:cubicBezTo>
                <a:lnTo>
                  <a:pt x="4251937" y="6629060"/>
                </a:lnTo>
                <a:cubicBezTo>
                  <a:pt x="4268954" y="6635876"/>
                  <a:pt x="4285057" y="6639217"/>
                  <a:pt x="4304991" y="6639217"/>
                </a:cubicBezTo>
                <a:cubicBezTo>
                  <a:pt x="4335639" y="6639217"/>
                  <a:pt x="4361431" y="6623893"/>
                  <a:pt x="4361431" y="6595962"/>
                </a:cubicBezTo>
                <a:lnTo>
                  <a:pt x="4361386" y="6595962"/>
                </a:lnTo>
                <a:cubicBezTo>
                  <a:pt x="4361386" y="6569190"/>
                  <a:pt x="4344904" y="6559435"/>
                  <a:pt x="4327910" y="6555693"/>
                </a:cubicBezTo>
                <a:cubicBezTo>
                  <a:pt x="4319602" y="6553867"/>
                  <a:pt x="4309713" y="6552085"/>
                  <a:pt x="4303454" y="6550058"/>
                </a:cubicBezTo>
                <a:cubicBezTo>
                  <a:pt x="4297619" y="6548187"/>
                  <a:pt x="4295547" y="6543977"/>
                  <a:pt x="4295547" y="6540659"/>
                </a:cubicBezTo>
                <a:cubicBezTo>
                  <a:pt x="4295547" y="6533932"/>
                  <a:pt x="4303031" y="6529745"/>
                  <a:pt x="4313989" y="6529745"/>
                </a:cubicBezTo>
                <a:cubicBezTo>
                  <a:pt x="4324101" y="6529745"/>
                  <a:pt x="4338289" y="6533086"/>
                  <a:pt x="4343345" y="6535380"/>
                </a:cubicBezTo>
                <a:lnTo>
                  <a:pt x="4353502" y="6509410"/>
                </a:lnTo>
                <a:cubicBezTo>
                  <a:pt x="4342053" y="6506091"/>
                  <a:pt x="4329113" y="6503396"/>
                  <a:pt x="4308733" y="6503396"/>
                </a:cubicBezTo>
                <a:close/>
                <a:moveTo>
                  <a:pt x="5124949" y="6469184"/>
                </a:moveTo>
                <a:lnTo>
                  <a:pt x="5085080" y="6480476"/>
                </a:lnTo>
                <a:lnTo>
                  <a:pt x="5085080" y="6508674"/>
                </a:lnTo>
                <a:lnTo>
                  <a:pt x="5064767" y="6508674"/>
                </a:lnTo>
                <a:lnTo>
                  <a:pt x="5064767" y="6534266"/>
                </a:lnTo>
                <a:lnTo>
                  <a:pt x="5085080" y="6534266"/>
                </a:lnTo>
                <a:lnTo>
                  <a:pt x="5085080" y="6601597"/>
                </a:lnTo>
                <a:cubicBezTo>
                  <a:pt x="5085080" y="6631175"/>
                  <a:pt x="5106484" y="6639595"/>
                  <a:pt x="5130584" y="6639595"/>
                </a:cubicBezTo>
                <a:cubicBezTo>
                  <a:pt x="5138535" y="6639595"/>
                  <a:pt x="5150785" y="6638214"/>
                  <a:pt x="5159939" y="6636588"/>
                </a:cubicBezTo>
                <a:lnTo>
                  <a:pt x="5157289" y="6610617"/>
                </a:lnTo>
                <a:cubicBezTo>
                  <a:pt x="5153035" y="6611196"/>
                  <a:pt x="5148803" y="6611753"/>
                  <a:pt x="5144883" y="6611753"/>
                </a:cubicBezTo>
                <a:cubicBezTo>
                  <a:pt x="5133635" y="6611753"/>
                  <a:pt x="5124949" y="6608702"/>
                  <a:pt x="5124949" y="6592198"/>
                </a:cubicBezTo>
                <a:lnTo>
                  <a:pt x="5124949" y="6534266"/>
                </a:lnTo>
                <a:lnTo>
                  <a:pt x="5159939" y="6534266"/>
                </a:lnTo>
                <a:lnTo>
                  <a:pt x="5159939" y="6508674"/>
                </a:lnTo>
                <a:lnTo>
                  <a:pt x="5124949" y="6508674"/>
                </a:lnTo>
                <a:close/>
                <a:moveTo>
                  <a:pt x="4849186" y="6399470"/>
                </a:moveTo>
                <a:cubicBezTo>
                  <a:pt x="4821924" y="6403368"/>
                  <a:pt x="4781343" y="6410473"/>
                  <a:pt x="4758936" y="6432879"/>
                </a:cubicBezTo>
                <a:cubicBezTo>
                  <a:pt x="4747221" y="6444573"/>
                  <a:pt x="4743568" y="6459050"/>
                  <a:pt x="4743568" y="6475332"/>
                </a:cubicBezTo>
                <a:cubicBezTo>
                  <a:pt x="4743568" y="6484798"/>
                  <a:pt x="4744793" y="6494732"/>
                  <a:pt x="4747622" y="6503774"/>
                </a:cubicBezTo>
                <a:cubicBezTo>
                  <a:pt x="4752522" y="6500233"/>
                  <a:pt x="4764193" y="6499721"/>
                  <a:pt x="4770206" y="6499721"/>
                </a:cubicBezTo>
                <a:cubicBezTo>
                  <a:pt x="4787490" y="6499721"/>
                  <a:pt x="4802168" y="6500233"/>
                  <a:pt x="4818026" y="6484375"/>
                </a:cubicBezTo>
                <a:cubicBezTo>
                  <a:pt x="4837760" y="6464663"/>
                  <a:pt x="4828985" y="6433704"/>
                  <a:pt x="4849164" y="6399515"/>
                </a:cubicBezTo>
                <a:close/>
                <a:moveTo>
                  <a:pt x="0" y="0"/>
                </a:moveTo>
                <a:lnTo>
                  <a:pt x="5588000" y="0"/>
                </a:lnTo>
                <a:lnTo>
                  <a:pt x="5588000" y="6858000"/>
                </a:lnTo>
                <a:lnTo>
                  <a:pt x="0" y="6858000"/>
                </a:lnTo>
                <a:close/>
              </a:path>
            </a:pathLst>
          </a:custGeom>
          <a:pattFill prst="ltVert">
            <a:fgClr>
              <a:schemeClr val="bg1">
                <a:lumMod val="85000"/>
              </a:schemeClr>
            </a:fgClr>
            <a:bgClr>
              <a:schemeClr val="bg1"/>
            </a:bgClr>
          </a:pattFill>
        </p:spPr>
        <p:txBody>
          <a:bodyPr wrap="square" anchor="ctr">
            <a:noAutofit/>
          </a:bodyPr>
          <a:lstStyle>
            <a:lvl1pPr marL="0" indent="0" algn="ctr">
              <a:buNone/>
              <a:defRPr/>
            </a:lvl1pPr>
          </a:lstStyle>
          <a:p>
            <a:endParaRPr lang="en-US"/>
          </a:p>
        </p:txBody>
      </p:sp>
    </p:spTree>
    <p:extLst>
      <p:ext uri="{BB962C8B-B14F-4D97-AF65-F5344CB8AC3E}">
        <p14:creationId xmlns:p14="http://schemas.microsoft.com/office/powerpoint/2010/main" val="17560089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20_Big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3504-EE65-4DC3-B3CA-E3F6B61D62F8}"/>
              </a:ext>
            </a:extLst>
          </p:cNvPr>
          <p:cNvSpPr>
            <a:spLocks noGrp="1"/>
          </p:cNvSpPr>
          <p:nvPr>
            <p:ph type="title" hasCustomPrompt="1"/>
          </p:nvPr>
        </p:nvSpPr>
        <p:spPr>
          <a:xfrm>
            <a:off x="304800" y="228601"/>
            <a:ext cx="5376672" cy="777240"/>
          </a:xfrm>
        </p:spPr>
        <p:txBody>
          <a:bodyPr lIns="0" tIns="0" rIns="0" bIns="0"/>
          <a:lstStyle>
            <a:lvl1pPr>
              <a:defRPr/>
            </a:lvl1pPr>
          </a:lstStyle>
          <a:p>
            <a:r>
              <a:rPr lang="en-US" dirty="0"/>
              <a:t>Title</a:t>
            </a:r>
            <a:endParaRPr lang="en-GB" dirty="0"/>
          </a:p>
        </p:txBody>
      </p:sp>
      <p:sp>
        <p:nvSpPr>
          <p:cNvPr id="4" name="Footer Placeholder 3">
            <a:extLst>
              <a:ext uri="{FF2B5EF4-FFF2-40B4-BE49-F238E27FC236}">
                <a16:creationId xmlns:a16="http://schemas.microsoft.com/office/drawing/2014/main" id="{50EC9150-4BFD-49BF-B8E4-AF03E73591D1}"/>
              </a:ext>
            </a:extLst>
          </p:cNvPr>
          <p:cNvSpPr>
            <a:spLocks noGrp="1"/>
          </p:cNvSpPr>
          <p:nvPr>
            <p:ph type="ftr" sz="quarter" idx="11"/>
          </p:nvPr>
        </p:nvSpPr>
        <p:spPr/>
        <p:txBody>
          <a:bodyPr lIns="0" tIns="128016" rIns="0" bIns="0"/>
          <a:lstStyle/>
          <a:p>
            <a:pPr algn="r"/>
            <a:r>
              <a:rPr lang="en-GB" dirty="0"/>
              <a:t>Classification: Public</a:t>
            </a:r>
          </a:p>
        </p:txBody>
      </p:sp>
      <p:sp>
        <p:nvSpPr>
          <p:cNvPr id="5" name="Slide Number Placeholder 4">
            <a:extLst>
              <a:ext uri="{FF2B5EF4-FFF2-40B4-BE49-F238E27FC236}">
                <a16:creationId xmlns:a16="http://schemas.microsoft.com/office/drawing/2014/main" id="{338E1321-EBFA-4C3D-BEA2-63D1F4F498DC}"/>
              </a:ext>
            </a:extLst>
          </p:cNvPr>
          <p:cNvSpPr>
            <a:spLocks noGrp="1"/>
          </p:cNvSpPr>
          <p:nvPr>
            <p:ph type="sldNum" sz="quarter" idx="12"/>
          </p:nvPr>
        </p:nvSpPr>
        <p:spPr/>
        <p:txBody>
          <a:bodyPr lIns="0" tIns="0" rIns="0" bIns="0"/>
          <a:lstStyle/>
          <a:p>
            <a:fld id="{7695D00A-BA34-4D39-8C84-2534822D6434}" type="slidenum">
              <a:rPr lang="en-GB" smtClean="0"/>
              <a:pPr/>
              <a:t>‹#›</a:t>
            </a:fld>
            <a:endParaRPr lang="en-GB" dirty="0"/>
          </a:p>
        </p:txBody>
      </p:sp>
      <p:sp>
        <p:nvSpPr>
          <p:cNvPr id="14" name="Text Placeholder 13">
            <a:extLst>
              <a:ext uri="{FF2B5EF4-FFF2-40B4-BE49-F238E27FC236}">
                <a16:creationId xmlns:a16="http://schemas.microsoft.com/office/drawing/2014/main" id="{75AD173E-95AD-4CF5-BB5A-7CA9E22B6860}"/>
              </a:ext>
            </a:extLst>
          </p:cNvPr>
          <p:cNvSpPr>
            <a:spLocks noGrp="1"/>
          </p:cNvSpPr>
          <p:nvPr>
            <p:ph type="body" sz="quarter" idx="14"/>
          </p:nvPr>
        </p:nvSpPr>
        <p:spPr>
          <a:xfrm>
            <a:off x="304800" y="2686316"/>
            <a:ext cx="5376672" cy="3562084"/>
          </a:xfrm>
        </p:spPr>
        <p:txBody>
          <a:bodyPr lIns="0" tIns="0" rIns="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ext Placeholder 15">
            <a:extLst>
              <a:ext uri="{FF2B5EF4-FFF2-40B4-BE49-F238E27FC236}">
                <a16:creationId xmlns:a16="http://schemas.microsoft.com/office/drawing/2014/main" id="{CAB4241F-4057-495B-B3D6-3483CCDEDB73}"/>
              </a:ext>
            </a:extLst>
          </p:cNvPr>
          <p:cNvSpPr>
            <a:spLocks noGrp="1"/>
          </p:cNvSpPr>
          <p:nvPr>
            <p:ph type="body" sz="quarter" idx="15"/>
          </p:nvPr>
        </p:nvSpPr>
        <p:spPr>
          <a:xfrm>
            <a:off x="304800" y="1592263"/>
            <a:ext cx="5376672" cy="695934"/>
          </a:xfrm>
        </p:spPr>
        <p:txBody>
          <a:bodyPr anchor="t"/>
          <a:lstStyle>
            <a:lvl1pPr marL="0" indent="0">
              <a:buNone/>
              <a:defRPr sz="1800" b="1">
                <a:solidFill>
                  <a:schemeClr val="tx1"/>
                </a:solidFill>
              </a:defRPr>
            </a:lvl1pPr>
            <a:lvl2pPr marL="0" indent="0">
              <a:buNone/>
              <a:defRPr sz="2200" b="1">
                <a:solidFill>
                  <a:schemeClr val="accent1"/>
                </a:solidFill>
              </a:defRPr>
            </a:lvl2pPr>
            <a:lvl3pPr>
              <a:defRPr sz="2200" b="1">
                <a:solidFill>
                  <a:schemeClr val="accent1"/>
                </a:solidFill>
              </a:defRPr>
            </a:lvl3pPr>
            <a:lvl4pPr>
              <a:defRPr sz="2200" b="1">
                <a:solidFill>
                  <a:schemeClr val="accent1"/>
                </a:solidFill>
              </a:defRPr>
            </a:lvl4pPr>
            <a:lvl5pPr>
              <a:defRPr sz="2200" b="1">
                <a:solidFill>
                  <a:schemeClr val="accent1"/>
                </a:solidFill>
              </a:defRPr>
            </a:lvl5pPr>
          </a:lstStyle>
          <a:p>
            <a:pPr lvl="0"/>
            <a:r>
              <a:rPr lang="en-US" dirty="0"/>
              <a:t>Click to edit Master text styles</a:t>
            </a:r>
          </a:p>
        </p:txBody>
      </p:sp>
      <p:sp>
        <p:nvSpPr>
          <p:cNvPr id="6" name="Text Placeholder 27">
            <a:extLst>
              <a:ext uri="{FF2B5EF4-FFF2-40B4-BE49-F238E27FC236}">
                <a16:creationId xmlns:a16="http://schemas.microsoft.com/office/drawing/2014/main" id="{708467B4-D066-A0B5-4D52-D5F727EAA0AA}"/>
              </a:ext>
            </a:extLst>
          </p:cNvPr>
          <p:cNvSpPr>
            <a:spLocks noGrp="1"/>
          </p:cNvSpPr>
          <p:nvPr>
            <p:ph type="body" sz="quarter" idx="17"/>
          </p:nvPr>
        </p:nvSpPr>
        <p:spPr>
          <a:xfrm>
            <a:off x="6604000" y="0"/>
            <a:ext cx="5588000" cy="6858000"/>
          </a:xfrm>
          <a:custGeom>
            <a:avLst/>
            <a:gdLst>
              <a:gd name="connsiteX0" fmla="*/ 4692919 w 5588000"/>
              <a:gd name="connsiteY0" fmla="*/ 6643760 h 6858000"/>
              <a:gd name="connsiteX1" fmla="*/ 4727910 w 5588000"/>
              <a:gd name="connsiteY1" fmla="*/ 6643760 h 6858000"/>
              <a:gd name="connsiteX2" fmla="*/ 4744838 w 5588000"/>
              <a:gd name="connsiteY2" fmla="*/ 6658037 h 6858000"/>
              <a:gd name="connsiteX3" fmla="*/ 4712475 w 5588000"/>
              <a:gd name="connsiteY3" fmla="*/ 6681001 h 6858000"/>
              <a:gd name="connsiteX4" fmla="*/ 4679377 w 5588000"/>
              <a:gd name="connsiteY4" fmla="*/ 6662180 h 6858000"/>
              <a:gd name="connsiteX5" fmla="*/ 4692919 w 5588000"/>
              <a:gd name="connsiteY5" fmla="*/ 6643760 h 6858000"/>
              <a:gd name="connsiteX6" fmla="*/ 5243574 w 5588000"/>
              <a:gd name="connsiteY6" fmla="*/ 6579035 h 6858000"/>
              <a:gd name="connsiteX7" fmla="*/ 5243574 w 5588000"/>
              <a:gd name="connsiteY7" fmla="*/ 6602733 h 6858000"/>
              <a:gd name="connsiteX8" fmla="*/ 5224018 w 5588000"/>
              <a:gd name="connsiteY8" fmla="*/ 6612511 h 6858000"/>
              <a:gd name="connsiteX9" fmla="*/ 5207848 w 5588000"/>
              <a:gd name="connsiteY9" fmla="*/ 6598212 h 6858000"/>
              <a:gd name="connsiteX10" fmla="*/ 5243574 w 5588000"/>
              <a:gd name="connsiteY10" fmla="*/ 6579035 h 6858000"/>
              <a:gd name="connsiteX11" fmla="*/ 4850835 w 5588000"/>
              <a:gd name="connsiteY11" fmla="*/ 6532751 h 6858000"/>
              <a:gd name="connsiteX12" fmla="*/ 4871126 w 5588000"/>
              <a:gd name="connsiteY12" fmla="*/ 6555692 h 6858000"/>
              <a:gd name="connsiteX13" fmla="*/ 4827114 w 5588000"/>
              <a:gd name="connsiteY13" fmla="*/ 6555692 h 6858000"/>
              <a:gd name="connsiteX14" fmla="*/ 4850835 w 5588000"/>
              <a:gd name="connsiteY14" fmla="*/ 6532751 h 6858000"/>
              <a:gd name="connsiteX15" fmla="*/ 4715125 w 5588000"/>
              <a:gd name="connsiteY15" fmla="*/ 6528253 h 6858000"/>
              <a:gd name="connsiteX16" fmla="*/ 4734302 w 5588000"/>
              <a:gd name="connsiteY16" fmla="*/ 6547808 h 6858000"/>
              <a:gd name="connsiteX17" fmla="*/ 4714368 w 5588000"/>
              <a:gd name="connsiteY17" fmla="*/ 6567364 h 6858000"/>
              <a:gd name="connsiteX18" fmla="*/ 4695570 w 5588000"/>
              <a:gd name="connsiteY18" fmla="*/ 6547808 h 6858000"/>
              <a:gd name="connsiteX19" fmla="*/ 4715125 w 5588000"/>
              <a:gd name="connsiteY19" fmla="*/ 6528253 h 6858000"/>
              <a:gd name="connsiteX20" fmla="*/ 4361988 w 5588000"/>
              <a:gd name="connsiteY20" fmla="*/ 6508674 h 6858000"/>
              <a:gd name="connsiteX21" fmla="*/ 4411657 w 5588000"/>
              <a:gd name="connsiteY21" fmla="*/ 6636966 h 6858000"/>
              <a:gd name="connsiteX22" fmla="*/ 4407893 w 5588000"/>
              <a:gd name="connsiteY22" fmla="*/ 6645987 h 6858000"/>
              <a:gd name="connsiteX23" fmla="*/ 4375530 w 5588000"/>
              <a:gd name="connsiteY23" fmla="*/ 6678350 h 6858000"/>
              <a:gd name="connsiteX24" fmla="*/ 4358224 w 5588000"/>
              <a:gd name="connsiteY24" fmla="*/ 6676100 h 6858000"/>
              <a:gd name="connsiteX25" fmla="*/ 4352589 w 5588000"/>
              <a:gd name="connsiteY25" fmla="*/ 6701669 h 6858000"/>
              <a:gd name="connsiteX26" fmla="*/ 4381922 w 5588000"/>
              <a:gd name="connsiteY26" fmla="*/ 6705433 h 6858000"/>
              <a:gd name="connsiteX27" fmla="*/ 4438362 w 5588000"/>
              <a:gd name="connsiteY27" fmla="*/ 6664050 h 6858000"/>
              <a:gd name="connsiteX28" fmla="*/ 4502308 w 5588000"/>
              <a:gd name="connsiteY28" fmla="*/ 6508674 h 6858000"/>
              <a:gd name="connsiteX29" fmla="*/ 4502286 w 5588000"/>
              <a:gd name="connsiteY29" fmla="*/ 6508674 h 6858000"/>
              <a:gd name="connsiteX30" fmla="*/ 4465045 w 5588000"/>
              <a:gd name="connsiteY30" fmla="*/ 6508674 h 6858000"/>
              <a:gd name="connsiteX31" fmla="*/ 4440968 w 5588000"/>
              <a:gd name="connsiteY31" fmla="*/ 6571127 h 6858000"/>
              <a:gd name="connsiteX32" fmla="*/ 4433818 w 5588000"/>
              <a:gd name="connsiteY32" fmla="*/ 6593334 h 6858000"/>
              <a:gd name="connsiteX33" fmla="*/ 4428183 w 5588000"/>
              <a:gd name="connsiteY33" fmla="*/ 6572263 h 6858000"/>
              <a:gd name="connsiteX34" fmla="*/ 4404864 w 5588000"/>
              <a:gd name="connsiteY34" fmla="*/ 6508674 h 6858000"/>
              <a:gd name="connsiteX35" fmla="*/ 5231925 w 5588000"/>
              <a:gd name="connsiteY35" fmla="*/ 6505690 h 6858000"/>
              <a:gd name="connsiteX36" fmla="*/ 5173993 w 5588000"/>
              <a:gd name="connsiteY36" fmla="*/ 6521482 h 6858000"/>
              <a:gd name="connsiteX37" fmla="*/ 5183771 w 5588000"/>
              <a:gd name="connsiteY37" fmla="*/ 6545180 h 6858000"/>
              <a:gd name="connsiteX38" fmla="*/ 5220655 w 5588000"/>
              <a:gd name="connsiteY38" fmla="*/ 6533130 h 6858000"/>
              <a:gd name="connsiteX39" fmla="*/ 5243574 w 5588000"/>
              <a:gd name="connsiteY39" fmla="*/ 6551194 h 6858000"/>
              <a:gd name="connsiteX40" fmla="*/ 5243574 w 5588000"/>
              <a:gd name="connsiteY40" fmla="*/ 6554579 h 6858000"/>
              <a:gd name="connsiteX41" fmla="*/ 5167957 w 5588000"/>
              <a:gd name="connsiteY41" fmla="*/ 6603869 h 6858000"/>
              <a:gd name="connsiteX42" fmla="*/ 5208204 w 5588000"/>
              <a:gd name="connsiteY42" fmla="*/ 6639595 h 6858000"/>
              <a:gd name="connsiteX43" fmla="*/ 5244710 w 5588000"/>
              <a:gd name="connsiteY43" fmla="*/ 6626810 h 6858000"/>
              <a:gd name="connsiteX44" fmla="*/ 5244710 w 5588000"/>
              <a:gd name="connsiteY44" fmla="*/ 6636967 h 6858000"/>
              <a:gd name="connsiteX45" fmla="*/ 5282329 w 5588000"/>
              <a:gd name="connsiteY45" fmla="*/ 6636967 h 6858000"/>
              <a:gd name="connsiteX46" fmla="*/ 5282351 w 5588000"/>
              <a:gd name="connsiteY46" fmla="*/ 6636989 h 6858000"/>
              <a:gd name="connsiteX47" fmla="*/ 5282351 w 5588000"/>
              <a:gd name="connsiteY47" fmla="*/ 6545937 h 6858000"/>
              <a:gd name="connsiteX48" fmla="*/ 5231925 w 5588000"/>
              <a:gd name="connsiteY48" fmla="*/ 6505690 h 6858000"/>
              <a:gd name="connsiteX49" fmla="*/ 5012380 w 5588000"/>
              <a:gd name="connsiteY49" fmla="*/ 6505667 h 6858000"/>
              <a:gd name="connsiteX50" fmla="*/ 4968369 w 5588000"/>
              <a:gd name="connsiteY50" fmla="*/ 6519966 h 6858000"/>
              <a:gd name="connsiteX51" fmla="*/ 4968369 w 5588000"/>
              <a:gd name="connsiteY51" fmla="*/ 6508674 h 6858000"/>
              <a:gd name="connsiteX52" fmla="*/ 4929614 w 5588000"/>
              <a:gd name="connsiteY52" fmla="*/ 6508674 h 6858000"/>
              <a:gd name="connsiteX53" fmla="*/ 4929614 w 5588000"/>
              <a:gd name="connsiteY53" fmla="*/ 6636944 h 6858000"/>
              <a:gd name="connsiteX54" fmla="*/ 4969505 w 5588000"/>
              <a:gd name="connsiteY54" fmla="*/ 6636944 h 6858000"/>
              <a:gd name="connsiteX55" fmla="*/ 4969505 w 5588000"/>
              <a:gd name="connsiteY55" fmla="*/ 6546672 h 6858000"/>
              <a:gd name="connsiteX56" fmla="*/ 4993938 w 5588000"/>
              <a:gd name="connsiteY56" fmla="*/ 6535758 h 6858000"/>
              <a:gd name="connsiteX57" fmla="*/ 5012737 w 5588000"/>
              <a:gd name="connsiteY57" fmla="*/ 6554578 h 6858000"/>
              <a:gd name="connsiteX58" fmla="*/ 5012737 w 5588000"/>
              <a:gd name="connsiteY58" fmla="*/ 6636966 h 6858000"/>
              <a:gd name="connsiteX59" fmla="*/ 5052628 w 5588000"/>
              <a:gd name="connsiteY59" fmla="*/ 6636966 h 6858000"/>
              <a:gd name="connsiteX60" fmla="*/ 5052628 w 5588000"/>
              <a:gd name="connsiteY60" fmla="*/ 6636944 h 6858000"/>
              <a:gd name="connsiteX61" fmla="*/ 5052628 w 5588000"/>
              <a:gd name="connsiteY61" fmla="*/ 6545536 h 6858000"/>
              <a:gd name="connsiteX62" fmla="*/ 5012380 w 5588000"/>
              <a:gd name="connsiteY62" fmla="*/ 6505667 h 6858000"/>
              <a:gd name="connsiteX63" fmla="*/ 4852350 w 5588000"/>
              <a:gd name="connsiteY63" fmla="*/ 6505667 h 6858000"/>
              <a:gd name="connsiteX64" fmla="*/ 4784662 w 5588000"/>
              <a:gd name="connsiteY64" fmla="*/ 6572998 h 6858000"/>
              <a:gd name="connsiteX65" fmla="*/ 4849343 w 5588000"/>
              <a:gd name="connsiteY65" fmla="*/ 6639594 h 6858000"/>
              <a:gd name="connsiteX66" fmla="*/ 4906896 w 5588000"/>
              <a:gd name="connsiteY66" fmla="*/ 6624916 h 6858000"/>
              <a:gd name="connsiteX67" fmla="*/ 4896361 w 5588000"/>
              <a:gd name="connsiteY67" fmla="*/ 6601218 h 6858000"/>
              <a:gd name="connsiteX68" fmla="*/ 4863620 w 5588000"/>
              <a:gd name="connsiteY68" fmla="*/ 6610996 h 6858000"/>
              <a:gd name="connsiteX69" fmla="*/ 4826758 w 5588000"/>
              <a:gd name="connsiteY69" fmla="*/ 6581284 h 6858000"/>
              <a:gd name="connsiteX70" fmla="*/ 4911774 w 5588000"/>
              <a:gd name="connsiteY70" fmla="*/ 6581284 h 6858000"/>
              <a:gd name="connsiteX71" fmla="*/ 4912152 w 5588000"/>
              <a:gd name="connsiteY71" fmla="*/ 6568120 h 6858000"/>
              <a:gd name="connsiteX72" fmla="*/ 4912175 w 5588000"/>
              <a:gd name="connsiteY72" fmla="*/ 6568120 h 6858000"/>
              <a:gd name="connsiteX73" fmla="*/ 4852350 w 5588000"/>
              <a:gd name="connsiteY73" fmla="*/ 6505667 h 6858000"/>
              <a:gd name="connsiteX74" fmla="*/ 4593315 w 5588000"/>
              <a:gd name="connsiteY74" fmla="*/ 6505667 h 6858000"/>
              <a:gd name="connsiteX75" fmla="*/ 4549304 w 5588000"/>
              <a:gd name="connsiteY75" fmla="*/ 6519966 h 6858000"/>
              <a:gd name="connsiteX76" fmla="*/ 4549304 w 5588000"/>
              <a:gd name="connsiteY76" fmla="*/ 6508674 h 6858000"/>
              <a:gd name="connsiteX77" fmla="*/ 4510549 w 5588000"/>
              <a:gd name="connsiteY77" fmla="*/ 6508674 h 6858000"/>
              <a:gd name="connsiteX78" fmla="*/ 4510549 w 5588000"/>
              <a:gd name="connsiteY78" fmla="*/ 6636944 h 6858000"/>
              <a:gd name="connsiteX79" fmla="*/ 4550418 w 5588000"/>
              <a:gd name="connsiteY79" fmla="*/ 6636944 h 6858000"/>
              <a:gd name="connsiteX80" fmla="*/ 4550418 w 5588000"/>
              <a:gd name="connsiteY80" fmla="*/ 6546672 h 6858000"/>
              <a:gd name="connsiteX81" fmla="*/ 4574873 w 5588000"/>
              <a:gd name="connsiteY81" fmla="*/ 6535758 h 6858000"/>
              <a:gd name="connsiteX82" fmla="*/ 4593672 w 5588000"/>
              <a:gd name="connsiteY82" fmla="*/ 6554578 h 6858000"/>
              <a:gd name="connsiteX83" fmla="*/ 4593672 w 5588000"/>
              <a:gd name="connsiteY83" fmla="*/ 6636966 h 6858000"/>
              <a:gd name="connsiteX84" fmla="*/ 4633563 w 5588000"/>
              <a:gd name="connsiteY84" fmla="*/ 6636966 h 6858000"/>
              <a:gd name="connsiteX85" fmla="*/ 4633585 w 5588000"/>
              <a:gd name="connsiteY85" fmla="*/ 6636944 h 6858000"/>
              <a:gd name="connsiteX86" fmla="*/ 4633585 w 5588000"/>
              <a:gd name="connsiteY86" fmla="*/ 6545536 h 6858000"/>
              <a:gd name="connsiteX87" fmla="*/ 4593315 w 5588000"/>
              <a:gd name="connsiteY87" fmla="*/ 6505667 h 6858000"/>
              <a:gd name="connsiteX88" fmla="*/ 4716618 w 5588000"/>
              <a:gd name="connsiteY88" fmla="*/ 6505267 h 6858000"/>
              <a:gd name="connsiteX89" fmla="*/ 4656815 w 5588000"/>
              <a:gd name="connsiteY89" fmla="*/ 6547029 h 6858000"/>
              <a:gd name="connsiteX90" fmla="*/ 4674121 w 5588000"/>
              <a:gd name="connsiteY90" fmla="*/ 6578256 h 6858000"/>
              <a:gd name="connsiteX91" fmla="*/ 4649665 w 5588000"/>
              <a:gd name="connsiteY91" fmla="*/ 6609861 h 6858000"/>
              <a:gd name="connsiteX92" fmla="*/ 4656058 w 5588000"/>
              <a:gd name="connsiteY92" fmla="*/ 6629795 h 6858000"/>
              <a:gd name="connsiteX93" fmla="*/ 4667729 w 5588000"/>
              <a:gd name="connsiteY93" fmla="*/ 6638081 h 6858000"/>
              <a:gd name="connsiteX94" fmla="*/ 4647037 w 5588000"/>
              <a:gd name="connsiteY94" fmla="*/ 6667437 h 6858000"/>
              <a:gd name="connsiteX95" fmla="*/ 4710604 w 5588000"/>
              <a:gd name="connsiteY95" fmla="*/ 6707684 h 6858000"/>
              <a:gd name="connsiteX96" fmla="*/ 4784706 w 5588000"/>
              <a:gd name="connsiteY96" fmla="*/ 6652759 h 6858000"/>
              <a:gd name="connsiteX97" fmla="*/ 4784706 w 5588000"/>
              <a:gd name="connsiteY97" fmla="*/ 6652736 h 6858000"/>
              <a:gd name="connsiteX98" fmla="*/ 4737666 w 5588000"/>
              <a:gd name="connsiteY98" fmla="*/ 6610240 h 6858000"/>
              <a:gd name="connsiteX99" fmla="*/ 4706060 w 5588000"/>
              <a:gd name="connsiteY99" fmla="*/ 6610240 h 6858000"/>
              <a:gd name="connsiteX100" fmla="*/ 4686505 w 5588000"/>
              <a:gd name="connsiteY100" fmla="*/ 6598947 h 6858000"/>
              <a:gd name="connsiteX101" fmla="*/ 4696283 w 5588000"/>
              <a:gd name="connsiteY101" fmla="*/ 6588033 h 6858000"/>
              <a:gd name="connsiteX102" fmla="*/ 4712096 w 5588000"/>
              <a:gd name="connsiteY102" fmla="*/ 6589904 h 6858000"/>
              <a:gd name="connsiteX103" fmla="*/ 4773057 w 5588000"/>
              <a:gd name="connsiteY103" fmla="*/ 6545893 h 6858000"/>
              <a:gd name="connsiteX104" fmla="*/ 4716618 w 5588000"/>
              <a:gd name="connsiteY104" fmla="*/ 6505267 h 6858000"/>
              <a:gd name="connsiteX105" fmla="*/ 4308733 w 5588000"/>
              <a:gd name="connsiteY105" fmla="*/ 6503396 h 6858000"/>
              <a:gd name="connsiteX106" fmla="*/ 4255322 w 5588000"/>
              <a:gd name="connsiteY106" fmla="*/ 6546271 h 6858000"/>
              <a:gd name="connsiteX107" fmla="*/ 4285035 w 5588000"/>
              <a:gd name="connsiteY107" fmla="*/ 6583156 h 6858000"/>
              <a:gd name="connsiteX108" fmla="*/ 4312119 w 5588000"/>
              <a:gd name="connsiteY108" fmla="*/ 6589548 h 6858000"/>
              <a:gd name="connsiteX109" fmla="*/ 4321540 w 5588000"/>
              <a:gd name="connsiteY109" fmla="*/ 6599326 h 6858000"/>
              <a:gd name="connsiteX110" fmla="*/ 4299334 w 5588000"/>
              <a:gd name="connsiteY110" fmla="*/ 6611754 h 6858000"/>
              <a:gd name="connsiteX111" fmla="*/ 4262851 w 5588000"/>
              <a:gd name="connsiteY111" fmla="*/ 6603112 h 6858000"/>
              <a:gd name="connsiteX112" fmla="*/ 4251937 w 5588000"/>
              <a:gd name="connsiteY112" fmla="*/ 6629060 h 6858000"/>
              <a:gd name="connsiteX113" fmla="*/ 4304991 w 5588000"/>
              <a:gd name="connsiteY113" fmla="*/ 6639217 h 6858000"/>
              <a:gd name="connsiteX114" fmla="*/ 4361431 w 5588000"/>
              <a:gd name="connsiteY114" fmla="*/ 6595962 h 6858000"/>
              <a:gd name="connsiteX115" fmla="*/ 4361386 w 5588000"/>
              <a:gd name="connsiteY115" fmla="*/ 6595962 h 6858000"/>
              <a:gd name="connsiteX116" fmla="*/ 4327910 w 5588000"/>
              <a:gd name="connsiteY116" fmla="*/ 6555693 h 6858000"/>
              <a:gd name="connsiteX117" fmla="*/ 4303454 w 5588000"/>
              <a:gd name="connsiteY117" fmla="*/ 6550058 h 6858000"/>
              <a:gd name="connsiteX118" fmla="*/ 4295547 w 5588000"/>
              <a:gd name="connsiteY118" fmla="*/ 6540659 h 6858000"/>
              <a:gd name="connsiteX119" fmla="*/ 4313989 w 5588000"/>
              <a:gd name="connsiteY119" fmla="*/ 6529745 h 6858000"/>
              <a:gd name="connsiteX120" fmla="*/ 4343345 w 5588000"/>
              <a:gd name="connsiteY120" fmla="*/ 6535380 h 6858000"/>
              <a:gd name="connsiteX121" fmla="*/ 4353502 w 5588000"/>
              <a:gd name="connsiteY121" fmla="*/ 6509410 h 6858000"/>
              <a:gd name="connsiteX122" fmla="*/ 4308733 w 5588000"/>
              <a:gd name="connsiteY122" fmla="*/ 6503396 h 6858000"/>
              <a:gd name="connsiteX123" fmla="*/ 5124949 w 5588000"/>
              <a:gd name="connsiteY123" fmla="*/ 6469184 h 6858000"/>
              <a:gd name="connsiteX124" fmla="*/ 5085080 w 5588000"/>
              <a:gd name="connsiteY124" fmla="*/ 6480476 h 6858000"/>
              <a:gd name="connsiteX125" fmla="*/ 5085080 w 5588000"/>
              <a:gd name="connsiteY125" fmla="*/ 6508674 h 6858000"/>
              <a:gd name="connsiteX126" fmla="*/ 5064767 w 5588000"/>
              <a:gd name="connsiteY126" fmla="*/ 6508674 h 6858000"/>
              <a:gd name="connsiteX127" fmla="*/ 5064767 w 5588000"/>
              <a:gd name="connsiteY127" fmla="*/ 6534266 h 6858000"/>
              <a:gd name="connsiteX128" fmla="*/ 5085080 w 5588000"/>
              <a:gd name="connsiteY128" fmla="*/ 6534266 h 6858000"/>
              <a:gd name="connsiteX129" fmla="*/ 5085080 w 5588000"/>
              <a:gd name="connsiteY129" fmla="*/ 6601597 h 6858000"/>
              <a:gd name="connsiteX130" fmla="*/ 5130584 w 5588000"/>
              <a:gd name="connsiteY130" fmla="*/ 6639595 h 6858000"/>
              <a:gd name="connsiteX131" fmla="*/ 5159939 w 5588000"/>
              <a:gd name="connsiteY131" fmla="*/ 6636588 h 6858000"/>
              <a:gd name="connsiteX132" fmla="*/ 5157289 w 5588000"/>
              <a:gd name="connsiteY132" fmla="*/ 6610617 h 6858000"/>
              <a:gd name="connsiteX133" fmla="*/ 5144883 w 5588000"/>
              <a:gd name="connsiteY133" fmla="*/ 6611753 h 6858000"/>
              <a:gd name="connsiteX134" fmla="*/ 5124949 w 5588000"/>
              <a:gd name="connsiteY134" fmla="*/ 6592198 h 6858000"/>
              <a:gd name="connsiteX135" fmla="*/ 5124949 w 5588000"/>
              <a:gd name="connsiteY135" fmla="*/ 6534266 h 6858000"/>
              <a:gd name="connsiteX136" fmla="*/ 5159939 w 5588000"/>
              <a:gd name="connsiteY136" fmla="*/ 6534266 h 6858000"/>
              <a:gd name="connsiteX137" fmla="*/ 5159939 w 5588000"/>
              <a:gd name="connsiteY137" fmla="*/ 6508674 h 6858000"/>
              <a:gd name="connsiteX138" fmla="*/ 5124949 w 5588000"/>
              <a:gd name="connsiteY138" fmla="*/ 6508674 h 6858000"/>
              <a:gd name="connsiteX139" fmla="*/ 4849186 w 5588000"/>
              <a:gd name="connsiteY139" fmla="*/ 6399470 h 6858000"/>
              <a:gd name="connsiteX140" fmla="*/ 4758936 w 5588000"/>
              <a:gd name="connsiteY140" fmla="*/ 6432879 h 6858000"/>
              <a:gd name="connsiteX141" fmla="*/ 4743568 w 5588000"/>
              <a:gd name="connsiteY141" fmla="*/ 6475332 h 6858000"/>
              <a:gd name="connsiteX142" fmla="*/ 4747622 w 5588000"/>
              <a:gd name="connsiteY142" fmla="*/ 6503774 h 6858000"/>
              <a:gd name="connsiteX143" fmla="*/ 4770206 w 5588000"/>
              <a:gd name="connsiteY143" fmla="*/ 6499721 h 6858000"/>
              <a:gd name="connsiteX144" fmla="*/ 4818026 w 5588000"/>
              <a:gd name="connsiteY144" fmla="*/ 6484375 h 6858000"/>
              <a:gd name="connsiteX145" fmla="*/ 4849164 w 5588000"/>
              <a:gd name="connsiteY145" fmla="*/ 6399515 h 6858000"/>
              <a:gd name="connsiteX146" fmla="*/ 4345362 w 5588000"/>
              <a:gd name="connsiteY146" fmla="*/ 1926977 h 6858000"/>
              <a:gd name="connsiteX147" fmla="*/ 3959056 w 5588000"/>
              <a:gd name="connsiteY147" fmla="*/ 3247845 h 6858000"/>
              <a:gd name="connsiteX148" fmla="*/ 3471142 w 5588000"/>
              <a:gd name="connsiteY148" fmla="*/ 4474069 h 6858000"/>
              <a:gd name="connsiteX149" fmla="*/ 2022018 w 5588000"/>
              <a:gd name="connsiteY149" fmla="*/ 4945501 h 6858000"/>
              <a:gd name="connsiteX150" fmla="*/ 1968925 w 5588000"/>
              <a:gd name="connsiteY150" fmla="*/ 4945501 h 6858000"/>
              <a:gd name="connsiteX151" fmla="*/ 1312094 w 5588000"/>
              <a:gd name="connsiteY151" fmla="*/ 5019896 h 6858000"/>
              <a:gd name="connsiteX152" fmla="*/ 1230736 w 5588000"/>
              <a:gd name="connsiteY152" fmla="*/ 4284096 h 6858000"/>
              <a:gd name="connsiteX153" fmla="*/ 1702087 w 5588000"/>
              <a:gd name="connsiteY153" fmla="*/ 2964038 h 6858000"/>
              <a:gd name="connsiteX154" fmla="*/ 4345362 w 5588000"/>
              <a:gd name="connsiteY154" fmla="*/ 1926977 h 6858000"/>
              <a:gd name="connsiteX155" fmla="*/ 4953879 w 5588000"/>
              <a:gd name="connsiteY155" fmla="*/ 1508758 h 6858000"/>
              <a:gd name="connsiteX156" fmla="*/ 4617588 w 5588000"/>
              <a:gd name="connsiteY156" fmla="*/ 1556586 h 6858000"/>
              <a:gd name="connsiteX157" fmla="*/ 1471250 w 5588000"/>
              <a:gd name="connsiteY157" fmla="*/ 2732959 h 6858000"/>
              <a:gd name="connsiteX158" fmla="*/ 904122 w 5588000"/>
              <a:gd name="connsiteY158" fmla="*/ 4284096 h 6858000"/>
              <a:gd name="connsiteX159" fmla="*/ 1049145 w 5588000"/>
              <a:gd name="connsiteY159" fmla="*/ 5295400 h 6858000"/>
              <a:gd name="connsiteX160" fmla="*/ 1118962 w 5588000"/>
              <a:gd name="connsiteY160" fmla="*/ 5516880 h 6858000"/>
              <a:gd name="connsiteX161" fmla="*/ 1151199 w 5588000"/>
              <a:gd name="connsiteY161" fmla="*/ 5486874 h 6858000"/>
              <a:gd name="connsiteX162" fmla="*/ 1313796 w 5588000"/>
              <a:gd name="connsiteY162" fmla="*/ 5369592 h 6858000"/>
              <a:gd name="connsiteX163" fmla="*/ 1968925 w 5588000"/>
              <a:gd name="connsiteY163" fmla="*/ 5272074 h 6858000"/>
              <a:gd name="connsiteX164" fmla="*/ 2021694 w 5588000"/>
              <a:gd name="connsiteY164" fmla="*/ 5272074 h 6858000"/>
              <a:gd name="connsiteX165" fmla="*/ 3702141 w 5588000"/>
              <a:gd name="connsiteY165" fmla="*/ 4704987 h 6858000"/>
              <a:gd name="connsiteX166" fmla="*/ 4279838 w 5588000"/>
              <a:gd name="connsiteY166" fmla="*/ 3309400 h 6858000"/>
              <a:gd name="connsiteX167" fmla="*/ 4781278 w 5588000"/>
              <a:gd name="connsiteY167" fmla="*/ 1801232 h 6858000"/>
              <a:gd name="connsiteX168" fmla="*/ 0 w 5588000"/>
              <a:gd name="connsiteY168" fmla="*/ 0 h 6858000"/>
              <a:gd name="connsiteX169" fmla="*/ 5588000 w 5588000"/>
              <a:gd name="connsiteY169" fmla="*/ 0 h 6858000"/>
              <a:gd name="connsiteX170" fmla="*/ 5588000 w 5588000"/>
              <a:gd name="connsiteY170" fmla="*/ 6858000 h 6858000"/>
              <a:gd name="connsiteX171" fmla="*/ 0 w 5588000"/>
              <a:gd name="connsiteY17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5588000" h="6858000">
                <a:moveTo>
                  <a:pt x="4692919" y="6643760"/>
                </a:moveTo>
                <a:lnTo>
                  <a:pt x="4727910" y="6643760"/>
                </a:lnTo>
                <a:cubicBezTo>
                  <a:pt x="4736463" y="6643760"/>
                  <a:pt x="4744838" y="6647569"/>
                  <a:pt x="4744838" y="6658037"/>
                </a:cubicBezTo>
                <a:cubicBezTo>
                  <a:pt x="4744838" y="6672470"/>
                  <a:pt x="4730405" y="6681001"/>
                  <a:pt x="4712475" y="6681001"/>
                </a:cubicBezTo>
                <a:cubicBezTo>
                  <a:pt x="4694545" y="6681001"/>
                  <a:pt x="4679377" y="6673450"/>
                  <a:pt x="4679377" y="6662180"/>
                </a:cubicBezTo>
                <a:cubicBezTo>
                  <a:pt x="4679377" y="6653471"/>
                  <a:pt x="4687596" y="6646789"/>
                  <a:pt x="4692919" y="6643760"/>
                </a:cubicBezTo>
                <a:close/>
                <a:moveTo>
                  <a:pt x="5243574" y="6579035"/>
                </a:moveTo>
                <a:lnTo>
                  <a:pt x="5243574" y="6602733"/>
                </a:lnTo>
                <a:cubicBezTo>
                  <a:pt x="5238674" y="6608368"/>
                  <a:pt x="5232281" y="6612511"/>
                  <a:pt x="5224018" y="6612511"/>
                </a:cubicBezTo>
                <a:cubicBezTo>
                  <a:pt x="5217047" y="6612511"/>
                  <a:pt x="5207848" y="6609103"/>
                  <a:pt x="5207848" y="6598212"/>
                </a:cubicBezTo>
                <a:cubicBezTo>
                  <a:pt x="5207848" y="6580572"/>
                  <a:pt x="5225109" y="6578745"/>
                  <a:pt x="5243574" y="6579035"/>
                </a:cubicBezTo>
                <a:close/>
                <a:moveTo>
                  <a:pt x="4850835" y="6532751"/>
                </a:moveTo>
                <a:cubicBezTo>
                  <a:pt x="4864711" y="6532751"/>
                  <a:pt x="4871816" y="6541571"/>
                  <a:pt x="4871126" y="6555692"/>
                </a:cubicBezTo>
                <a:lnTo>
                  <a:pt x="4827114" y="6555692"/>
                </a:lnTo>
                <a:cubicBezTo>
                  <a:pt x="4829386" y="6542618"/>
                  <a:pt x="4836959" y="6532751"/>
                  <a:pt x="4850835" y="6532751"/>
                </a:cubicBezTo>
                <a:close/>
                <a:moveTo>
                  <a:pt x="4715125" y="6528253"/>
                </a:moveTo>
                <a:cubicBezTo>
                  <a:pt x="4728378" y="6528253"/>
                  <a:pt x="4734302" y="6537051"/>
                  <a:pt x="4734302" y="6547808"/>
                </a:cubicBezTo>
                <a:cubicBezTo>
                  <a:pt x="4734302" y="6558522"/>
                  <a:pt x="4727665" y="6567364"/>
                  <a:pt x="4714368" y="6567364"/>
                </a:cubicBezTo>
                <a:cubicBezTo>
                  <a:pt x="4702274" y="6567364"/>
                  <a:pt x="4695570" y="6558566"/>
                  <a:pt x="4695570" y="6547808"/>
                </a:cubicBezTo>
                <a:cubicBezTo>
                  <a:pt x="4695570" y="6538476"/>
                  <a:pt x="4703009" y="6528253"/>
                  <a:pt x="4715125" y="6528253"/>
                </a:cubicBezTo>
                <a:close/>
                <a:moveTo>
                  <a:pt x="4361988" y="6508674"/>
                </a:moveTo>
                <a:lnTo>
                  <a:pt x="4411657" y="6636966"/>
                </a:lnTo>
                <a:lnTo>
                  <a:pt x="4407893" y="6645987"/>
                </a:lnTo>
                <a:cubicBezTo>
                  <a:pt x="4400097" y="6664718"/>
                  <a:pt x="4391589" y="6678350"/>
                  <a:pt x="4375530" y="6678350"/>
                </a:cubicBezTo>
                <a:cubicBezTo>
                  <a:pt x="4370630" y="6678350"/>
                  <a:pt x="4365307" y="6677704"/>
                  <a:pt x="4358224" y="6676100"/>
                </a:cubicBezTo>
                <a:lnTo>
                  <a:pt x="4352589" y="6701669"/>
                </a:lnTo>
                <a:cubicBezTo>
                  <a:pt x="4361365" y="6703674"/>
                  <a:pt x="4368470" y="6705433"/>
                  <a:pt x="4381922" y="6705433"/>
                </a:cubicBezTo>
                <a:cubicBezTo>
                  <a:pt x="4408806" y="6705433"/>
                  <a:pt x="4428540" y="6687927"/>
                  <a:pt x="4438362" y="6664050"/>
                </a:cubicBezTo>
                <a:lnTo>
                  <a:pt x="4502308" y="6508674"/>
                </a:lnTo>
                <a:lnTo>
                  <a:pt x="4502286" y="6508674"/>
                </a:lnTo>
                <a:lnTo>
                  <a:pt x="4465045" y="6508674"/>
                </a:lnTo>
                <a:lnTo>
                  <a:pt x="4440968" y="6571127"/>
                </a:lnTo>
                <a:cubicBezTo>
                  <a:pt x="4438117" y="6578522"/>
                  <a:pt x="4435288" y="6587743"/>
                  <a:pt x="4433818" y="6593334"/>
                </a:cubicBezTo>
                <a:cubicBezTo>
                  <a:pt x="4432571" y="6587788"/>
                  <a:pt x="4430990" y="6579948"/>
                  <a:pt x="4428183" y="6572263"/>
                </a:cubicBezTo>
                <a:lnTo>
                  <a:pt x="4404864" y="6508674"/>
                </a:lnTo>
                <a:close/>
                <a:moveTo>
                  <a:pt x="5231925" y="6505690"/>
                </a:moveTo>
                <a:cubicBezTo>
                  <a:pt x="5211968" y="6505690"/>
                  <a:pt x="5190920" y="6512283"/>
                  <a:pt x="5173993" y="6521482"/>
                </a:cubicBezTo>
                <a:lnTo>
                  <a:pt x="5183771" y="6545180"/>
                </a:lnTo>
                <a:cubicBezTo>
                  <a:pt x="5193304" y="6539456"/>
                  <a:pt x="5207848" y="6533130"/>
                  <a:pt x="5220655" y="6533130"/>
                </a:cubicBezTo>
                <a:cubicBezTo>
                  <a:pt x="5239587" y="6533130"/>
                  <a:pt x="5243574" y="6540614"/>
                  <a:pt x="5243574" y="6551194"/>
                </a:cubicBezTo>
                <a:lnTo>
                  <a:pt x="5243574" y="6554579"/>
                </a:lnTo>
                <a:cubicBezTo>
                  <a:pt x="5210409" y="6554735"/>
                  <a:pt x="5167957" y="6561350"/>
                  <a:pt x="5167957" y="6603869"/>
                </a:cubicBezTo>
                <a:cubicBezTo>
                  <a:pt x="5167957" y="6628035"/>
                  <a:pt x="5184350" y="6639595"/>
                  <a:pt x="5208204" y="6639595"/>
                </a:cubicBezTo>
                <a:cubicBezTo>
                  <a:pt x="5222281" y="6639595"/>
                  <a:pt x="5234932" y="6635452"/>
                  <a:pt x="5244710" y="6626810"/>
                </a:cubicBezTo>
                <a:lnTo>
                  <a:pt x="5244710" y="6636967"/>
                </a:lnTo>
                <a:lnTo>
                  <a:pt x="5282329" y="6636967"/>
                </a:lnTo>
                <a:lnTo>
                  <a:pt x="5282351" y="6636989"/>
                </a:lnTo>
                <a:lnTo>
                  <a:pt x="5282351" y="6545937"/>
                </a:lnTo>
                <a:cubicBezTo>
                  <a:pt x="5282351" y="6520323"/>
                  <a:pt x="5262550" y="6505690"/>
                  <a:pt x="5231925" y="6505690"/>
                </a:cubicBezTo>
                <a:close/>
                <a:moveTo>
                  <a:pt x="5012380" y="6505667"/>
                </a:moveTo>
                <a:cubicBezTo>
                  <a:pt x="4996255" y="6505667"/>
                  <a:pt x="4981376" y="6511235"/>
                  <a:pt x="4968369" y="6519966"/>
                </a:cubicBezTo>
                <a:lnTo>
                  <a:pt x="4968369" y="6508674"/>
                </a:lnTo>
                <a:lnTo>
                  <a:pt x="4929614" y="6508674"/>
                </a:lnTo>
                <a:lnTo>
                  <a:pt x="4929614" y="6636944"/>
                </a:lnTo>
                <a:lnTo>
                  <a:pt x="4969505" y="6636944"/>
                </a:lnTo>
                <a:lnTo>
                  <a:pt x="4969505" y="6546672"/>
                </a:lnTo>
                <a:cubicBezTo>
                  <a:pt x="4976944" y="6540725"/>
                  <a:pt x="4983626" y="6535758"/>
                  <a:pt x="4993938" y="6535758"/>
                </a:cubicBezTo>
                <a:cubicBezTo>
                  <a:pt x="5007636" y="6535758"/>
                  <a:pt x="5012737" y="6542462"/>
                  <a:pt x="5012737" y="6554578"/>
                </a:cubicBezTo>
                <a:lnTo>
                  <a:pt x="5012737" y="6636966"/>
                </a:lnTo>
                <a:lnTo>
                  <a:pt x="5052628" y="6636966"/>
                </a:lnTo>
                <a:lnTo>
                  <a:pt x="5052628" y="6636944"/>
                </a:lnTo>
                <a:lnTo>
                  <a:pt x="5052628" y="6545536"/>
                </a:lnTo>
                <a:cubicBezTo>
                  <a:pt x="5052628" y="6521481"/>
                  <a:pt x="5037816" y="6505667"/>
                  <a:pt x="5012380" y="6505667"/>
                </a:cubicBezTo>
                <a:close/>
                <a:moveTo>
                  <a:pt x="4852350" y="6505667"/>
                </a:moveTo>
                <a:cubicBezTo>
                  <a:pt x="4817203" y="6505667"/>
                  <a:pt x="4784662" y="6532060"/>
                  <a:pt x="4784662" y="6572998"/>
                </a:cubicBezTo>
                <a:cubicBezTo>
                  <a:pt x="4784662" y="6613936"/>
                  <a:pt x="4809496" y="6639594"/>
                  <a:pt x="4849343" y="6639594"/>
                </a:cubicBezTo>
                <a:cubicBezTo>
                  <a:pt x="4870413" y="6639594"/>
                  <a:pt x="4889323" y="6634449"/>
                  <a:pt x="4906896" y="6624916"/>
                </a:cubicBezTo>
                <a:lnTo>
                  <a:pt x="4896361" y="6601218"/>
                </a:lnTo>
                <a:cubicBezTo>
                  <a:pt x="4890147" y="6605517"/>
                  <a:pt x="4875669" y="6610996"/>
                  <a:pt x="4863620" y="6610996"/>
                </a:cubicBezTo>
                <a:cubicBezTo>
                  <a:pt x="4836424" y="6610996"/>
                  <a:pt x="4827114" y="6599948"/>
                  <a:pt x="4826758" y="6581284"/>
                </a:cubicBezTo>
                <a:lnTo>
                  <a:pt x="4911774" y="6581284"/>
                </a:lnTo>
                <a:cubicBezTo>
                  <a:pt x="4912019" y="6576740"/>
                  <a:pt x="4912152" y="6572375"/>
                  <a:pt x="4912152" y="6568120"/>
                </a:cubicBezTo>
                <a:lnTo>
                  <a:pt x="4912175" y="6568120"/>
                </a:lnTo>
                <a:cubicBezTo>
                  <a:pt x="4912175" y="6531259"/>
                  <a:pt x="4896138" y="6505667"/>
                  <a:pt x="4852350" y="6505667"/>
                </a:cubicBezTo>
                <a:close/>
                <a:moveTo>
                  <a:pt x="4593315" y="6505667"/>
                </a:moveTo>
                <a:cubicBezTo>
                  <a:pt x="4577190" y="6505667"/>
                  <a:pt x="4562289" y="6511235"/>
                  <a:pt x="4549304" y="6519966"/>
                </a:cubicBezTo>
                <a:lnTo>
                  <a:pt x="4549304" y="6508674"/>
                </a:lnTo>
                <a:lnTo>
                  <a:pt x="4510549" y="6508674"/>
                </a:lnTo>
                <a:lnTo>
                  <a:pt x="4510549" y="6636944"/>
                </a:lnTo>
                <a:lnTo>
                  <a:pt x="4550418" y="6636944"/>
                </a:lnTo>
                <a:lnTo>
                  <a:pt x="4550418" y="6546672"/>
                </a:lnTo>
                <a:cubicBezTo>
                  <a:pt x="4557879" y="6540725"/>
                  <a:pt x="4564561" y="6535758"/>
                  <a:pt x="4574873" y="6535758"/>
                </a:cubicBezTo>
                <a:cubicBezTo>
                  <a:pt x="4588571" y="6535758"/>
                  <a:pt x="4593672" y="6542462"/>
                  <a:pt x="4593672" y="6554578"/>
                </a:cubicBezTo>
                <a:lnTo>
                  <a:pt x="4593672" y="6636966"/>
                </a:lnTo>
                <a:lnTo>
                  <a:pt x="4633563" y="6636966"/>
                </a:lnTo>
                <a:lnTo>
                  <a:pt x="4633585" y="6636944"/>
                </a:lnTo>
                <a:lnTo>
                  <a:pt x="4633585" y="6545536"/>
                </a:lnTo>
                <a:cubicBezTo>
                  <a:pt x="4633585" y="6521481"/>
                  <a:pt x="4618751" y="6505667"/>
                  <a:pt x="4593315" y="6505667"/>
                </a:cubicBezTo>
                <a:close/>
                <a:moveTo>
                  <a:pt x="4716618" y="6505267"/>
                </a:moveTo>
                <a:cubicBezTo>
                  <a:pt x="4682741" y="6505267"/>
                  <a:pt x="4656815" y="6519678"/>
                  <a:pt x="4656815" y="6547029"/>
                </a:cubicBezTo>
                <a:cubicBezTo>
                  <a:pt x="4656815" y="6568055"/>
                  <a:pt x="4666682" y="6574335"/>
                  <a:pt x="4674121" y="6578256"/>
                </a:cubicBezTo>
                <a:cubicBezTo>
                  <a:pt x="4660735" y="6585717"/>
                  <a:pt x="4649665" y="6597321"/>
                  <a:pt x="4649665" y="6609861"/>
                </a:cubicBezTo>
                <a:cubicBezTo>
                  <a:pt x="4649665" y="6619817"/>
                  <a:pt x="4652494" y="6625742"/>
                  <a:pt x="4656058" y="6629795"/>
                </a:cubicBezTo>
                <a:cubicBezTo>
                  <a:pt x="4659443" y="6633648"/>
                  <a:pt x="4663408" y="6635608"/>
                  <a:pt x="4667729" y="6638081"/>
                </a:cubicBezTo>
                <a:cubicBezTo>
                  <a:pt x="4659911" y="6643159"/>
                  <a:pt x="4647037" y="6652892"/>
                  <a:pt x="4647037" y="6667437"/>
                </a:cubicBezTo>
                <a:cubicBezTo>
                  <a:pt x="4647037" y="6698530"/>
                  <a:pt x="4678219" y="6707840"/>
                  <a:pt x="4710604" y="6707684"/>
                </a:cubicBezTo>
                <a:cubicBezTo>
                  <a:pt x="4747399" y="6707506"/>
                  <a:pt x="4784706" y="6690177"/>
                  <a:pt x="4784706" y="6652759"/>
                </a:cubicBezTo>
                <a:lnTo>
                  <a:pt x="4784706" y="6652736"/>
                </a:lnTo>
                <a:cubicBezTo>
                  <a:pt x="4784706" y="6624450"/>
                  <a:pt x="4766977" y="6610240"/>
                  <a:pt x="4737666" y="6610240"/>
                </a:cubicBezTo>
                <a:lnTo>
                  <a:pt x="4706060" y="6610240"/>
                </a:lnTo>
                <a:cubicBezTo>
                  <a:pt x="4699958" y="6610240"/>
                  <a:pt x="4686505" y="6608792"/>
                  <a:pt x="4686505" y="6598947"/>
                </a:cubicBezTo>
                <a:cubicBezTo>
                  <a:pt x="4686505" y="6594092"/>
                  <a:pt x="4693031" y="6589771"/>
                  <a:pt x="4696283" y="6588033"/>
                </a:cubicBezTo>
                <a:cubicBezTo>
                  <a:pt x="4701272" y="6589013"/>
                  <a:pt x="4706394" y="6589904"/>
                  <a:pt x="4712096" y="6589904"/>
                </a:cubicBezTo>
                <a:cubicBezTo>
                  <a:pt x="4742766" y="6589904"/>
                  <a:pt x="4773057" y="6579636"/>
                  <a:pt x="4773057" y="6545893"/>
                </a:cubicBezTo>
                <a:cubicBezTo>
                  <a:pt x="4773057" y="6512149"/>
                  <a:pt x="4745417" y="6505267"/>
                  <a:pt x="4716618" y="6505267"/>
                </a:cubicBezTo>
                <a:close/>
                <a:moveTo>
                  <a:pt x="4308733" y="6503396"/>
                </a:moveTo>
                <a:cubicBezTo>
                  <a:pt x="4277885" y="6503396"/>
                  <a:pt x="4255322" y="6519833"/>
                  <a:pt x="4255322" y="6546271"/>
                </a:cubicBezTo>
                <a:cubicBezTo>
                  <a:pt x="4255322" y="6570148"/>
                  <a:pt x="4268775" y="6578679"/>
                  <a:pt x="4285035" y="6583156"/>
                </a:cubicBezTo>
                <a:cubicBezTo>
                  <a:pt x="4292763" y="6585271"/>
                  <a:pt x="4304479" y="6587298"/>
                  <a:pt x="4312119" y="6589548"/>
                </a:cubicBezTo>
                <a:cubicBezTo>
                  <a:pt x="4318221" y="6591352"/>
                  <a:pt x="4321540" y="6594069"/>
                  <a:pt x="4321540" y="6599326"/>
                </a:cubicBezTo>
                <a:cubicBezTo>
                  <a:pt x="4321540" y="6610618"/>
                  <a:pt x="4308577" y="6611754"/>
                  <a:pt x="4299334" y="6611754"/>
                </a:cubicBezTo>
                <a:cubicBezTo>
                  <a:pt x="4287485" y="6611754"/>
                  <a:pt x="4272940" y="6607210"/>
                  <a:pt x="4262851" y="6603112"/>
                </a:cubicBezTo>
                <a:lnTo>
                  <a:pt x="4251937" y="6629060"/>
                </a:lnTo>
                <a:cubicBezTo>
                  <a:pt x="4268954" y="6635876"/>
                  <a:pt x="4285057" y="6639217"/>
                  <a:pt x="4304991" y="6639217"/>
                </a:cubicBezTo>
                <a:cubicBezTo>
                  <a:pt x="4335639" y="6639217"/>
                  <a:pt x="4361431" y="6623893"/>
                  <a:pt x="4361431" y="6595962"/>
                </a:cubicBezTo>
                <a:lnTo>
                  <a:pt x="4361386" y="6595962"/>
                </a:lnTo>
                <a:cubicBezTo>
                  <a:pt x="4361386" y="6569190"/>
                  <a:pt x="4344904" y="6559435"/>
                  <a:pt x="4327910" y="6555693"/>
                </a:cubicBezTo>
                <a:cubicBezTo>
                  <a:pt x="4319602" y="6553867"/>
                  <a:pt x="4309713" y="6552085"/>
                  <a:pt x="4303454" y="6550058"/>
                </a:cubicBezTo>
                <a:cubicBezTo>
                  <a:pt x="4297619" y="6548187"/>
                  <a:pt x="4295547" y="6543977"/>
                  <a:pt x="4295547" y="6540659"/>
                </a:cubicBezTo>
                <a:cubicBezTo>
                  <a:pt x="4295547" y="6533932"/>
                  <a:pt x="4303031" y="6529745"/>
                  <a:pt x="4313989" y="6529745"/>
                </a:cubicBezTo>
                <a:cubicBezTo>
                  <a:pt x="4324101" y="6529745"/>
                  <a:pt x="4338289" y="6533086"/>
                  <a:pt x="4343345" y="6535380"/>
                </a:cubicBezTo>
                <a:lnTo>
                  <a:pt x="4353502" y="6509410"/>
                </a:lnTo>
                <a:cubicBezTo>
                  <a:pt x="4342053" y="6506091"/>
                  <a:pt x="4329113" y="6503396"/>
                  <a:pt x="4308733" y="6503396"/>
                </a:cubicBezTo>
                <a:close/>
                <a:moveTo>
                  <a:pt x="5124949" y="6469184"/>
                </a:moveTo>
                <a:lnTo>
                  <a:pt x="5085080" y="6480476"/>
                </a:lnTo>
                <a:lnTo>
                  <a:pt x="5085080" y="6508674"/>
                </a:lnTo>
                <a:lnTo>
                  <a:pt x="5064767" y="6508674"/>
                </a:lnTo>
                <a:lnTo>
                  <a:pt x="5064767" y="6534266"/>
                </a:lnTo>
                <a:lnTo>
                  <a:pt x="5085080" y="6534266"/>
                </a:lnTo>
                <a:lnTo>
                  <a:pt x="5085080" y="6601597"/>
                </a:lnTo>
                <a:cubicBezTo>
                  <a:pt x="5085080" y="6631175"/>
                  <a:pt x="5106484" y="6639595"/>
                  <a:pt x="5130584" y="6639595"/>
                </a:cubicBezTo>
                <a:cubicBezTo>
                  <a:pt x="5138535" y="6639595"/>
                  <a:pt x="5150785" y="6638214"/>
                  <a:pt x="5159939" y="6636588"/>
                </a:cubicBezTo>
                <a:lnTo>
                  <a:pt x="5157289" y="6610617"/>
                </a:lnTo>
                <a:cubicBezTo>
                  <a:pt x="5153035" y="6611196"/>
                  <a:pt x="5148803" y="6611753"/>
                  <a:pt x="5144883" y="6611753"/>
                </a:cubicBezTo>
                <a:cubicBezTo>
                  <a:pt x="5133635" y="6611753"/>
                  <a:pt x="5124949" y="6608702"/>
                  <a:pt x="5124949" y="6592198"/>
                </a:cubicBezTo>
                <a:lnTo>
                  <a:pt x="5124949" y="6534266"/>
                </a:lnTo>
                <a:lnTo>
                  <a:pt x="5159939" y="6534266"/>
                </a:lnTo>
                <a:lnTo>
                  <a:pt x="5159939" y="6508674"/>
                </a:lnTo>
                <a:lnTo>
                  <a:pt x="5124949" y="6508674"/>
                </a:lnTo>
                <a:close/>
                <a:moveTo>
                  <a:pt x="4849186" y="6399470"/>
                </a:moveTo>
                <a:cubicBezTo>
                  <a:pt x="4821924" y="6403368"/>
                  <a:pt x="4781343" y="6410473"/>
                  <a:pt x="4758936" y="6432879"/>
                </a:cubicBezTo>
                <a:cubicBezTo>
                  <a:pt x="4747221" y="6444573"/>
                  <a:pt x="4743568" y="6459050"/>
                  <a:pt x="4743568" y="6475332"/>
                </a:cubicBezTo>
                <a:cubicBezTo>
                  <a:pt x="4743568" y="6484798"/>
                  <a:pt x="4744793" y="6494732"/>
                  <a:pt x="4747622" y="6503774"/>
                </a:cubicBezTo>
                <a:cubicBezTo>
                  <a:pt x="4752522" y="6500233"/>
                  <a:pt x="4764193" y="6499721"/>
                  <a:pt x="4770206" y="6499721"/>
                </a:cubicBezTo>
                <a:cubicBezTo>
                  <a:pt x="4787490" y="6499721"/>
                  <a:pt x="4802168" y="6500233"/>
                  <a:pt x="4818026" y="6484375"/>
                </a:cubicBezTo>
                <a:cubicBezTo>
                  <a:pt x="4837760" y="6464663"/>
                  <a:pt x="4828985" y="6433704"/>
                  <a:pt x="4849164" y="6399515"/>
                </a:cubicBezTo>
                <a:close/>
                <a:moveTo>
                  <a:pt x="4345362" y="1926977"/>
                </a:moveTo>
                <a:cubicBezTo>
                  <a:pt x="4122261" y="2399502"/>
                  <a:pt x="4035718" y="2849308"/>
                  <a:pt x="3959056" y="3247845"/>
                </a:cubicBezTo>
                <a:cubicBezTo>
                  <a:pt x="3864616" y="3738593"/>
                  <a:pt x="3783054" y="4162441"/>
                  <a:pt x="3471142" y="4474069"/>
                </a:cubicBezTo>
                <a:cubicBezTo>
                  <a:pt x="2999224" y="4946513"/>
                  <a:pt x="2567560" y="4946110"/>
                  <a:pt x="2022018" y="4945501"/>
                </a:cubicBezTo>
                <a:lnTo>
                  <a:pt x="1968925" y="4945501"/>
                </a:lnTo>
                <a:cubicBezTo>
                  <a:pt x="1779396" y="4945501"/>
                  <a:pt x="1515596" y="4958662"/>
                  <a:pt x="1312094" y="5019896"/>
                </a:cubicBezTo>
                <a:cubicBezTo>
                  <a:pt x="1258841" y="4793677"/>
                  <a:pt x="1230736" y="4540000"/>
                  <a:pt x="1230736" y="4284096"/>
                </a:cubicBezTo>
                <a:cubicBezTo>
                  <a:pt x="1230736" y="3704535"/>
                  <a:pt x="1380496" y="3285061"/>
                  <a:pt x="1702087" y="2964038"/>
                </a:cubicBezTo>
                <a:cubicBezTo>
                  <a:pt x="2197656" y="2468388"/>
                  <a:pt x="3062602" y="2128979"/>
                  <a:pt x="4345362" y="1926977"/>
                </a:cubicBezTo>
                <a:close/>
                <a:moveTo>
                  <a:pt x="4953879" y="1508758"/>
                </a:moveTo>
                <a:lnTo>
                  <a:pt x="4617588" y="1556586"/>
                </a:lnTo>
                <a:cubicBezTo>
                  <a:pt x="3481874" y="1718130"/>
                  <a:pt x="2219889" y="1984241"/>
                  <a:pt x="1471250" y="2732959"/>
                </a:cubicBezTo>
                <a:cubicBezTo>
                  <a:pt x="1084337" y="3119225"/>
                  <a:pt x="904122" y="3612120"/>
                  <a:pt x="904122" y="4284096"/>
                </a:cubicBezTo>
                <a:cubicBezTo>
                  <a:pt x="904122" y="4644645"/>
                  <a:pt x="954259" y="4994342"/>
                  <a:pt x="1049145" y="5295400"/>
                </a:cubicBezTo>
                <a:lnTo>
                  <a:pt x="1118962" y="5516880"/>
                </a:lnTo>
                <a:lnTo>
                  <a:pt x="1151199" y="5486874"/>
                </a:lnTo>
                <a:cubicBezTo>
                  <a:pt x="1151927" y="5486224"/>
                  <a:pt x="1223244" y="5420214"/>
                  <a:pt x="1313796" y="5369592"/>
                </a:cubicBezTo>
                <a:cubicBezTo>
                  <a:pt x="1426178" y="5306699"/>
                  <a:pt x="1658876" y="5272074"/>
                  <a:pt x="1968925" y="5272074"/>
                </a:cubicBezTo>
                <a:lnTo>
                  <a:pt x="2021694" y="5272074"/>
                </a:lnTo>
                <a:cubicBezTo>
                  <a:pt x="2593641" y="5272843"/>
                  <a:pt x="3134162" y="5273532"/>
                  <a:pt x="3702141" y="4704987"/>
                </a:cubicBezTo>
                <a:cubicBezTo>
                  <a:pt x="4084882" y="4322568"/>
                  <a:pt x="4179566" y="3830442"/>
                  <a:pt x="4279838" y="3309400"/>
                </a:cubicBezTo>
                <a:cubicBezTo>
                  <a:pt x="4367962" y="2851334"/>
                  <a:pt x="4467868" y="2332195"/>
                  <a:pt x="4781278" y="1801232"/>
                </a:cubicBezTo>
                <a:close/>
                <a:moveTo>
                  <a:pt x="0" y="0"/>
                </a:moveTo>
                <a:lnTo>
                  <a:pt x="5588000" y="0"/>
                </a:lnTo>
                <a:lnTo>
                  <a:pt x="5588000" y="6858000"/>
                </a:lnTo>
                <a:lnTo>
                  <a:pt x="0" y="6858000"/>
                </a:lnTo>
                <a:close/>
              </a:path>
            </a:pathLst>
          </a:custGeom>
          <a:solidFill>
            <a:schemeClr val="accent3"/>
          </a:solidFill>
        </p:spPr>
        <p:txBody>
          <a:bodyPr wrap="square">
            <a:noAutofit/>
          </a:bodyPr>
          <a:lstStyle>
            <a:lvl1pPr>
              <a:defRPr>
                <a:noFill/>
              </a:defRPr>
            </a:lvl1pPr>
          </a:lstStyle>
          <a:p>
            <a:pPr lvl="0"/>
            <a:endParaRPr lang="en-US" dirty="0"/>
          </a:p>
        </p:txBody>
      </p:sp>
      <p:sp>
        <p:nvSpPr>
          <p:cNvPr id="7" name="Picture Placeholder 7">
            <a:extLst>
              <a:ext uri="{FF2B5EF4-FFF2-40B4-BE49-F238E27FC236}">
                <a16:creationId xmlns:a16="http://schemas.microsoft.com/office/drawing/2014/main" id="{265BD540-B4A3-E3A1-20BE-4B0D09EFB44C}"/>
              </a:ext>
            </a:extLst>
          </p:cNvPr>
          <p:cNvSpPr>
            <a:spLocks noGrp="1"/>
          </p:cNvSpPr>
          <p:nvPr>
            <p:ph type="pic" sz="quarter" idx="16"/>
          </p:nvPr>
        </p:nvSpPr>
        <p:spPr>
          <a:xfrm>
            <a:off x="7834736" y="1926979"/>
            <a:ext cx="3114626" cy="3092919"/>
          </a:xfrm>
          <a:custGeom>
            <a:avLst/>
            <a:gdLst>
              <a:gd name="connsiteX0" fmla="*/ 3114626 w 3114626"/>
              <a:gd name="connsiteY0" fmla="*/ 0 h 3092919"/>
              <a:gd name="connsiteX1" fmla="*/ 2728320 w 3114626"/>
              <a:gd name="connsiteY1" fmla="*/ 1320868 h 3092919"/>
              <a:gd name="connsiteX2" fmla="*/ 2240406 w 3114626"/>
              <a:gd name="connsiteY2" fmla="*/ 2547092 h 3092919"/>
              <a:gd name="connsiteX3" fmla="*/ 791282 w 3114626"/>
              <a:gd name="connsiteY3" fmla="*/ 3018524 h 3092919"/>
              <a:gd name="connsiteX4" fmla="*/ 738189 w 3114626"/>
              <a:gd name="connsiteY4" fmla="*/ 3018524 h 3092919"/>
              <a:gd name="connsiteX5" fmla="*/ 81358 w 3114626"/>
              <a:gd name="connsiteY5" fmla="*/ 3092919 h 3092919"/>
              <a:gd name="connsiteX6" fmla="*/ 0 w 3114626"/>
              <a:gd name="connsiteY6" fmla="*/ 2357119 h 3092919"/>
              <a:gd name="connsiteX7" fmla="*/ 471351 w 3114626"/>
              <a:gd name="connsiteY7" fmla="*/ 1037061 h 3092919"/>
              <a:gd name="connsiteX8" fmla="*/ 3114626 w 3114626"/>
              <a:gd name="connsiteY8" fmla="*/ 0 h 30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4626" h="3092919">
                <a:moveTo>
                  <a:pt x="3114626" y="0"/>
                </a:moveTo>
                <a:cubicBezTo>
                  <a:pt x="2891525" y="472525"/>
                  <a:pt x="2804982" y="922331"/>
                  <a:pt x="2728320" y="1320868"/>
                </a:cubicBezTo>
                <a:cubicBezTo>
                  <a:pt x="2633880" y="1811616"/>
                  <a:pt x="2552318" y="2235464"/>
                  <a:pt x="2240406" y="2547092"/>
                </a:cubicBezTo>
                <a:cubicBezTo>
                  <a:pt x="1768488" y="3019536"/>
                  <a:pt x="1336824" y="3019133"/>
                  <a:pt x="791282" y="3018524"/>
                </a:cubicBezTo>
                <a:lnTo>
                  <a:pt x="738189" y="3018524"/>
                </a:lnTo>
                <a:cubicBezTo>
                  <a:pt x="548660" y="3018524"/>
                  <a:pt x="284860" y="3031685"/>
                  <a:pt x="81358" y="3092919"/>
                </a:cubicBezTo>
                <a:cubicBezTo>
                  <a:pt x="28105" y="2866700"/>
                  <a:pt x="0" y="2613023"/>
                  <a:pt x="0" y="2357119"/>
                </a:cubicBezTo>
                <a:cubicBezTo>
                  <a:pt x="0" y="1777558"/>
                  <a:pt x="149760" y="1358084"/>
                  <a:pt x="471351" y="1037061"/>
                </a:cubicBezTo>
                <a:cubicBezTo>
                  <a:pt x="966920" y="541411"/>
                  <a:pt x="1831866" y="202002"/>
                  <a:pt x="3114626" y="0"/>
                </a:cubicBezTo>
                <a:close/>
              </a:path>
            </a:pathLst>
          </a:custGeom>
          <a:pattFill prst="ltVert">
            <a:fgClr>
              <a:schemeClr val="bg1">
                <a:lumMod val="85000"/>
              </a:schemeClr>
            </a:fgClr>
            <a:bgClr>
              <a:schemeClr val="bg1"/>
            </a:bgClr>
          </a:pattFill>
        </p:spPr>
        <p:txBody>
          <a:bodyPr vert="horz" wrap="square" lIns="0" tIns="0" rIns="0" bIns="0" rtlCol="0" anchor="ctr">
            <a:noAutofit/>
          </a:bodyPr>
          <a:lstStyle>
            <a:lvl1pPr marL="0" indent="0">
              <a:buNone/>
              <a:defRPr lang="en-US"/>
            </a:lvl1pPr>
          </a:lstStyle>
          <a:p>
            <a:pPr lvl="0" algn="ctr"/>
            <a:endParaRPr lang="en-US"/>
          </a:p>
        </p:txBody>
      </p:sp>
    </p:spTree>
    <p:extLst>
      <p:ext uri="{BB962C8B-B14F-4D97-AF65-F5344CB8AC3E}">
        <p14:creationId xmlns:p14="http://schemas.microsoft.com/office/powerpoint/2010/main" val="30945064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1_Fullbleed photo">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FF557E00-5A74-FDE2-5279-90712AB5E54D}"/>
              </a:ext>
            </a:extLst>
          </p:cNvPr>
          <p:cNvSpPr>
            <a:spLocks noGrp="1"/>
          </p:cNvSpPr>
          <p:nvPr>
            <p:ph type="pic" sz="quarter" idx="12"/>
          </p:nvPr>
        </p:nvSpPr>
        <p:spPr>
          <a:xfrm>
            <a:off x="0" y="0"/>
            <a:ext cx="12192000" cy="6858000"/>
          </a:xfrm>
          <a:custGeom>
            <a:avLst/>
            <a:gdLst>
              <a:gd name="connsiteX0" fmla="*/ 11296919 w 12192000"/>
              <a:gd name="connsiteY0" fmla="*/ 6643760 h 6858000"/>
              <a:gd name="connsiteX1" fmla="*/ 11331910 w 12192000"/>
              <a:gd name="connsiteY1" fmla="*/ 6643760 h 6858000"/>
              <a:gd name="connsiteX2" fmla="*/ 11348838 w 12192000"/>
              <a:gd name="connsiteY2" fmla="*/ 6658037 h 6858000"/>
              <a:gd name="connsiteX3" fmla="*/ 11316475 w 12192000"/>
              <a:gd name="connsiteY3" fmla="*/ 6681001 h 6858000"/>
              <a:gd name="connsiteX4" fmla="*/ 11283377 w 12192000"/>
              <a:gd name="connsiteY4" fmla="*/ 6662180 h 6858000"/>
              <a:gd name="connsiteX5" fmla="*/ 11296919 w 12192000"/>
              <a:gd name="connsiteY5" fmla="*/ 6643760 h 6858000"/>
              <a:gd name="connsiteX6" fmla="*/ 11847574 w 12192000"/>
              <a:gd name="connsiteY6" fmla="*/ 6579035 h 6858000"/>
              <a:gd name="connsiteX7" fmla="*/ 11847574 w 12192000"/>
              <a:gd name="connsiteY7" fmla="*/ 6602733 h 6858000"/>
              <a:gd name="connsiteX8" fmla="*/ 11828018 w 12192000"/>
              <a:gd name="connsiteY8" fmla="*/ 6612511 h 6858000"/>
              <a:gd name="connsiteX9" fmla="*/ 11811848 w 12192000"/>
              <a:gd name="connsiteY9" fmla="*/ 6598212 h 6858000"/>
              <a:gd name="connsiteX10" fmla="*/ 11847574 w 12192000"/>
              <a:gd name="connsiteY10" fmla="*/ 6579035 h 6858000"/>
              <a:gd name="connsiteX11" fmla="*/ 11454835 w 12192000"/>
              <a:gd name="connsiteY11" fmla="*/ 6532751 h 6858000"/>
              <a:gd name="connsiteX12" fmla="*/ 11475126 w 12192000"/>
              <a:gd name="connsiteY12" fmla="*/ 6555692 h 6858000"/>
              <a:gd name="connsiteX13" fmla="*/ 11431114 w 12192000"/>
              <a:gd name="connsiteY13" fmla="*/ 6555692 h 6858000"/>
              <a:gd name="connsiteX14" fmla="*/ 11454835 w 12192000"/>
              <a:gd name="connsiteY14" fmla="*/ 6532751 h 6858000"/>
              <a:gd name="connsiteX15" fmla="*/ 11319125 w 12192000"/>
              <a:gd name="connsiteY15" fmla="*/ 6528253 h 6858000"/>
              <a:gd name="connsiteX16" fmla="*/ 11338302 w 12192000"/>
              <a:gd name="connsiteY16" fmla="*/ 6547808 h 6858000"/>
              <a:gd name="connsiteX17" fmla="*/ 11318368 w 12192000"/>
              <a:gd name="connsiteY17" fmla="*/ 6567364 h 6858000"/>
              <a:gd name="connsiteX18" fmla="*/ 11299570 w 12192000"/>
              <a:gd name="connsiteY18" fmla="*/ 6547808 h 6858000"/>
              <a:gd name="connsiteX19" fmla="*/ 11319125 w 12192000"/>
              <a:gd name="connsiteY19" fmla="*/ 6528253 h 6858000"/>
              <a:gd name="connsiteX20" fmla="*/ 10965988 w 12192000"/>
              <a:gd name="connsiteY20" fmla="*/ 6508674 h 6858000"/>
              <a:gd name="connsiteX21" fmla="*/ 11015657 w 12192000"/>
              <a:gd name="connsiteY21" fmla="*/ 6636966 h 6858000"/>
              <a:gd name="connsiteX22" fmla="*/ 11011893 w 12192000"/>
              <a:gd name="connsiteY22" fmla="*/ 6645987 h 6858000"/>
              <a:gd name="connsiteX23" fmla="*/ 10979530 w 12192000"/>
              <a:gd name="connsiteY23" fmla="*/ 6678350 h 6858000"/>
              <a:gd name="connsiteX24" fmla="*/ 10962224 w 12192000"/>
              <a:gd name="connsiteY24" fmla="*/ 6676100 h 6858000"/>
              <a:gd name="connsiteX25" fmla="*/ 10956589 w 12192000"/>
              <a:gd name="connsiteY25" fmla="*/ 6701669 h 6858000"/>
              <a:gd name="connsiteX26" fmla="*/ 10985922 w 12192000"/>
              <a:gd name="connsiteY26" fmla="*/ 6705433 h 6858000"/>
              <a:gd name="connsiteX27" fmla="*/ 11042362 w 12192000"/>
              <a:gd name="connsiteY27" fmla="*/ 6664050 h 6858000"/>
              <a:gd name="connsiteX28" fmla="*/ 11106308 w 12192000"/>
              <a:gd name="connsiteY28" fmla="*/ 6508674 h 6858000"/>
              <a:gd name="connsiteX29" fmla="*/ 11106286 w 12192000"/>
              <a:gd name="connsiteY29" fmla="*/ 6508674 h 6858000"/>
              <a:gd name="connsiteX30" fmla="*/ 11069045 w 12192000"/>
              <a:gd name="connsiteY30" fmla="*/ 6508674 h 6858000"/>
              <a:gd name="connsiteX31" fmla="*/ 11044968 w 12192000"/>
              <a:gd name="connsiteY31" fmla="*/ 6571127 h 6858000"/>
              <a:gd name="connsiteX32" fmla="*/ 11037818 w 12192000"/>
              <a:gd name="connsiteY32" fmla="*/ 6593334 h 6858000"/>
              <a:gd name="connsiteX33" fmla="*/ 11032183 w 12192000"/>
              <a:gd name="connsiteY33" fmla="*/ 6572263 h 6858000"/>
              <a:gd name="connsiteX34" fmla="*/ 11008864 w 12192000"/>
              <a:gd name="connsiteY34" fmla="*/ 6508674 h 6858000"/>
              <a:gd name="connsiteX35" fmla="*/ 11835925 w 12192000"/>
              <a:gd name="connsiteY35" fmla="*/ 6505690 h 6858000"/>
              <a:gd name="connsiteX36" fmla="*/ 11777993 w 12192000"/>
              <a:gd name="connsiteY36" fmla="*/ 6521482 h 6858000"/>
              <a:gd name="connsiteX37" fmla="*/ 11787771 w 12192000"/>
              <a:gd name="connsiteY37" fmla="*/ 6545180 h 6858000"/>
              <a:gd name="connsiteX38" fmla="*/ 11824655 w 12192000"/>
              <a:gd name="connsiteY38" fmla="*/ 6533130 h 6858000"/>
              <a:gd name="connsiteX39" fmla="*/ 11847574 w 12192000"/>
              <a:gd name="connsiteY39" fmla="*/ 6551194 h 6858000"/>
              <a:gd name="connsiteX40" fmla="*/ 11847574 w 12192000"/>
              <a:gd name="connsiteY40" fmla="*/ 6554579 h 6858000"/>
              <a:gd name="connsiteX41" fmla="*/ 11771957 w 12192000"/>
              <a:gd name="connsiteY41" fmla="*/ 6603869 h 6858000"/>
              <a:gd name="connsiteX42" fmla="*/ 11812204 w 12192000"/>
              <a:gd name="connsiteY42" fmla="*/ 6639595 h 6858000"/>
              <a:gd name="connsiteX43" fmla="*/ 11848710 w 12192000"/>
              <a:gd name="connsiteY43" fmla="*/ 6626810 h 6858000"/>
              <a:gd name="connsiteX44" fmla="*/ 11848710 w 12192000"/>
              <a:gd name="connsiteY44" fmla="*/ 6636967 h 6858000"/>
              <a:gd name="connsiteX45" fmla="*/ 11886329 w 12192000"/>
              <a:gd name="connsiteY45" fmla="*/ 6636967 h 6858000"/>
              <a:gd name="connsiteX46" fmla="*/ 11886351 w 12192000"/>
              <a:gd name="connsiteY46" fmla="*/ 6636989 h 6858000"/>
              <a:gd name="connsiteX47" fmla="*/ 11886351 w 12192000"/>
              <a:gd name="connsiteY47" fmla="*/ 6545937 h 6858000"/>
              <a:gd name="connsiteX48" fmla="*/ 11835925 w 12192000"/>
              <a:gd name="connsiteY48" fmla="*/ 6505690 h 6858000"/>
              <a:gd name="connsiteX49" fmla="*/ 11616380 w 12192000"/>
              <a:gd name="connsiteY49" fmla="*/ 6505667 h 6858000"/>
              <a:gd name="connsiteX50" fmla="*/ 11572369 w 12192000"/>
              <a:gd name="connsiteY50" fmla="*/ 6519966 h 6858000"/>
              <a:gd name="connsiteX51" fmla="*/ 11572369 w 12192000"/>
              <a:gd name="connsiteY51" fmla="*/ 6508674 h 6858000"/>
              <a:gd name="connsiteX52" fmla="*/ 11533614 w 12192000"/>
              <a:gd name="connsiteY52" fmla="*/ 6508674 h 6858000"/>
              <a:gd name="connsiteX53" fmla="*/ 11533614 w 12192000"/>
              <a:gd name="connsiteY53" fmla="*/ 6636944 h 6858000"/>
              <a:gd name="connsiteX54" fmla="*/ 11573505 w 12192000"/>
              <a:gd name="connsiteY54" fmla="*/ 6636944 h 6858000"/>
              <a:gd name="connsiteX55" fmla="*/ 11573505 w 12192000"/>
              <a:gd name="connsiteY55" fmla="*/ 6546672 h 6858000"/>
              <a:gd name="connsiteX56" fmla="*/ 11597938 w 12192000"/>
              <a:gd name="connsiteY56" fmla="*/ 6535758 h 6858000"/>
              <a:gd name="connsiteX57" fmla="*/ 11616737 w 12192000"/>
              <a:gd name="connsiteY57" fmla="*/ 6554578 h 6858000"/>
              <a:gd name="connsiteX58" fmla="*/ 11616737 w 12192000"/>
              <a:gd name="connsiteY58" fmla="*/ 6636966 h 6858000"/>
              <a:gd name="connsiteX59" fmla="*/ 11656628 w 12192000"/>
              <a:gd name="connsiteY59" fmla="*/ 6636966 h 6858000"/>
              <a:gd name="connsiteX60" fmla="*/ 11656628 w 12192000"/>
              <a:gd name="connsiteY60" fmla="*/ 6636944 h 6858000"/>
              <a:gd name="connsiteX61" fmla="*/ 11656628 w 12192000"/>
              <a:gd name="connsiteY61" fmla="*/ 6545536 h 6858000"/>
              <a:gd name="connsiteX62" fmla="*/ 11616380 w 12192000"/>
              <a:gd name="connsiteY62" fmla="*/ 6505667 h 6858000"/>
              <a:gd name="connsiteX63" fmla="*/ 11456350 w 12192000"/>
              <a:gd name="connsiteY63" fmla="*/ 6505667 h 6858000"/>
              <a:gd name="connsiteX64" fmla="*/ 11388662 w 12192000"/>
              <a:gd name="connsiteY64" fmla="*/ 6572998 h 6858000"/>
              <a:gd name="connsiteX65" fmla="*/ 11453343 w 12192000"/>
              <a:gd name="connsiteY65" fmla="*/ 6639594 h 6858000"/>
              <a:gd name="connsiteX66" fmla="*/ 11510896 w 12192000"/>
              <a:gd name="connsiteY66" fmla="*/ 6624916 h 6858000"/>
              <a:gd name="connsiteX67" fmla="*/ 11500361 w 12192000"/>
              <a:gd name="connsiteY67" fmla="*/ 6601218 h 6858000"/>
              <a:gd name="connsiteX68" fmla="*/ 11467620 w 12192000"/>
              <a:gd name="connsiteY68" fmla="*/ 6610996 h 6858000"/>
              <a:gd name="connsiteX69" fmla="*/ 11430758 w 12192000"/>
              <a:gd name="connsiteY69" fmla="*/ 6581284 h 6858000"/>
              <a:gd name="connsiteX70" fmla="*/ 11515774 w 12192000"/>
              <a:gd name="connsiteY70" fmla="*/ 6581284 h 6858000"/>
              <a:gd name="connsiteX71" fmla="*/ 11516152 w 12192000"/>
              <a:gd name="connsiteY71" fmla="*/ 6568120 h 6858000"/>
              <a:gd name="connsiteX72" fmla="*/ 11516175 w 12192000"/>
              <a:gd name="connsiteY72" fmla="*/ 6568120 h 6858000"/>
              <a:gd name="connsiteX73" fmla="*/ 11456350 w 12192000"/>
              <a:gd name="connsiteY73" fmla="*/ 6505667 h 6858000"/>
              <a:gd name="connsiteX74" fmla="*/ 11197315 w 12192000"/>
              <a:gd name="connsiteY74" fmla="*/ 6505667 h 6858000"/>
              <a:gd name="connsiteX75" fmla="*/ 11153304 w 12192000"/>
              <a:gd name="connsiteY75" fmla="*/ 6519966 h 6858000"/>
              <a:gd name="connsiteX76" fmla="*/ 11153304 w 12192000"/>
              <a:gd name="connsiteY76" fmla="*/ 6508674 h 6858000"/>
              <a:gd name="connsiteX77" fmla="*/ 11114549 w 12192000"/>
              <a:gd name="connsiteY77" fmla="*/ 6508674 h 6858000"/>
              <a:gd name="connsiteX78" fmla="*/ 11114549 w 12192000"/>
              <a:gd name="connsiteY78" fmla="*/ 6636944 h 6858000"/>
              <a:gd name="connsiteX79" fmla="*/ 11154418 w 12192000"/>
              <a:gd name="connsiteY79" fmla="*/ 6636944 h 6858000"/>
              <a:gd name="connsiteX80" fmla="*/ 11154418 w 12192000"/>
              <a:gd name="connsiteY80" fmla="*/ 6546672 h 6858000"/>
              <a:gd name="connsiteX81" fmla="*/ 11178873 w 12192000"/>
              <a:gd name="connsiteY81" fmla="*/ 6535758 h 6858000"/>
              <a:gd name="connsiteX82" fmla="*/ 11197672 w 12192000"/>
              <a:gd name="connsiteY82" fmla="*/ 6554578 h 6858000"/>
              <a:gd name="connsiteX83" fmla="*/ 11197672 w 12192000"/>
              <a:gd name="connsiteY83" fmla="*/ 6636966 h 6858000"/>
              <a:gd name="connsiteX84" fmla="*/ 11237563 w 12192000"/>
              <a:gd name="connsiteY84" fmla="*/ 6636966 h 6858000"/>
              <a:gd name="connsiteX85" fmla="*/ 11237585 w 12192000"/>
              <a:gd name="connsiteY85" fmla="*/ 6636944 h 6858000"/>
              <a:gd name="connsiteX86" fmla="*/ 11237585 w 12192000"/>
              <a:gd name="connsiteY86" fmla="*/ 6545536 h 6858000"/>
              <a:gd name="connsiteX87" fmla="*/ 11197315 w 12192000"/>
              <a:gd name="connsiteY87" fmla="*/ 6505667 h 6858000"/>
              <a:gd name="connsiteX88" fmla="*/ 11320618 w 12192000"/>
              <a:gd name="connsiteY88" fmla="*/ 6505267 h 6858000"/>
              <a:gd name="connsiteX89" fmla="*/ 11260815 w 12192000"/>
              <a:gd name="connsiteY89" fmla="*/ 6547029 h 6858000"/>
              <a:gd name="connsiteX90" fmla="*/ 11278121 w 12192000"/>
              <a:gd name="connsiteY90" fmla="*/ 6578256 h 6858000"/>
              <a:gd name="connsiteX91" fmla="*/ 11253665 w 12192000"/>
              <a:gd name="connsiteY91" fmla="*/ 6609861 h 6858000"/>
              <a:gd name="connsiteX92" fmla="*/ 11260058 w 12192000"/>
              <a:gd name="connsiteY92" fmla="*/ 6629795 h 6858000"/>
              <a:gd name="connsiteX93" fmla="*/ 11271729 w 12192000"/>
              <a:gd name="connsiteY93" fmla="*/ 6638081 h 6858000"/>
              <a:gd name="connsiteX94" fmla="*/ 11251037 w 12192000"/>
              <a:gd name="connsiteY94" fmla="*/ 6667437 h 6858000"/>
              <a:gd name="connsiteX95" fmla="*/ 11314604 w 12192000"/>
              <a:gd name="connsiteY95" fmla="*/ 6707684 h 6858000"/>
              <a:gd name="connsiteX96" fmla="*/ 11388706 w 12192000"/>
              <a:gd name="connsiteY96" fmla="*/ 6652759 h 6858000"/>
              <a:gd name="connsiteX97" fmla="*/ 11388706 w 12192000"/>
              <a:gd name="connsiteY97" fmla="*/ 6652736 h 6858000"/>
              <a:gd name="connsiteX98" fmla="*/ 11341666 w 12192000"/>
              <a:gd name="connsiteY98" fmla="*/ 6610240 h 6858000"/>
              <a:gd name="connsiteX99" fmla="*/ 11310060 w 12192000"/>
              <a:gd name="connsiteY99" fmla="*/ 6610240 h 6858000"/>
              <a:gd name="connsiteX100" fmla="*/ 11290505 w 12192000"/>
              <a:gd name="connsiteY100" fmla="*/ 6598947 h 6858000"/>
              <a:gd name="connsiteX101" fmla="*/ 11300283 w 12192000"/>
              <a:gd name="connsiteY101" fmla="*/ 6588033 h 6858000"/>
              <a:gd name="connsiteX102" fmla="*/ 11316096 w 12192000"/>
              <a:gd name="connsiteY102" fmla="*/ 6589904 h 6858000"/>
              <a:gd name="connsiteX103" fmla="*/ 11377057 w 12192000"/>
              <a:gd name="connsiteY103" fmla="*/ 6545893 h 6858000"/>
              <a:gd name="connsiteX104" fmla="*/ 11320618 w 12192000"/>
              <a:gd name="connsiteY104" fmla="*/ 6505267 h 6858000"/>
              <a:gd name="connsiteX105" fmla="*/ 10912733 w 12192000"/>
              <a:gd name="connsiteY105" fmla="*/ 6503396 h 6858000"/>
              <a:gd name="connsiteX106" fmla="*/ 10859322 w 12192000"/>
              <a:gd name="connsiteY106" fmla="*/ 6546271 h 6858000"/>
              <a:gd name="connsiteX107" fmla="*/ 10889035 w 12192000"/>
              <a:gd name="connsiteY107" fmla="*/ 6583156 h 6858000"/>
              <a:gd name="connsiteX108" fmla="*/ 10916119 w 12192000"/>
              <a:gd name="connsiteY108" fmla="*/ 6589548 h 6858000"/>
              <a:gd name="connsiteX109" fmla="*/ 10925540 w 12192000"/>
              <a:gd name="connsiteY109" fmla="*/ 6599326 h 6858000"/>
              <a:gd name="connsiteX110" fmla="*/ 10903334 w 12192000"/>
              <a:gd name="connsiteY110" fmla="*/ 6611754 h 6858000"/>
              <a:gd name="connsiteX111" fmla="*/ 10866851 w 12192000"/>
              <a:gd name="connsiteY111" fmla="*/ 6603112 h 6858000"/>
              <a:gd name="connsiteX112" fmla="*/ 10855937 w 12192000"/>
              <a:gd name="connsiteY112" fmla="*/ 6629060 h 6858000"/>
              <a:gd name="connsiteX113" fmla="*/ 10908991 w 12192000"/>
              <a:gd name="connsiteY113" fmla="*/ 6639217 h 6858000"/>
              <a:gd name="connsiteX114" fmla="*/ 10965431 w 12192000"/>
              <a:gd name="connsiteY114" fmla="*/ 6595962 h 6858000"/>
              <a:gd name="connsiteX115" fmla="*/ 10965386 w 12192000"/>
              <a:gd name="connsiteY115" fmla="*/ 6595962 h 6858000"/>
              <a:gd name="connsiteX116" fmla="*/ 10931910 w 12192000"/>
              <a:gd name="connsiteY116" fmla="*/ 6555693 h 6858000"/>
              <a:gd name="connsiteX117" fmla="*/ 10907454 w 12192000"/>
              <a:gd name="connsiteY117" fmla="*/ 6550058 h 6858000"/>
              <a:gd name="connsiteX118" fmla="*/ 10899547 w 12192000"/>
              <a:gd name="connsiteY118" fmla="*/ 6540659 h 6858000"/>
              <a:gd name="connsiteX119" fmla="*/ 10917989 w 12192000"/>
              <a:gd name="connsiteY119" fmla="*/ 6529745 h 6858000"/>
              <a:gd name="connsiteX120" fmla="*/ 10947345 w 12192000"/>
              <a:gd name="connsiteY120" fmla="*/ 6535380 h 6858000"/>
              <a:gd name="connsiteX121" fmla="*/ 10957502 w 12192000"/>
              <a:gd name="connsiteY121" fmla="*/ 6509410 h 6858000"/>
              <a:gd name="connsiteX122" fmla="*/ 10912733 w 12192000"/>
              <a:gd name="connsiteY122" fmla="*/ 6503396 h 6858000"/>
              <a:gd name="connsiteX123" fmla="*/ 11728949 w 12192000"/>
              <a:gd name="connsiteY123" fmla="*/ 6469184 h 6858000"/>
              <a:gd name="connsiteX124" fmla="*/ 11689080 w 12192000"/>
              <a:gd name="connsiteY124" fmla="*/ 6480476 h 6858000"/>
              <a:gd name="connsiteX125" fmla="*/ 11689080 w 12192000"/>
              <a:gd name="connsiteY125" fmla="*/ 6508674 h 6858000"/>
              <a:gd name="connsiteX126" fmla="*/ 11668767 w 12192000"/>
              <a:gd name="connsiteY126" fmla="*/ 6508674 h 6858000"/>
              <a:gd name="connsiteX127" fmla="*/ 11668767 w 12192000"/>
              <a:gd name="connsiteY127" fmla="*/ 6534266 h 6858000"/>
              <a:gd name="connsiteX128" fmla="*/ 11689080 w 12192000"/>
              <a:gd name="connsiteY128" fmla="*/ 6534266 h 6858000"/>
              <a:gd name="connsiteX129" fmla="*/ 11689080 w 12192000"/>
              <a:gd name="connsiteY129" fmla="*/ 6601597 h 6858000"/>
              <a:gd name="connsiteX130" fmla="*/ 11734584 w 12192000"/>
              <a:gd name="connsiteY130" fmla="*/ 6639595 h 6858000"/>
              <a:gd name="connsiteX131" fmla="*/ 11763939 w 12192000"/>
              <a:gd name="connsiteY131" fmla="*/ 6636588 h 6858000"/>
              <a:gd name="connsiteX132" fmla="*/ 11761289 w 12192000"/>
              <a:gd name="connsiteY132" fmla="*/ 6610617 h 6858000"/>
              <a:gd name="connsiteX133" fmla="*/ 11748883 w 12192000"/>
              <a:gd name="connsiteY133" fmla="*/ 6611753 h 6858000"/>
              <a:gd name="connsiteX134" fmla="*/ 11728949 w 12192000"/>
              <a:gd name="connsiteY134" fmla="*/ 6592198 h 6858000"/>
              <a:gd name="connsiteX135" fmla="*/ 11728949 w 12192000"/>
              <a:gd name="connsiteY135" fmla="*/ 6534266 h 6858000"/>
              <a:gd name="connsiteX136" fmla="*/ 11763939 w 12192000"/>
              <a:gd name="connsiteY136" fmla="*/ 6534266 h 6858000"/>
              <a:gd name="connsiteX137" fmla="*/ 11763939 w 12192000"/>
              <a:gd name="connsiteY137" fmla="*/ 6508674 h 6858000"/>
              <a:gd name="connsiteX138" fmla="*/ 11728949 w 12192000"/>
              <a:gd name="connsiteY138" fmla="*/ 6508674 h 6858000"/>
              <a:gd name="connsiteX139" fmla="*/ 11453186 w 12192000"/>
              <a:gd name="connsiteY139" fmla="*/ 6399470 h 6858000"/>
              <a:gd name="connsiteX140" fmla="*/ 11362936 w 12192000"/>
              <a:gd name="connsiteY140" fmla="*/ 6432879 h 6858000"/>
              <a:gd name="connsiteX141" fmla="*/ 11347568 w 12192000"/>
              <a:gd name="connsiteY141" fmla="*/ 6475332 h 6858000"/>
              <a:gd name="connsiteX142" fmla="*/ 11351622 w 12192000"/>
              <a:gd name="connsiteY142" fmla="*/ 6503774 h 6858000"/>
              <a:gd name="connsiteX143" fmla="*/ 11374206 w 12192000"/>
              <a:gd name="connsiteY143" fmla="*/ 6499721 h 6858000"/>
              <a:gd name="connsiteX144" fmla="*/ 11422026 w 12192000"/>
              <a:gd name="connsiteY144" fmla="*/ 6484375 h 6858000"/>
              <a:gd name="connsiteX145" fmla="*/ 11453164 w 12192000"/>
              <a:gd name="connsiteY145" fmla="*/ 6399515 h 6858000"/>
              <a:gd name="connsiteX146" fmla="*/ 0 w 12192000"/>
              <a:gd name="connsiteY146" fmla="*/ 0 h 6858000"/>
              <a:gd name="connsiteX147" fmla="*/ 12192000 w 12192000"/>
              <a:gd name="connsiteY147" fmla="*/ 0 h 6858000"/>
              <a:gd name="connsiteX148" fmla="*/ 12192000 w 12192000"/>
              <a:gd name="connsiteY148" fmla="*/ 6858000 h 6858000"/>
              <a:gd name="connsiteX149" fmla="*/ 0 w 12192000"/>
              <a:gd name="connsiteY14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2192000" h="6858000">
                <a:moveTo>
                  <a:pt x="11296919" y="6643760"/>
                </a:moveTo>
                <a:lnTo>
                  <a:pt x="11331910" y="6643760"/>
                </a:lnTo>
                <a:cubicBezTo>
                  <a:pt x="11340463" y="6643760"/>
                  <a:pt x="11348838" y="6647569"/>
                  <a:pt x="11348838" y="6658037"/>
                </a:cubicBezTo>
                <a:cubicBezTo>
                  <a:pt x="11348838" y="6672470"/>
                  <a:pt x="11334405" y="6681001"/>
                  <a:pt x="11316475" y="6681001"/>
                </a:cubicBezTo>
                <a:cubicBezTo>
                  <a:pt x="11298545" y="6681001"/>
                  <a:pt x="11283377" y="6673450"/>
                  <a:pt x="11283377" y="6662180"/>
                </a:cubicBezTo>
                <a:cubicBezTo>
                  <a:pt x="11283377" y="6653471"/>
                  <a:pt x="11291596" y="6646789"/>
                  <a:pt x="11296919" y="6643760"/>
                </a:cubicBezTo>
                <a:close/>
                <a:moveTo>
                  <a:pt x="11847574" y="6579035"/>
                </a:moveTo>
                <a:lnTo>
                  <a:pt x="11847574" y="6602733"/>
                </a:lnTo>
                <a:cubicBezTo>
                  <a:pt x="11842674" y="6608368"/>
                  <a:pt x="11836281" y="6612511"/>
                  <a:pt x="11828018" y="6612511"/>
                </a:cubicBezTo>
                <a:cubicBezTo>
                  <a:pt x="11821047" y="6612511"/>
                  <a:pt x="11811848" y="6609103"/>
                  <a:pt x="11811848" y="6598212"/>
                </a:cubicBezTo>
                <a:cubicBezTo>
                  <a:pt x="11811848" y="6580572"/>
                  <a:pt x="11829109" y="6578745"/>
                  <a:pt x="11847574" y="6579035"/>
                </a:cubicBezTo>
                <a:close/>
                <a:moveTo>
                  <a:pt x="11454835" y="6532751"/>
                </a:moveTo>
                <a:cubicBezTo>
                  <a:pt x="11468711" y="6532751"/>
                  <a:pt x="11475816" y="6541571"/>
                  <a:pt x="11475126" y="6555692"/>
                </a:cubicBezTo>
                <a:lnTo>
                  <a:pt x="11431114" y="6555692"/>
                </a:lnTo>
                <a:cubicBezTo>
                  <a:pt x="11433386" y="6542618"/>
                  <a:pt x="11440959" y="6532751"/>
                  <a:pt x="11454835" y="6532751"/>
                </a:cubicBezTo>
                <a:close/>
                <a:moveTo>
                  <a:pt x="11319125" y="6528253"/>
                </a:moveTo>
                <a:cubicBezTo>
                  <a:pt x="11332378" y="6528253"/>
                  <a:pt x="11338302" y="6537051"/>
                  <a:pt x="11338302" y="6547808"/>
                </a:cubicBezTo>
                <a:cubicBezTo>
                  <a:pt x="11338302" y="6558522"/>
                  <a:pt x="11331665" y="6567364"/>
                  <a:pt x="11318368" y="6567364"/>
                </a:cubicBezTo>
                <a:cubicBezTo>
                  <a:pt x="11306274" y="6567364"/>
                  <a:pt x="11299570" y="6558566"/>
                  <a:pt x="11299570" y="6547808"/>
                </a:cubicBezTo>
                <a:cubicBezTo>
                  <a:pt x="11299570" y="6538476"/>
                  <a:pt x="11307009" y="6528253"/>
                  <a:pt x="11319125" y="6528253"/>
                </a:cubicBezTo>
                <a:close/>
                <a:moveTo>
                  <a:pt x="10965988" y="6508674"/>
                </a:moveTo>
                <a:lnTo>
                  <a:pt x="11015657" y="6636966"/>
                </a:lnTo>
                <a:lnTo>
                  <a:pt x="11011893" y="6645987"/>
                </a:lnTo>
                <a:cubicBezTo>
                  <a:pt x="11004097" y="6664718"/>
                  <a:pt x="10995589" y="6678350"/>
                  <a:pt x="10979530" y="6678350"/>
                </a:cubicBezTo>
                <a:cubicBezTo>
                  <a:pt x="10974630" y="6678350"/>
                  <a:pt x="10969307" y="6677704"/>
                  <a:pt x="10962224" y="6676100"/>
                </a:cubicBezTo>
                <a:lnTo>
                  <a:pt x="10956589" y="6701669"/>
                </a:lnTo>
                <a:cubicBezTo>
                  <a:pt x="10965365" y="6703674"/>
                  <a:pt x="10972470" y="6705433"/>
                  <a:pt x="10985922" y="6705433"/>
                </a:cubicBezTo>
                <a:cubicBezTo>
                  <a:pt x="11012806" y="6705433"/>
                  <a:pt x="11032540" y="6687927"/>
                  <a:pt x="11042362" y="6664050"/>
                </a:cubicBezTo>
                <a:lnTo>
                  <a:pt x="11106308" y="6508674"/>
                </a:lnTo>
                <a:lnTo>
                  <a:pt x="11106286" y="6508674"/>
                </a:lnTo>
                <a:lnTo>
                  <a:pt x="11069045" y="6508674"/>
                </a:lnTo>
                <a:lnTo>
                  <a:pt x="11044968" y="6571127"/>
                </a:lnTo>
                <a:cubicBezTo>
                  <a:pt x="11042117" y="6578522"/>
                  <a:pt x="11039288" y="6587743"/>
                  <a:pt x="11037818" y="6593334"/>
                </a:cubicBezTo>
                <a:cubicBezTo>
                  <a:pt x="11036571" y="6587788"/>
                  <a:pt x="11034990" y="6579948"/>
                  <a:pt x="11032183" y="6572263"/>
                </a:cubicBezTo>
                <a:lnTo>
                  <a:pt x="11008864" y="6508674"/>
                </a:lnTo>
                <a:close/>
                <a:moveTo>
                  <a:pt x="11835925" y="6505690"/>
                </a:moveTo>
                <a:cubicBezTo>
                  <a:pt x="11815968" y="6505690"/>
                  <a:pt x="11794920" y="6512283"/>
                  <a:pt x="11777993" y="6521482"/>
                </a:cubicBezTo>
                <a:lnTo>
                  <a:pt x="11787771" y="6545180"/>
                </a:lnTo>
                <a:cubicBezTo>
                  <a:pt x="11797304" y="6539456"/>
                  <a:pt x="11811848" y="6533130"/>
                  <a:pt x="11824655" y="6533130"/>
                </a:cubicBezTo>
                <a:cubicBezTo>
                  <a:pt x="11843587" y="6533130"/>
                  <a:pt x="11847574" y="6540614"/>
                  <a:pt x="11847574" y="6551194"/>
                </a:cubicBezTo>
                <a:lnTo>
                  <a:pt x="11847574" y="6554579"/>
                </a:lnTo>
                <a:cubicBezTo>
                  <a:pt x="11814409" y="6554735"/>
                  <a:pt x="11771957" y="6561350"/>
                  <a:pt x="11771957" y="6603869"/>
                </a:cubicBezTo>
                <a:cubicBezTo>
                  <a:pt x="11771957" y="6628035"/>
                  <a:pt x="11788350" y="6639595"/>
                  <a:pt x="11812204" y="6639595"/>
                </a:cubicBezTo>
                <a:cubicBezTo>
                  <a:pt x="11826281" y="6639595"/>
                  <a:pt x="11838932" y="6635452"/>
                  <a:pt x="11848710" y="6626810"/>
                </a:cubicBezTo>
                <a:lnTo>
                  <a:pt x="11848710" y="6636967"/>
                </a:lnTo>
                <a:lnTo>
                  <a:pt x="11886329" y="6636967"/>
                </a:lnTo>
                <a:lnTo>
                  <a:pt x="11886351" y="6636989"/>
                </a:lnTo>
                <a:lnTo>
                  <a:pt x="11886351" y="6545937"/>
                </a:lnTo>
                <a:cubicBezTo>
                  <a:pt x="11886351" y="6520323"/>
                  <a:pt x="11866550" y="6505690"/>
                  <a:pt x="11835925" y="6505690"/>
                </a:cubicBezTo>
                <a:close/>
                <a:moveTo>
                  <a:pt x="11616380" y="6505667"/>
                </a:moveTo>
                <a:cubicBezTo>
                  <a:pt x="11600255" y="6505667"/>
                  <a:pt x="11585376" y="6511235"/>
                  <a:pt x="11572369" y="6519966"/>
                </a:cubicBezTo>
                <a:lnTo>
                  <a:pt x="11572369" y="6508674"/>
                </a:lnTo>
                <a:lnTo>
                  <a:pt x="11533614" y="6508674"/>
                </a:lnTo>
                <a:lnTo>
                  <a:pt x="11533614" y="6636944"/>
                </a:lnTo>
                <a:lnTo>
                  <a:pt x="11573505" y="6636944"/>
                </a:lnTo>
                <a:lnTo>
                  <a:pt x="11573505" y="6546672"/>
                </a:lnTo>
                <a:cubicBezTo>
                  <a:pt x="11580944" y="6540725"/>
                  <a:pt x="11587626" y="6535758"/>
                  <a:pt x="11597938" y="6535758"/>
                </a:cubicBezTo>
                <a:cubicBezTo>
                  <a:pt x="11611636" y="6535758"/>
                  <a:pt x="11616737" y="6542462"/>
                  <a:pt x="11616737" y="6554578"/>
                </a:cubicBezTo>
                <a:lnTo>
                  <a:pt x="11616737" y="6636966"/>
                </a:lnTo>
                <a:lnTo>
                  <a:pt x="11656628" y="6636966"/>
                </a:lnTo>
                <a:lnTo>
                  <a:pt x="11656628" y="6636944"/>
                </a:lnTo>
                <a:lnTo>
                  <a:pt x="11656628" y="6545536"/>
                </a:lnTo>
                <a:cubicBezTo>
                  <a:pt x="11656628" y="6521481"/>
                  <a:pt x="11641816" y="6505667"/>
                  <a:pt x="11616380" y="6505667"/>
                </a:cubicBezTo>
                <a:close/>
                <a:moveTo>
                  <a:pt x="11456350" y="6505667"/>
                </a:moveTo>
                <a:cubicBezTo>
                  <a:pt x="11421203" y="6505667"/>
                  <a:pt x="11388662" y="6532060"/>
                  <a:pt x="11388662" y="6572998"/>
                </a:cubicBezTo>
                <a:cubicBezTo>
                  <a:pt x="11388662" y="6613936"/>
                  <a:pt x="11413496" y="6639594"/>
                  <a:pt x="11453343" y="6639594"/>
                </a:cubicBezTo>
                <a:cubicBezTo>
                  <a:pt x="11474413" y="6639594"/>
                  <a:pt x="11493323" y="6634449"/>
                  <a:pt x="11510896" y="6624916"/>
                </a:cubicBezTo>
                <a:lnTo>
                  <a:pt x="11500361" y="6601218"/>
                </a:lnTo>
                <a:cubicBezTo>
                  <a:pt x="11494147" y="6605517"/>
                  <a:pt x="11479669" y="6610996"/>
                  <a:pt x="11467620" y="6610996"/>
                </a:cubicBezTo>
                <a:cubicBezTo>
                  <a:pt x="11440424" y="6610996"/>
                  <a:pt x="11431114" y="6599948"/>
                  <a:pt x="11430758" y="6581284"/>
                </a:cubicBezTo>
                <a:lnTo>
                  <a:pt x="11515774" y="6581284"/>
                </a:lnTo>
                <a:cubicBezTo>
                  <a:pt x="11516019" y="6576740"/>
                  <a:pt x="11516152" y="6572375"/>
                  <a:pt x="11516152" y="6568120"/>
                </a:cubicBezTo>
                <a:lnTo>
                  <a:pt x="11516175" y="6568120"/>
                </a:lnTo>
                <a:cubicBezTo>
                  <a:pt x="11516175" y="6531259"/>
                  <a:pt x="11500138" y="6505667"/>
                  <a:pt x="11456350" y="6505667"/>
                </a:cubicBezTo>
                <a:close/>
                <a:moveTo>
                  <a:pt x="11197315" y="6505667"/>
                </a:moveTo>
                <a:cubicBezTo>
                  <a:pt x="11181190" y="6505667"/>
                  <a:pt x="11166289" y="6511235"/>
                  <a:pt x="11153304" y="6519966"/>
                </a:cubicBezTo>
                <a:lnTo>
                  <a:pt x="11153304" y="6508674"/>
                </a:lnTo>
                <a:lnTo>
                  <a:pt x="11114549" y="6508674"/>
                </a:lnTo>
                <a:lnTo>
                  <a:pt x="11114549" y="6636944"/>
                </a:lnTo>
                <a:lnTo>
                  <a:pt x="11154418" y="6636944"/>
                </a:lnTo>
                <a:lnTo>
                  <a:pt x="11154418" y="6546672"/>
                </a:lnTo>
                <a:cubicBezTo>
                  <a:pt x="11161879" y="6540725"/>
                  <a:pt x="11168561" y="6535758"/>
                  <a:pt x="11178873" y="6535758"/>
                </a:cubicBezTo>
                <a:cubicBezTo>
                  <a:pt x="11192571" y="6535758"/>
                  <a:pt x="11197672" y="6542462"/>
                  <a:pt x="11197672" y="6554578"/>
                </a:cubicBezTo>
                <a:lnTo>
                  <a:pt x="11197672" y="6636966"/>
                </a:lnTo>
                <a:lnTo>
                  <a:pt x="11237563" y="6636966"/>
                </a:lnTo>
                <a:lnTo>
                  <a:pt x="11237585" y="6636944"/>
                </a:lnTo>
                <a:lnTo>
                  <a:pt x="11237585" y="6545536"/>
                </a:lnTo>
                <a:cubicBezTo>
                  <a:pt x="11237585" y="6521481"/>
                  <a:pt x="11222751" y="6505667"/>
                  <a:pt x="11197315" y="6505667"/>
                </a:cubicBezTo>
                <a:close/>
                <a:moveTo>
                  <a:pt x="11320618" y="6505267"/>
                </a:moveTo>
                <a:cubicBezTo>
                  <a:pt x="11286741" y="6505267"/>
                  <a:pt x="11260815" y="6519678"/>
                  <a:pt x="11260815" y="6547029"/>
                </a:cubicBezTo>
                <a:cubicBezTo>
                  <a:pt x="11260815" y="6568055"/>
                  <a:pt x="11270682" y="6574335"/>
                  <a:pt x="11278121" y="6578256"/>
                </a:cubicBezTo>
                <a:cubicBezTo>
                  <a:pt x="11264735" y="6585717"/>
                  <a:pt x="11253665" y="6597321"/>
                  <a:pt x="11253665" y="6609861"/>
                </a:cubicBezTo>
                <a:cubicBezTo>
                  <a:pt x="11253665" y="6619817"/>
                  <a:pt x="11256494" y="6625742"/>
                  <a:pt x="11260058" y="6629795"/>
                </a:cubicBezTo>
                <a:cubicBezTo>
                  <a:pt x="11263443" y="6633648"/>
                  <a:pt x="11267408" y="6635608"/>
                  <a:pt x="11271729" y="6638081"/>
                </a:cubicBezTo>
                <a:cubicBezTo>
                  <a:pt x="11263911" y="6643159"/>
                  <a:pt x="11251037" y="6652892"/>
                  <a:pt x="11251037" y="6667437"/>
                </a:cubicBezTo>
                <a:cubicBezTo>
                  <a:pt x="11251037" y="6698530"/>
                  <a:pt x="11282219" y="6707840"/>
                  <a:pt x="11314604" y="6707684"/>
                </a:cubicBezTo>
                <a:cubicBezTo>
                  <a:pt x="11351399" y="6707506"/>
                  <a:pt x="11388706" y="6690177"/>
                  <a:pt x="11388706" y="6652759"/>
                </a:cubicBezTo>
                <a:lnTo>
                  <a:pt x="11388706" y="6652736"/>
                </a:lnTo>
                <a:cubicBezTo>
                  <a:pt x="11388706" y="6624450"/>
                  <a:pt x="11370977" y="6610240"/>
                  <a:pt x="11341666" y="6610240"/>
                </a:cubicBezTo>
                <a:lnTo>
                  <a:pt x="11310060" y="6610240"/>
                </a:lnTo>
                <a:cubicBezTo>
                  <a:pt x="11303958" y="6610240"/>
                  <a:pt x="11290505" y="6608792"/>
                  <a:pt x="11290505" y="6598947"/>
                </a:cubicBezTo>
                <a:cubicBezTo>
                  <a:pt x="11290505" y="6594092"/>
                  <a:pt x="11297031" y="6589771"/>
                  <a:pt x="11300283" y="6588033"/>
                </a:cubicBezTo>
                <a:cubicBezTo>
                  <a:pt x="11305272" y="6589013"/>
                  <a:pt x="11310394" y="6589904"/>
                  <a:pt x="11316096" y="6589904"/>
                </a:cubicBezTo>
                <a:cubicBezTo>
                  <a:pt x="11346766" y="6589904"/>
                  <a:pt x="11377057" y="6579636"/>
                  <a:pt x="11377057" y="6545893"/>
                </a:cubicBezTo>
                <a:cubicBezTo>
                  <a:pt x="11377057" y="6512149"/>
                  <a:pt x="11349417" y="6505267"/>
                  <a:pt x="11320618" y="6505267"/>
                </a:cubicBezTo>
                <a:close/>
                <a:moveTo>
                  <a:pt x="10912733" y="6503396"/>
                </a:moveTo>
                <a:cubicBezTo>
                  <a:pt x="10881885" y="6503396"/>
                  <a:pt x="10859322" y="6519833"/>
                  <a:pt x="10859322" y="6546271"/>
                </a:cubicBezTo>
                <a:cubicBezTo>
                  <a:pt x="10859322" y="6570148"/>
                  <a:pt x="10872775" y="6578679"/>
                  <a:pt x="10889035" y="6583156"/>
                </a:cubicBezTo>
                <a:cubicBezTo>
                  <a:pt x="10896763" y="6585271"/>
                  <a:pt x="10908479" y="6587298"/>
                  <a:pt x="10916119" y="6589548"/>
                </a:cubicBezTo>
                <a:cubicBezTo>
                  <a:pt x="10922221" y="6591352"/>
                  <a:pt x="10925540" y="6594069"/>
                  <a:pt x="10925540" y="6599326"/>
                </a:cubicBezTo>
                <a:cubicBezTo>
                  <a:pt x="10925540" y="6610618"/>
                  <a:pt x="10912577" y="6611754"/>
                  <a:pt x="10903334" y="6611754"/>
                </a:cubicBezTo>
                <a:cubicBezTo>
                  <a:pt x="10891485" y="6611754"/>
                  <a:pt x="10876940" y="6607210"/>
                  <a:pt x="10866851" y="6603112"/>
                </a:cubicBezTo>
                <a:lnTo>
                  <a:pt x="10855937" y="6629060"/>
                </a:lnTo>
                <a:cubicBezTo>
                  <a:pt x="10872954" y="6635876"/>
                  <a:pt x="10889057" y="6639217"/>
                  <a:pt x="10908991" y="6639217"/>
                </a:cubicBezTo>
                <a:cubicBezTo>
                  <a:pt x="10939639" y="6639217"/>
                  <a:pt x="10965431" y="6623893"/>
                  <a:pt x="10965431" y="6595962"/>
                </a:cubicBezTo>
                <a:lnTo>
                  <a:pt x="10965386" y="6595962"/>
                </a:lnTo>
                <a:cubicBezTo>
                  <a:pt x="10965386" y="6569190"/>
                  <a:pt x="10948904" y="6559435"/>
                  <a:pt x="10931910" y="6555693"/>
                </a:cubicBezTo>
                <a:cubicBezTo>
                  <a:pt x="10923602" y="6553867"/>
                  <a:pt x="10913713" y="6552085"/>
                  <a:pt x="10907454" y="6550058"/>
                </a:cubicBezTo>
                <a:cubicBezTo>
                  <a:pt x="10901619" y="6548187"/>
                  <a:pt x="10899547" y="6543977"/>
                  <a:pt x="10899547" y="6540659"/>
                </a:cubicBezTo>
                <a:cubicBezTo>
                  <a:pt x="10899547" y="6533932"/>
                  <a:pt x="10907031" y="6529745"/>
                  <a:pt x="10917989" y="6529745"/>
                </a:cubicBezTo>
                <a:cubicBezTo>
                  <a:pt x="10928101" y="6529745"/>
                  <a:pt x="10942289" y="6533086"/>
                  <a:pt x="10947345" y="6535380"/>
                </a:cubicBezTo>
                <a:lnTo>
                  <a:pt x="10957502" y="6509410"/>
                </a:lnTo>
                <a:cubicBezTo>
                  <a:pt x="10946053" y="6506091"/>
                  <a:pt x="10933113" y="6503396"/>
                  <a:pt x="10912733" y="6503396"/>
                </a:cubicBezTo>
                <a:close/>
                <a:moveTo>
                  <a:pt x="11728949" y="6469184"/>
                </a:moveTo>
                <a:lnTo>
                  <a:pt x="11689080" y="6480476"/>
                </a:lnTo>
                <a:lnTo>
                  <a:pt x="11689080" y="6508674"/>
                </a:lnTo>
                <a:lnTo>
                  <a:pt x="11668767" y="6508674"/>
                </a:lnTo>
                <a:lnTo>
                  <a:pt x="11668767" y="6534266"/>
                </a:lnTo>
                <a:lnTo>
                  <a:pt x="11689080" y="6534266"/>
                </a:lnTo>
                <a:lnTo>
                  <a:pt x="11689080" y="6601597"/>
                </a:lnTo>
                <a:cubicBezTo>
                  <a:pt x="11689080" y="6631175"/>
                  <a:pt x="11710484" y="6639595"/>
                  <a:pt x="11734584" y="6639595"/>
                </a:cubicBezTo>
                <a:cubicBezTo>
                  <a:pt x="11742535" y="6639595"/>
                  <a:pt x="11754785" y="6638214"/>
                  <a:pt x="11763939" y="6636588"/>
                </a:cubicBezTo>
                <a:lnTo>
                  <a:pt x="11761289" y="6610617"/>
                </a:lnTo>
                <a:cubicBezTo>
                  <a:pt x="11757035" y="6611196"/>
                  <a:pt x="11752803" y="6611753"/>
                  <a:pt x="11748883" y="6611753"/>
                </a:cubicBezTo>
                <a:cubicBezTo>
                  <a:pt x="11737635" y="6611753"/>
                  <a:pt x="11728949" y="6608702"/>
                  <a:pt x="11728949" y="6592198"/>
                </a:cubicBezTo>
                <a:lnTo>
                  <a:pt x="11728949" y="6534266"/>
                </a:lnTo>
                <a:lnTo>
                  <a:pt x="11763939" y="6534266"/>
                </a:lnTo>
                <a:lnTo>
                  <a:pt x="11763939" y="6508674"/>
                </a:lnTo>
                <a:lnTo>
                  <a:pt x="11728949" y="6508674"/>
                </a:lnTo>
                <a:close/>
                <a:moveTo>
                  <a:pt x="11453186" y="6399470"/>
                </a:moveTo>
                <a:cubicBezTo>
                  <a:pt x="11425924" y="6403368"/>
                  <a:pt x="11385343" y="6410473"/>
                  <a:pt x="11362936" y="6432879"/>
                </a:cubicBezTo>
                <a:cubicBezTo>
                  <a:pt x="11351221" y="6444573"/>
                  <a:pt x="11347568" y="6459050"/>
                  <a:pt x="11347568" y="6475332"/>
                </a:cubicBezTo>
                <a:cubicBezTo>
                  <a:pt x="11347568" y="6484798"/>
                  <a:pt x="11348793" y="6494732"/>
                  <a:pt x="11351622" y="6503774"/>
                </a:cubicBezTo>
                <a:cubicBezTo>
                  <a:pt x="11356522" y="6500233"/>
                  <a:pt x="11368193" y="6499721"/>
                  <a:pt x="11374206" y="6499721"/>
                </a:cubicBezTo>
                <a:cubicBezTo>
                  <a:pt x="11391490" y="6499721"/>
                  <a:pt x="11406168" y="6500233"/>
                  <a:pt x="11422026" y="6484375"/>
                </a:cubicBezTo>
                <a:cubicBezTo>
                  <a:pt x="11441760" y="6464663"/>
                  <a:pt x="11432985" y="6433704"/>
                  <a:pt x="11453164" y="6399515"/>
                </a:cubicBezTo>
                <a:close/>
                <a:moveTo>
                  <a:pt x="0" y="0"/>
                </a:moveTo>
                <a:lnTo>
                  <a:pt x="12192000" y="0"/>
                </a:lnTo>
                <a:lnTo>
                  <a:pt x="12192000" y="6858000"/>
                </a:lnTo>
                <a:lnTo>
                  <a:pt x="0" y="6858000"/>
                </a:lnTo>
                <a:close/>
              </a:path>
            </a:pathLst>
          </a:custGeom>
          <a:pattFill prst="ltVert">
            <a:fgClr>
              <a:schemeClr val="bg1">
                <a:lumMod val="85000"/>
              </a:schemeClr>
            </a:fgClr>
            <a:bgClr>
              <a:schemeClr val="bg1"/>
            </a:bgClr>
          </a:pattFill>
        </p:spPr>
        <p:txBody>
          <a:bodyPr wrap="square" anchor="ctr">
            <a:noAutofit/>
          </a:bodyPr>
          <a:lstStyle>
            <a:lvl1pPr marL="0" indent="0" algn="ctr">
              <a:buNone/>
              <a:defRPr/>
            </a:lvl1pPr>
          </a:lstStyle>
          <a:p>
            <a:endParaRPr lang="en-US"/>
          </a:p>
        </p:txBody>
      </p:sp>
      <p:sp>
        <p:nvSpPr>
          <p:cNvPr id="21" name="Text Placeholder 20">
            <a:extLst>
              <a:ext uri="{FF2B5EF4-FFF2-40B4-BE49-F238E27FC236}">
                <a16:creationId xmlns:a16="http://schemas.microsoft.com/office/drawing/2014/main" id="{AACCDF6A-F015-4706-BAC7-AAF70FB3464B}"/>
              </a:ext>
            </a:extLst>
          </p:cNvPr>
          <p:cNvSpPr>
            <a:spLocks noGrp="1"/>
          </p:cNvSpPr>
          <p:nvPr>
            <p:ph type="body" sz="quarter" idx="13" hasCustomPrompt="1"/>
          </p:nvPr>
        </p:nvSpPr>
        <p:spPr>
          <a:xfrm>
            <a:off x="304800" y="5818632"/>
            <a:ext cx="3017520"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
        <p:nvSpPr>
          <p:cNvPr id="3" name="Footer Placeholder 2">
            <a:extLst>
              <a:ext uri="{FF2B5EF4-FFF2-40B4-BE49-F238E27FC236}">
                <a16:creationId xmlns:a16="http://schemas.microsoft.com/office/drawing/2014/main" id="{FD28B82C-C939-5AB8-4699-A62F6647D3F3}"/>
              </a:ext>
            </a:extLst>
          </p:cNvPr>
          <p:cNvSpPr>
            <a:spLocks noGrp="1"/>
          </p:cNvSpPr>
          <p:nvPr>
            <p:ph type="ftr" sz="quarter" idx="10"/>
          </p:nvPr>
        </p:nvSpPr>
        <p:spPr>
          <a:ln>
            <a:solidFill>
              <a:schemeClr val="bg1"/>
            </a:solidFill>
          </a:ln>
        </p:spPr>
        <p:txBody>
          <a:bodyPr/>
          <a:lstStyle>
            <a:lvl1pPr>
              <a:defRPr>
                <a:solidFill>
                  <a:schemeClr val="bg1"/>
                </a:solidFill>
              </a:defRPr>
            </a:lvl1pPr>
          </a:lstStyle>
          <a:p>
            <a:pPr algn="r"/>
            <a:r>
              <a:rPr lang="en-GB" dirty="0"/>
              <a:t>Classification: Public</a:t>
            </a:r>
          </a:p>
        </p:txBody>
      </p:sp>
      <p:sp>
        <p:nvSpPr>
          <p:cNvPr id="4" name="Slide Number Placeholder 3">
            <a:extLst>
              <a:ext uri="{FF2B5EF4-FFF2-40B4-BE49-F238E27FC236}">
                <a16:creationId xmlns:a16="http://schemas.microsoft.com/office/drawing/2014/main" id="{51D81E47-539A-EC94-F599-051974830821}"/>
              </a:ext>
            </a:extLst>
          </p:cNvPr>
          <p:cNvSpPr>
            <a:spLocks noGrp="1"/>
          </p:cNvSpPr>
          <p:nvPr>
            <p:ph type="sldNum" sz="quarter" idx="11"/>
          </p:nvPr>
        </p:nvSpPr>
        <p:spPr/>
        <p:txBody>
          <a:bodyPr/>
          <a:lstStyle>
            <a:lvl1pPr>
              <a:defRPr>
                <a:solidFill>
                  <a:schemeClr val="bg1"/>
                </a:solidFill>
              </a:defRPr>
            </a:lvl1pPr>
          </a:lstStyle>
          <a:p>
            <a:fld id="{7695D00A-BA34-4D39-8C84-2534822D6434}" type="slidenum">
              <a:rPr lang="en-GB" smtClean="0"/>
              <a:pPr/>
              <a:t>‹#›</a:t>
            </a:fld>
            <a:endParaRPr lang="en-GB" dirty="0"/>
          </a:p>
        </p:txBody>
      </p:sp>
    </p:spTree>
    <p:extLst>
      <p:ext uri="{BB962C8B-B14F-4D97-AF65-F5344CB8AC3E}">
        <p14:creationId xmlns:p14="http://schemas.microsoft.com/office/powerpoint/2010/main" val="25172303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22_Fullbleed photo with title">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711041B4-3DF1-7528-04A1-5A3F9456FD1E}"/>
              </a:ext>
            </a:extLst>
          </p:cNvPr>
          <p:cNvSpPr>
            <a:spLocks noGrp="1"/>
          </p:cNvSpPr>
          <p:nvPr>
            <p:ph type="pic" sz="quarter" idx="12"/>
          </p:nvPr>
        </p:nvSpPr>
        <p:spPr>
          <a:xfrm>
            <a:off x="0" y="1143001"/>
            <a:ext cx="12192000" cy="5715000"/>
          </a:xfrm>
          <a:custGeom>
            <a:avLst/>
            <a:gdLst>
              <a:gd name="connsiteX0" fmla="*/ 11296919 w 12192000"/>
              <a:gd name="connsiteY0" fmla="*/ 5500759 h 5715000"/>
              <a:gd name="connsiteX1" fmla="*/ 11331910 w 12192000"/>
              <a:gd name="connsiteY1" fmla="*/ 5500759 h 5715000"/>
              <a:gd name="connsiteX2" fmla="*/ 11348838 w 12192000"/>
              <a:gd name="connsiteY2" fmla="*/ 5515036 h 5715000"/>
              <a:gd name="connsiteX3" fmla="*/ 11316475 w 12192000"/>
              <a:gd name="connsiteY3" fmla="*/ 5538000 h 5715000"/>
              <a:gd name="connsiteX4" fmla="*/ 11283377 w 12192000"/>
              <a:gd name="connsiteY4" fmla="*/ 5519179 h 5715000"/>
              <a:gd name="connsiteX5" fmla="*/ 11296919 w 12192000"/>
              <a:gd name="connsiteY5" fmla="*/ 5500759 h 5715000"/>
              <a:gd name="connsiteX6" fmla="*/ 11847574 w 12192000"/>
              <a:gd name="connsiteY6" fmla="*/ 5436034 h 5715000"/>
              <a:gd name="connsiteX7" fmla="*/ 11847574 w 12192000"/>
              <a:gd name="connsiteY7" fmla="*/ 5459732 h 5715000"/>
              <a:gd name="connsiteX8" fmla="*/ 11828018 w 12192000"/>
              <a:gd name="connsiteY8" fmla="*/ 5469510 h 5715000"/>
              <a:gd name="connsiteX9" fmla="*/ 11811848 w 12192000"/>
              <a:gd name="connsiteY9" fmla="*/ 5455211 h 5715000"/>
              <a:gd name="connsiteX10" fmla="*/ 11847574 w 12192000"/>
              <a:gd name="connsiteY10" fmla="*/ 5436034 h 5715000"/>
              <a:gd name="connsiteX11" fmla="*/ 11454835 w 12192000"/>
              <a:gd name="connsiteY11" fmla="*/ 5389750 h 5715000"/>
              <a:gd name="connsiteX12" fmla="*/ 11475126 w 12192000"/>
              <a:gd name="connsiteY12" fmla="*/ 5412691 h 5715000"/>
              <a:gd name="connsiteX13" fmla="*/ 11431114 w 12192000"/>
              <a:gd name="connsiteY13" fmla="*/ 5412691 h 5715000"/>
              <a:gd name="connsiteX14" fmla="*/ 11454835 w 12192000"/>
              <a:gd name="connsiteY14" fmla="*/ 5389750 h 5715000"/>
              <a:gd name="connsiteX15" fmla="*/ 11319125 w 12192000"/>
              <a:gd name="connsiteY15" fmla="*/ 5385252 h 5715000"/>
              <a:gd name="connsiteX16" fmla="*/ 11338302 w 12192000"/>
              <a:gd name="connsiteY16" fmla="*/ 5404807 h 5715000"/>
              <a:gd name="connsiteX17" fmla="*/ 11318368 w 12192000"/>
              <a:gd name="connsiteY17" fmla="*/ 5424363 h 5715000"/>
              <a:gd name="connsiteX18" fmla="*/ 11299570 w 12192000"/>
              <a:gd name="connsiteY18" fmla="*/ 5404807 h 5715000"/>
              <a:gd name="connsiteX19" fmla="*/ 11319125 w 12192000"/>
              <a:gd name="connsiteY19" fmla="*/ 5385252 h 5715000"/>
              <a:gd name="connsiteX20" fmla="*/ 10965988 w 12192000"/>
              <a:gd name="connsiteY20" fmla="*/ 5365673 h 5715000"/>
              <a:gd name="connsiteX21" fmla="*/ 11015657 w 12192000"/>
              <a:gd name="connsiteY21" fmla="*/ 5493965 h 5715000"/>
              <a:gd name="connsiteX22" fmla="*/ 11011893 w 12192000"/>
              <a:gd name="connsiteY22" fmla="*/ 5502986 h 5715000"/>
              <a:gd name="connsiteX23" fmla="*/ 10979530 w 12192000"/>
              <a:gd name="connsiteY23" fmla="*/ 5535349 h 5715000"/>
              <a:gd name="connsiteX24" fmla="*/ 10962224 w 12192000"/>
              <a:gd name="connsiteY24" fmla="*/ 5533099 h 5715000"/>
              <a:gd name="connsiteX25" fmla="*/ 10956589 w 12192000"/>
              <a:gd name="connsiteY25" fmla="*/ 5558668 h 5715000"/>
              <a:gd name="connsiteX26" fmla="*/ 10985922 w 12192000"/>
              <a:gd name="connsiteY26" fmla="*/ 5562432 h 5715000"/>
              <a:gd name="connsiteX27" fmla="*/ 11042362 w 12192000"/>
              <a:gd name="connsiteY27" fmla="*/ 5521049 h 5715000"/>
              <a:gd name="connsiteX28" fmla="*/ 11106308 w 12192000"/>
              <a:gd name="connsiteY28" fmla="*/ 5365673 h 5715000"/>
              <a:gd name="connsiteX29" fmla="*/ 11106286 w 12192000"/>
              <a:gd name="connsiteY29" fmla="*/ 5365673 h 5715000"/>
              <a:gd name="connsiteX30" fmla="*/ 11069045 w 12192000"/>
              <a:gd name="connsiteY30" fmla="*/ 5365673 h 5715000"/>
              <a:gd name="connsiteX31" fmla="*/ 11044968 w 12192000"/>
              <a:gd name="connsiteY31" fmla="*/ 5428126 h 5715000"/>
              <a:gd name="connsiteX32" fmla="*/ 11037818 w 12192000"/>
              <a:gd name="connsiteY32" fmla="*/ 5450333 h 5715000"/>
              <a:gd name="connsiteX33" fmla="*/ 11032183 w 12192000"/>
              <a:gd name="connsiteY33" fmla="*/ 5429262 h 5715000"/>
              <a:gd name="connsiteX34" fmla="*/ 11008864 w 12192000"/>
              <a:gd name="connsiteY34" fmla="*/ 5365673 h 5715000"/>
              <a:gd name="connsiteX35" fmla="*/ 11835925 w 12192000"/>
              <a:gd name="connsiteY35" fmla="*/ 5362689 h 5715000"/>
              <a:gd name="connsiteX36" fmla="*/ 11777993 w 12192000"/>
              <a:gd name="connsiteY36" fmla="*/ 5378481 h 5715000"/>
              <a:gd name="connsiteX37" fmla="*/ 11787771 w 12192000"/>
              <a:gd name="connsiteY37" fmla="*/ 5402179 h 5715000"/>
              <a:gd name="connsiteX38" fmla="*/ 11824655 w 12192000"/>
              <a:gd name="connsiteY38" fmla="*/ 5390129 h 5715000"/>
              <a:gd name="connsiteX39" fmla="*/ 11847574 w 12192000"/>
              <a:gd name="connsiteY39" fmla="*/ 5408193 h 5715000"/>
              <a:gd name="connsiteX40" fmla="*/ 11847574 w 12192000"/>
              <a:gd name="connsiteY40" fmla="*/ 5411578 h 5715000"/>
              <a:gd name="connsiteX41" fmla="*/ 11771957 w 12192000"/>
              <a:gd name="connsiteY41" fmla="*/ 5460868 h 5715000"/>
              <a:gd name="connsiteX42" fmla="*/ 11812204 w 12192000"/>
              <a:gd name="connsiteY42" fmla="*/ 5496594 h 5715000"/>
              <a:gd name="connsiteX43" fmla="*/ 11848710 w 12192000"/>
              <a:gd name="connsiteY43" fmla="*/ 5483809 h 5715000"/>
              <a:gd name="connsiteX44" fmla="*/ 11848710 w 12192000"/>
              <a:gd name="connsiteY44" fmla="*/ 5493966 h 5715000"/>
              <a:gd name="connsiteX45" fmla="*/ 11886329 w 12192000"/>
              <a:gd name="connsiteY45" fmla="*/ 5493966 h 5715000"/>
              <a:gd name="connsiteX46" fmla="*/ 11886351 w 12192000"/>
              <a:gd name="connsiteY46" fmla="*/ 5493988 h 5715000"/>
              <a:gd name="connsiteX47" fmla="*/ 11886351 w 12192000"/>
              <a:gd name="connsiteY47" fmla="*/ 5402936 h 5715000"/>
              <a:gd name="connsiteX48" fmla="*/ 11835925 w 12192000"/>
              <a:gd name="connsiteY48" fmla="*/ 5362689 h 5715000"/>
              <a:gd name="connsiteX49" fmla="*/ 11616380 w 12192000"/>
              <a:gd name="connsiteY49" fmla="*/ 5362666 h 5715000"/>
              <a:gd name="connsiteX50" fmla="*/ 11572369 w 12192000"/>
              <a:gd name="connsiteY50" fmla="*/ 5376965 h 5715000"/>
              <a:gd name="connsiteX51" fmla="*/ 11572369 w 12192000"/>
              <a:gd name="connsiteY51" fmla="*/ 5365673 h 5715000"/>
              <a:gd name="connsiteX52" fmla="*/ 11533614 w 12192000"/>
              <a:gd name="connsiteY52" fmla="*/ 5365673 h 5715000"/>
              <a:gd name="connsiteX53" fmla="*/ 11533614 w 12192000"/>
              <a:gd name="connsiteY53" fmla="*/ 5493943 h 5715000"/>
              <a:gd name="connsiteX54" fmla="*/ 11573505 w 12192000"/>
              <a:gd name="connsiteY54" fmla="*/ 5493943 h 5715000"/>
              <a:gd name="connsiteX55" fmla="*/ 11573505 w 12192000"/>
              <a:gd name="connsiteY55" fmla="*/ 5403671 h 5715000"/>
              <a:gd name="connsiteX56" fmla="*/ 11597938 w 12192000"/>
              <a:gd name="connsiteY56" fmla="*/ 5392757 h 5715000"/>
              <a:gd name="connsiteX57" fmla="*/ 11616737 w 12192000"/>
              <a:gd name="connsiteY57" fmla="*/ 5411577 h 5715000"/>
              <a:gd name="connsiteX58" fmla="*/ 11616737 w 12192000"/>
              <a:gd name="connsiteY58" fmla="*/ 5493965 h 5715000"/>
              <a:gd name="connsiteX59" fmla="*/ 11656628 w 12192000"/>
              <a:gd name="connsiteY59" fmla="*/ 5493965 h 5715000"/>
              <a:gd name="connsiteX60" fmla="*/ 11656628 w 12192000"/>
              <a:gd name="connsiteY60" fmla="*/ 5493943 h 5715000"/>
              <a:gd name="connsiteX61" fmla="*/ 11656628 w 12192000"/>
              <a:gd name="connsiteY61" fmla="*/ 5402535 h 5715000"/>
              <a:gd name="connsiteX62" fmla="*/ 11616380 w 12192000"/>
              <a:gd name="connsiteY62" fmla="*/ 5362666 h 5715000"/>
              <a:gd name="connsiteX63" fmla="*/ 11456350 w 12192000"/>
              <a:gd name="connsiteY63" fmla="*/ 5362666 h 5715000"/>
              <a:gd name="connsiteX64" fmla="*/ 11388662 w 12192000"/>
              <a:gd name="connsiteY64" fmla="*/ 5429997 h 5715000"/>
              <a:gd name="connsiteX65" fmla="*/ 11453343 w 12192000"/>
              <a:gd name="connsiteY65" fmla="*/ 5496593 h 5715000"/>
              <a:gd name="connsiteX66" fmla="*/ 11510896 w 12192000"/>
              <a:gd name="connsiteY66" fmla="*/ 5481915 h 5715000"/>
              <a:gd name="connsiteX67" fmla="*/ 11500361 w 12192000"/>
              <a:gd name="connsiteY67" fmla="*/ 5458217 h 5715000"/>
              <a:gd name="connsiteX68" fmla="*/ 11467620 w 12192000"/>
              <a:gd name="connsiteY68" fmla="*/ 5467995 h 5715000"/>
              <a:gd name="connsiteX69" fmla="*/ 11430758 w 12192000"/>
              <a:gd name="connsiteY69" fmla="*/ 5438283 h 5715000"/>
              <a:gd name="connsiteX70" fmla="*/ 11515774 w 12192000"/>
              <a:gd name="connsiteY70" fmla="*/ 5438283 h 5715000"/>
              <a:gd name="connsiteX71" fmla="*/ 11516152 w 12192000"/>
              <a:gd name="connsiteY71" fmla="*/ 5425119 h 5715000"/>
              <a:gd name="connsiteX72" fmla="*/ 11516175 w 12192000"/>
              <a:gd name="connsiteY72" fmla="*/ 5425119 h 5715000"/>
              <a:gd name="connsiteX73" fmla="*/ 11456350 w 12192000"/>
              <a:gd name="connsiteY73" fmla="*/ 5362666 h 5715000"/>
              <a:gd name="connsiteX74" fmla="*/ 11197315 w 12192000"/>
              <a:gd name="connsiteY74" fmla="*/ 5362666 h 5715000"/>
              <a:gd name="connsiteX75" fmla="*/ 11153304 w 12192000"/>
              <a:gd name="connsiteY75" fmla="*/ 5376965 h 5715000"/>
              <a:gd name="connsiteX76" fmla="*/ 11153304 w 12192000"/>
              <a:gd name="connsiteY76" fmla="*/ 5365673 h 5715000"/>
              <a:gd name="connsiteX77" fmla="*/ 11114549 w 12192000"/>
              <a:gd name="connsiteY77" fmla="*/ 5365673 h 5715000"/>
              <a:gd name="connsiteX78" fmla="*/ 11114549 w 12192000"/>
              <a:gd name="connsiteY78" fmla="*/ 5493943 h 5715000"/>
              <a:gd name="connsiteX79" fmla="*/ 11154418 w 12192000"/>
              <a:gd name="connsiteY79" fmla="*/ 5493943 h 5715000"/>
              <a:gd name="connsiteX80" fmla="*/ 11154418 w 12192000"/>
              <a:gd name="connsiteY80" fmla="*/ 5403671 h 5715000"/>
              <a:gd name="connsiteX81" fmla="*/ 11178873 w 12192000"/>
              <a:gd name="connsiteY81" fmla="*/ 5392757 h 5715000"/>
              <a:gd name="connsiteX82" fmla="*/ 11197672 w 12192000"/>
              <a:gd name="connsiteY82" fmla="*/ 5411577 h 5715000"/>
              <a:gd name="connsiteX83" fmla="*/ 11197672 w 12192000"/>
              <a:gd name="connsiteY83" fmla="*/ 5493965 h 5715000"/>
              <a:gd name="connsiteX84" fmla="*/ 11237563 w 12192000"/>
              <a:gd name="connsiteY84" fmla="*/ 5493965 h 5715000"/>
              <a:gd name="connsiteX85" fmla="*/ 11237585 w 12192000"/>
              <a:gd name="connsiteY85" fmla="*/ 5493943 h 5715000"/>
              <a:gd name="connsiteX86" fmla="*/ 11237585 w 12192000"/>
              <a:gd name="connsiteY86" fmla="*/ 5402535 h 5715000"/>
              <a:gd name="connsiteX87" fmla="*/ 11197315 w 12192000"/>
              <a:gd name="connsiteY87" fmla="*/ 5362666 h 5715000"/>
              <a:gd name="connsiteX88" fmla="*/ 11320618 w 12192000"/>
              <a:gd name="connsiteY88" fmla="*/ 5362266 h 5715000"/>
              <a:gd name="connsiteX89" fmla="*/ 11260815 w 12192000"/>
              <a:gd name="connsiteY89" fmla="*/ 5404028 h 5715000"/>
              <a:gd name="connsiteX90" fmla="*/ 11278121 w 12192000"/>
              <a:gd name="connsiteY90" fmla="*/ 5435255 h 5715000"/>
              <a:gd name="connsiteX91" fmla="*/ 11253665 w 12192000"/>
              <a:gd name="connsiteY91" fmla="*/ 5466860 h 5715000"/>
              <a:gd name="connsiteX92" fmla="*/ 11260058 w 12192000"/>
              <a:gd name="connsiteY92" fmla="*/ 5486794 h 5715000"/>
              <a:gd name="connsiteX93" fmla="*/ 11271729 w 12192000"/>
              <a:gd name="connsiteY93" fmla="*/ 5495080 h 5715000"/>
              <a:gd name="connsiteX94" fmla="*/ 11251037 w 12192000"/>
              <a:gd name="connsiteY94" fmla="*/ 5524436 h 5715000"/>
              <a:gd name="connsiteX95" fmla="*/ 11314604 w 12192000"/>
              <a:gd name="connsiteY95" fmla="*/ 5564683 h 5715000"/>
              <a:gd name="connsiteX96" fmla="*/ 11388706 w 12192000"/>
              <a:gd name="connsiteY96" fmla="*/ 5509758 h 5715000"/>
              <a:gd name="connsiteX97" fmla="*/ 11388706 w 12192000"/>
              <a:gd name="connsiteY97" fmla="*/ 5509735 h 5715000"/>
              <a:gd name="connsiteX98" fmla="*/ 11341666 w 12192000"/>
              <a:gd name="connsiteY98" fmla="*/ 5467239 h 5715000"/>
              <a:gd name="connsiteX99" fmla="*/ 11310060 w 12192000"/>
              <a:gd name="connsiteY99" fmla="*/ 5467239 h 5715000"/>
              <a:gd name="connsiteX100" fmla="*/ 11290505 w 12192000"/>
              <a:gd name="connsiteY100" fmla="*/ 5455946 h 5715000"/>
              <a:gd name="connsiteX101" fmla="*/ 11300283 w 12192000"/>
              <a:gd name="connsiteY101" fmla="*/ 5445032 h 5715000"/>
              <a:gd name="connsiteX102" fmla="*/ 11316096 w 12192000"/>
              <a:gd name="connsiteY102" fmla="*/ 5446903 h 5715000"/>
              <a:gd name="connsiteX103" fmla="*/ 11377057 w 12192000"/>
              <a:gd name="connsiteY103" fmla="*/ 5402892 h 5715000"/>
              <a:gd name="connsiteX104" fmla="*/ 11320618 w 12192000"/>
              <a:gd name="connsiteY104" fmla="*/ 5362266 h 5715000"/>
              <a:gd name="connsiteX105" fmla="*/ 10912733 w 12192000"/>
              <a:gd name="connsiteY105" fmla="*/ 5360395 h 5715000"/>
              <a:gd name="connsiteX106" fmla="*/ 10859322 w 12192000"/>
              <a:gd name="connsiteY106" fmla="*/ 5403270 h 5715000"/>
              <a:gd name="connsiteX107" fmla="*/ 10889035 w 12192000"/>
              <a:gd name="connsiteY107" fmla="*/ 5440155 h 5715000"/>
              <a:gd name="connsiteX108" fmla="*/ 10916119 w 12192000"/>
              <a:gd name="connsiteY108" fmla="*/ 5446547 h 5715000"/>
              <a:gd name="connsiteX109" fmla="*/ 10925540 w 12192000"/>
              <a:gd name="connsiteY109" fmla="*/ 5456325 h 5715000"/>
              <a:gd name="connsiteX110" fmla="*/ 10903334 w 12192000"/>
              <a:gd name="connsiteY110" fmla="*/ 5468753 h 5715000"/>
              <a:gd name="connsiteX111" fmla="*/ 10866851 w 12192000"/>
              <a:gd name="connsiteY111" fmla="*/ 5460111 h 5715000"/>
              <a:gd name="connsiteX112" fmla="*/ 10855937 w 12192000"/>
              <a:gd name="connsiteY112" fmla="*/ 5486059 h 5715000"/>
              <a:gd name="connsiteX113" fmla="*/ 10908991 w 12192000"/>
              <a:gd name="connsiteY113" fmla="*/ 5496216 h 5715000"/>
              <a:gd name="connsiteX114" fmla="*/ 10965431 w 12192000"/>
              <a:gd name="connsiteY114" fmla="*/ 5452961 h 5715000"/>
              <a:gd name="connsiteX115" fmla="*/ 10965386 w 12192000"/>
              <a:gd name="connsiteY115" fmla="*/ 5452961 h 5715000"/>
              <a:gd name="connsiteX116" fmla="*/ 10931910 w 12192000"/>
              <a:gd name="connsiteY116" fmla="*/ 5412692 h 5715000"/>
              <a:gd name="connsiteX117" fmla="*/ 10907454 w 12192000"/>
              <a:gd name="connsiteY117" fmla="*/ 5407057 h 5715000"/>
              <a:gd name="connsiteX118" fmla="*/ 10899547 w 12192000"/>
              <a:gd name="connsiteY118" fmla="*/ 5397658 h 5715000"/>
              <a:gd name="connsiteX119" fmla="*/ 10917989 w 12192000"/>
              <a:gd name="connsiteY119" fmla="*/ 5386744 h 5715000"/>
              <a:gd name="connsiteX120" fmla="*/ 10947345 w 12192000"/>
              <a:gd name="connsiteY120" fmla="*/ 5392379 h 5715000"/>
              <a:gd name="connsiteX121" fmla="*/ 10957502 w 12192000"/>
              <a:gd name="connsiteY121" fmla="*/ 5366409 h 5715000"/>
              <a:gd name="connsiteX122" fmla="*/ 10912733 w 12192000"/>
              <a:gd name="connsiteY122" fmla="*/ 5360395 h 5715000"/>
              <a:gd name="connsiteX123" fmla="*/ 11728949 w 12192000"/>
              <a:gd name="connsiteY123" fmla="*/ 5326183 h 5715000"/>
              <a:gd name="connsiteX124" fmla="*/ 11689080 w 12192000"/>
              <a:gd name="connsiteY124" fmla="*/ 5337475 h 5715000"/>
              <a:gd name="connsiteX125" fmla="*/ 11689080 w 12192000"/>
              <a:gd name="connsiteY125" fmla="*/ 5365673 h 5715000"/>
              <a:gd name="connsiteX126" fmla="*/ 11668767 w 12192000"/>
              <a:gd name="connsiteY126" fmla="*/ 5365673 h 5715000"/>
              <a:gd name="connsiteX127" fmla="*/ 11668767 w 12192000"/>
              <a:gd name="connsiteY127" fmla="*/ 5391265 h 5715000"/>
              <a:gd name="connsiteX128" fmla="*/ 11689080 w 12192000"/>
              <a:gd name="connsiteY128" fmla="*/ 5391265 h 5715000"/>
              <a:gd name="connsiteX129" fmla="*/ 11689080 w 12192000"/>
              <a:gd name="connsiteY129" fmla="*/ 5458596 h 5715000"/>
              <a:gd name="connsiteX130" fmla="*/ 11734584 w 12192000"/>
              <a:gd name="connsiteY130" fmla="*/ 5496594 h 5715000"/>
              <a:gd name="connsiteX131" fmla="*/ 11763939 w 12192000"/>
              <a:gd name="connsiteY131" fmla="*/ 5493587 h 5715000"/>
              <a:gd name="connsiteX132" fmla="*/ 11761289 w 12192000"/>
              <a:gd name="connsiteY132" fmla="*/ 5467616 h 5715000"/>
              <a:gd name="connsiteX133" fmla="*/ 11748883 w 12192000"/>
              <a:gd name="connsiteY133" fmla="*/ 5468752 h 5715000"/>
              <a:gd name="connsiteX134" fmla="*/ 11728949 w 12192000"/>
              <a:gd name="connsiteY134" fmla="*/ 5449197 h 5715000"/>
              <a:gd name="connsiteX135" fmla="*/ 11728949 w 12192000"/>
              <a:gd name="connsiteY135" fmla="*/ 5391265 h 5715000"/>
              <a:gd name="connsiteX136" fmla="*/ 11763939 w 12192000"/>
              <a:gd name="connsiteY136" fmla="*/ 5391265 h 5715000"/>
              <a:gd name="connsiteX137" fmla="*/ 11763939 w 12192000"/>
              <a:gd name="connsiteY137" fmla="*/ 5365673 h 5715000"/>
              <a:gd name="connsiteX138" fmla="*/ 11728949 w 12192000"/>
              <a:gd name="connsiteY138" fmla="*/ 5365673 h 5715000"/>
              <a:gd name="connsiteX139" fmla="*/ 11453186 w 12192000"/>
              <a:gd name="connsiteY139" fmla="*/ 5256469 h 5715000"/>
              <a:gd name="connsiteX140" fmla="*/ 11362936 w 12192000"/>
              <a:gd name="connsiteY140" fmla="*/ 5289878 h 5715000"/>
              <a:gd name="connsiteX141" fmla="*/ 11347568 w 12192000"/>
              <a:gd name="connsiteY141" fmla="*/ 5332331 h 5715000"/>
              <a:gd name="connsiteX142" fmla="*/ 11351622 w 12192000"/>
              <a:gd name="connsiteY142" fmla="*/ 5360773 h 5715000"/>
              <a:gd name="connsiteX143" fmla="*/ 11374206 w 12192000"/>
              <a:gd name="connsiteY143" fmla="*/ 5356720 h 5715000"/>
              <a:gd name="connsiteX144" fmla="*/ 11422026 w 12192000"/>
              <a:gd name="connsiteY144" fmla="*/ 5341374 h 5715000"/>
              <a:gd name="connsiteX145" fmla="*/ 11453164 w 12192000"/>
              <a:gd name="connsiteY145" fmla="*/ 5256514 h 5715000"/>
              <a:gd name="connsiteX146" fmla="*/ 0 w 12192000"/>
              <a:gd name="connsiteY146" fmla="*/ 0 h 5715000"/>
              <a:gd name="connsiteX147" fmla="*/ 12192000 w 12192000"/>
              <a:gd name="connsiteY147" fmla="*/ 0 h 5715000"/>
              <a:gd name="connsiteX148" fmla="*/ 12192000 w 12192000"/>
              <a:gd name="connsiteY148" fmla="*/ 5715000 h 5715000"/>
              <a:gd name="connsiteX149" fmla="*/ 0 w 12192000"/>
              <a:gd name="connsiteY149"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2192000" h="5715000">
                <a:moveTo>
                  <a:pt x="11296919" y="5500759"/>
                </a:moveTo>
                <a:lnTo>
                  <a:pt x="11331910" y="5500759"/>
                </a:lnTo>
                <a:cubicBezTo>
                  <a:pt x="11340463" y="5500759"/>
                  <a:pt x="11348838" y="5504568"/>
                  <a:pt x="11348838" y="5515036"/>
                </a:cubicBezTo>
                <a:cubicBezTo>
                  <a:pt x="11348838" y="5529469"/>
                  <a:pt x="11334405" y="5538000"/>
                  <a:pt x="11316475" y="5538000"/>
                </a:cubicBezTo>
                <a:cubicBezTo>
                  <a:pt x="11298545" y="5538000"/>
                  <a:pt x="11283377" y="5530449"/>
                  <a:pt x="11283377" y="5519179"/>
                </a:cubicBezTo>
                <a:cubicBezTo>
                  <a:pt x="11283377" y="5510470"/>
                  <a:pt x="11291596" y="5503788"/>
                  <a:pt x="11296919" y="5500759"/>
                </a:cubicBezTo>
                <a:close/>
                <a:moveTo>
                  <a:pt x="11847574" y="5436034"/>
                </a:moveTo>
                <a:lnTo>
                  <a:pt x="11847574" y="5459732"/>
                </a:lnTo>
                <a:cubicBezTo>
                  <a:pt x="11842674" y="5465367"/>
                  <a:pt x="11836281" y="5469510"/>
                  <a:pt x="11828018" y="5469510"/>
                </a:cubicBezTo>
                <a:cubicBezTo>
                  <a:pt x="11821047" y="5469510"/>
                  <a:pt x="11811848" y="5466102"/>
                  <a:pt x="11811848" y="5455211"/>
                </a:cubicBezTo>
                <a:cubicBezTo>
                  <a:pt x="11811848" y="5437571"/>
                  <a:pt x="11829109" y="5435744"/>
                  <a:pt x="11847574" y="5436034"/>
                </a:cubicBezTo>
                <a:close/>
                <a:moveTo>
                  <a:pt x="11454835" y="5389750"/>
                </a:moveTo>
                <a:cubicBezTo>
                  <a:pt x="11468711" y="5389750"/>
                  <a:pt x="11475816" y="5398570"/>
                  <a:pt x="11475126" y="5412691"/>
                </a:cubicBezTo>
                <a:lnTo>
                  <a:pt x="11431114" y="5412691"/>
                </a:lnTo>
                <a:cubicBezTo>
                  <a:pt x="11433386" y="5399617"/>
                  <a:pt x="11440959" y="5389750"/>
                  <a:pt x="11454835" y="5389750"/>
                </a:cubicBezTo>
                <a:close/>
                <a:moveTo>
                  <a:pt x="11319125" y="5385252"/>
                </a:moveTo>
                <a:cubicBezTo>
                  <a:pt x="11332378" y="5385252"/>
                  <a:pt x="11338302" y="5394050"/>
                  <a:pt x="11338302" y="5404807"/>
                </a:cubicBezTo>
                <a:cubicBezTo>
                  <a:pt x="11338302" y="5415521"/>
                  <a:pt x="11331665" y="5424363"/>
                  <a:pt x="11318368" y="5424363"/>
                </a:cubicBezTo>
                <a:cubicBezTo>
                  <a:pt x="11306274" y="5424363"/>
                  <a:pt x="11299570" y="5415565"/>
                  <a:pt x="11299570" y="5404807"/>
                </a:cubicBezTo>
                <a:cubicBezTo>
                  <a:pt x="11299570" y="5395475"/>
                  <a:pt x="11307009" y="5385252"/>
                  <a:pt x="11319125" y="5385252"/>
                </a:cubicBezTo>
                <a:close/>
                <a:moveTo>
                  <a:pt x="10965988" y="5365673"/>
                </a:moveTo>
                <a:lnTo>
                  <a:pt x="11015657" y="5493965"/>
                </a:lnTo>
                <a:lnTo>
                  <a:pt x="11011893" y="5502986"/>
                </a:lnTo>
                <a:cubicBezTo>
                  <a:pt x="11004097" y="5521717"/>
                  <a:pt x="10995589" y="5535349"/>
                  <a:pt x="10979530" y="5535349"/>
                </a:cubicBezTo>
                <a:cubicBezTo>
                  <a:pt x="10974630" y="5535349"/>
                  <a:pt x="10969307" y="5534703"/>
                  <a:pt x="10962224" y="5533099"/>
                </a:cubicBezTo>
                <a:lnTo>
                  <a:pt x="10956589" y="5558668"/>
                </a:lnTo>
                <a:cubicBezTo>
                  <a:pt x="10965365" y="5560673"/>
                  <a:pt x="10972470" y="5562432"/>
                  <a:pt x="10985922" y="5562432"/>
                </a:cubicBezTo>
                <a:cubicBezTo>
                  <a:pt x="11012806" y="5562432"/>
                  <a:pt x="11032540" y="5544926"/>
                  <a:pt x="11042362" y="5521049"/>
                </a:cubicBezTo>
                <a:lnTo>
                  <a:pt x="11106308" y="5365673"/>
                </a:lnTo>
                <a:lnTo>
                  <a:pt x="11106286" y="5365673"/>
                </a:lnTo>
                <a:lnTo>
                  <a:pt x="11069045" y="5365673"/>
                </a:lnTo>
                <a:lnTo>
                  <a:pt x="11044968" y="5428126"/>
                </a:lnTo>
                <a:cubicBezTo>
                  <a:pt x="11042117" y="5435521"/>
                  <a:pt x="11039288" y="5444742"/>
                  <a:pt x="11037818" y="5450333"/>
                </a:cubicBezTo>
                <a:cubicBezTo>
                  <a:pt x="11036571" y="5444787"/>
                  <a:pt x="11034990" y="5436947"/>
                  <a:pt x="11032183" y="5429262"/>
                </a:cubicBezTo>
                <a:lnTo>
                  <a:pt x="11008864" y="5365673"/>
                </a:lnTo>
                <a:close/>
                <a:moveTo>
                  <a:pt x="11835925" y="5362689"/>
                </a:moveTo>
                <a:cubicBezTo>
                  <a:pt x="11815968" y="5362689"/>
                  <a:pt x="11794920" y="5369282"/>
                  <a:pt x="11777993" y="5378481"/>
                </a:cubicBezTo>
                <a:lnTo>
                  <a:pt x="11787771" y="5402179"/>
                </a:lnTo>
                <a:cubicBezTo>
                  <a:pt x="11797304" y="5396455"/>
                  <a:pt x="11811848" y="5390129"/>
                  <a:pt x="11824655" y="5390129"/>
                </a:cubicBezTo>
                <a:cubicBezTo>
                  <a:pt x="11843587" y="5390129"/>
                  <a:pt x="11847574" y="5397613"/>
                  <a:pt x="11847574" y="5408193"/>
                </a:cubicBezTo>
                <a:lnTo>
                  <a:pt x="11847574" y="5411578"/>
                </a:lnTo>
                <a:cubicBezTo>
                  <a:pt x="11814409" y="5411734"/>
                  <a:pt x="11771957" y="5418349"/>
                  <a:pt x="11771957" y="5460868"/>
                </a:cubicBezTo>
                <a:cubicBezTo>
                  <a:pt x="11771957" y="5485034"/>
                  <a:pt x="11788350" y="5496594"/>
                  <a:pt x="11812204" y="5496594"/>
                </a:cubicBezTo>
                <a:cubicBezTo>
                  <a:pt x="11826281" y="5496594"/>
                  <a:pt x="11838932" y="5492451"/>
                  <a:pt x="11848710" y="5483809"/>
                </a:cubicBezTo>
                <a:lnTo>
                  <a:pt x="11848710" y="5493966"/>
                </a:lnTo>
                <a:lnTo>
                  <a:pt x="11886329" y="5493966"/>
                </a:lnTo>
                <a:lnTo>
                  <a:pt x="11886351" y="5493988"/>
                </a:lnTo>
                <a:lnTo>
                  <a:pt x="11886351" y="5402936"/>
                </a:lnTo>
                <a:cubicBezTo>
                  <a:pt x="11886351" y="5377322"/>
                  <a:pt x="11866550" y="5362689"/>
                  <a:pt x="11835925" y="5362689"/>
                </a:cubicBezTo>
                <a:close/>
                <a:moveTo>
                  <a:pt x="11616380" y="5362666"/>
                </a:moveTo>
                <a:cubicBezTo>
                  <a:pt x="11600255" y="5362666"/>
                  <a:pt x="11585376" y="5368234"/>
                  <a:pt x="11572369" y="5376965"/>
                </a:cubicBezTo>
                <a:lnTo>
                  <a:pt x="11572369" y="5365673"/>
                </a:lnTo>
                <a:lnTo>
                  <a:pt x="11533614" y="5365673"/>
                </a:lnTo>
                <a:lnTo>
                  <a:pt x="11533614" y="5493943"/>
                </a:lnTo>
                <a:lnTo>
                  <a:pt x="11573505" y="5493943"/>
                </a:lnTo>
                <a:lnTo>
                  <a:pt x="11573505" y="5403671"/>
                </a:lnTo>
                <a:cubicBezTo>
                  <a:pt x="11580944" y="5397724"/>
                  <a:pt x="11587626" y="5392757"/>
                  <a:pt x="11597938" y="5392757"/>
                </a:cubicBezTo>
                <a:cubicBezTo>
                  <a:pt x="11611636" y="5392757"/>
                  <a:pt x="11616737" y="5399461"/>
                  <a:pt x="11616737" y="5411577"/>
                </a:cubicBezTo>
                <a:lnTo>
                  <a:pt x="11616737" y="5493965"/>
                </a:lnTo>
                <a:lnTo>
                  <a:pt x="11656628" y="5493965"/>
                </a:lnTo>
                <a:lnTo>
                  <a:pt x="11656628" y="5493943"/>
                </a:lnTo>
                <a:lnTo>
                  <a:pt x="11656628" y="5402535"/>
                </a:lnTo>
                <a:cubicBezTo>
                  <a:pt x="11656628" y="5378480"/>
                  <a:pt x="11641816" y="5362666"/>
                  <a:pt x="11616380" y="5362666"/>
                </a:cubicBezTo>
                <a:close/>
                <a:moveTo>
                  <a:pt x="11456350" y="5362666"/>
                </a:moveTo>
                <a:cubicBezTo>
                  <a:pt x="11421203" y="5362666"/>
                  <a:pt x="11388662" y="5389059"/>
                  <a:pt x="11388662" y="5429997"/>
                </a:cubicBezTo>
                <a:cubicBezTo>
                  <a:pt x="11388662" y="5470935"/>
                  <a:pt x="11413496" y="5496593"/>
                  <a:pt x="11453343" y="5496593"/>
                </a:cubicBezTo>
                <a:cubicBezTo>
                  <a:pt x="11474413" y="5496593"/>
                  <a:pt x="11493323" y="5491448"/>
                  <a:pt x="11510896" y="5481915"/>
                </a:cubicBezTo>
                <a:lnTo>
                  <a:pt x="11500361" y="5458217"/>
                </a:lnTo>
                <a:cubicBezTo>
                  <a:pt x="11494147" y="5462516"/>
                  <a:pt x="11479669" y="5467995"/>
                  <a:pt x="11467620" y="5467995"/>
                </a:cubicBezTo>
                <a:cubicBezTo>
                  <a:pt x="11440424" y="5467995"/>
                  <a:pt x="11431114" y="5456947"/>
                  <a:pt x="11430758" y="5438283"/>
                </a:cubicBezTo>
                <a:lnTo>
                  <a:pt x="11515774" y="5438283"/>
                </a:lnTo>
                <a:cubicBezTo>
                  <a:pt x="11516019" y="5433739"/>
                  <a:pt x="11516152" y="5429374"/>
                  <a:pt x="11516152" y="5425119"/>
                </a:cubicBezTo>
                <a:lnTo>
                  <a:pt x="11516175" y="5425119"/>
                </a:lnTo>
                <a:cubicBezTo>
                  <a:pt x="11516175" y="5388258"/>
                  <a:pt x="11500138" y="5362666"/>
                  <a:pt x="11456350" y="5362666"/>
                </a:cubicBezTo>
                <a:close/>
                <a:moveTo>
                  <a:pt x="11197315" y="5362666"/>
                </a:moveTo>
                <a:cubicBezTo>
                  <a:pt x="11181190" y="5362666"/>
                  <a:pt x="11166289" y="5368234"/>
                  <a:pt x="11153304" y="5376965"/>
                </a:cubicBezTo>
                <a:lnTo>
                  <a:pt x="11153304" y="5365673"/>
                </a:lnTo>
                <a:lnTo>
                  <a:pt x="11114549" y="5365673"/>
                </a:lnTo>
                <a:lnTo>
                  <a:pt x="11114549" y="5493943"/>
                </a:lnTo>
                <a:lnTo>
                  <a:pt x="11154418" y="5493943"/>
                </a:lnTo>
                <a:lnTo>
                  <a:pt x="11154418" y="5403671"/>
                </a:lnTo>
                <a:cubicBezTo>
                  <a:pt x="11161879" y="5397724"/>
                  <a:pt x="11168561" y="5392757"/>
                  <a:pt x="11178873" y="5392757"/>
                </a:cubicBezTo>
                <a:cubicBezTo>
                  <a:pt x="11192571" y="5392757"/>
                  <a:pt x="11197672" y="5399461"/>
                  <a:pt x="11197672" y="5411577"/>
                </a:cubicBezTo>
                <a:lnTo>
                  <a:pt x="11197672" y="5493965"/>
                </a:lnTo>
                <a:lnTo>
                  <a:pt x="11237563" y="5493965"/>
                </a:lnTo>
                <a:lnTo>
                  <a:pt x="11237585" y="5493943"/>
                </a:lnTo>
                <a:lnTo>
                  <a:pt x="11237585" y="5402535"/>
                </a:lnTo>
                <a:cubicBezTo>
                  <a:pt x="11237585" y="5378480"/>
                  <a:pt x="11222751" y="5362666"/>
                  <a:pt x="11197315" y="5362666"/>
                </a:cubicBezTo>
                <a:close/>
                <a:moveTo>
                  <a:pt x="11320618" y="5362266"/>
                </a:moveTo>
                <a:cubicBezTo>
                  <a:pt x="11286741" y="5362266"/>
                  <a:pt x="11260815" y="5376677"/>
                  <a:pt x="11260815" y="5404028"/>
                </a:cubicBezTo>
                <a:cubicBezTo>
                  <a:pt x="11260815" y="5425054"/>
                  <a:pt x="11270682" y="5431334"/>
                  <a:pt x="11278121" y="5435255"/>
                </a:cubicBezTo>
                <a:cubicBezTo>
                  <a:pt x="11264735" y="5442716"/>
                  <a:pt x="11253665" y="5454320"/>
                  <a:pt x="11253665" y="5466860"/>
                </a:cubicBezTo>
                <a:cubicBezTo>
                  <a:pt x="11253665" y="5476816"/>
                  <a:pt x="11256494" y="5482741"/>
                  <a:pt x="11260058" y="5486794"/>
                </a:cubicBezTo>
                <a:cubicBezTo>
                  <a:pt x="11263443" y="5490647"/>
                  <a:pt x="11267408" y="5492607"/>
                  <a:pt x="11271729" y="5495080"/>
                </a:cubicBezTo>
                <a:cubicBezTo>
                  <a:pt x="11263911" y="5500158"/>
                  <a:pt x="11251037" y="5509891"/>
                  <a:pt x="11251037" y="5524436"/>
                </a:cubicBezTo>
                <a:cubicBezTo>
                  <a:pt x="11251037" y="5555529"/>
                  <a:pt x="11282219" y="5564839"/>
                  <a:pt x="11314604" y="5564683"/>
                </a:cubicBezTo>
                <a:cubicBezTo>
                  <a:pt x="11351399" y="5564505"/>
                  <a:pt x="11388706" y="5547176"/>
                  <a:pt x="11388706" y="5509758"/>
                </a:cubicBezTo>
                <a:lnTo>
                  <a:pt x="11388706" y="5509735"/>
                </a:lnTo>
                <a:cubicBezTo>
                  <a:pt x="11388706" y="5481449"/>
                  <a:pt x="11370977" y="5467239"/>
                  <a:pt x="11341666" y="5467239"/>
                </a:cubicBezTo>
                <a:lnTo>
                  <a:pt x="11310060" y="5467239"/>
                </a:lnTo>
                <a:cubicBezTo>
                  <a:pt x="11303958" y="5467239"/>
                  <a:pt x="11290505" y="5465791"/>
                  <a:pt x="11290505" y="5455946"/>
                </a:cubicBezTo>
                <a:cubicBezTo>
                  <a:pt x="11290505" y="5451091"/>
                  <a:pt x="11297031" y="5446770"/>
                  <a:pt x="11300283" y="5445032"/>
                </a:cubicBezTo>
                <a:cubicBezTo>
                  <a:pt x="11305272" y="5446012"/>
                  <a:pt x="11310394" y="5446903"/>
                  <a:pt x="11316096" y="5446903"/>
                </a:cubicBezTo>
                <a:cubicBezTo>
                  <a:pt x="11346766" y="5446903"/>
                  <a:pt x="11377057" y="5436635"/>
                  <a:pt x="11377057" y="5402892"/>
                </a:cubicBezTo>
                <a:cubicBezTo>
                  <a:pt x="11377057" y="5369148"/>
                  <a:pt x="11349417" y="5362266"/>
                  <a:pt x="11320618" y="5362266"/>
                </a:cubicBezTo>
                <a:close/>
                <a:moveTo>
                  <a:pt x="10912733" y="5360395"/>
                </a:moveTo>
                <a:cubicBezTo>
                  <a:pt x="10881885" y="5360395"/>
                  <a:pt x="10859322" y="5376832"/>
                  <a:pt x="10859322" y="5403270"/>
                </a:cubicBezTo>
                <a:cubicBezTo>
                  <a:pt x="10859322" y="5427147"/>
                  <a:pt x="10872775" y="5435678"/>
                  <a:pt x="10889035" y="5440155"/>
                </a:cubicBezTo>
                <a:cubicBezTo>
                  <a:pt x="10896763" y="5442270"/>
                  <a:pt x="10908479" y="5444297"/>
                  <a:pt x="10916119" y="5446547"/>
                </a:cubicBezTo>
                <a:cubicBezTo>
                  <a:pt x="10922221" y="5448351"/>
                  <a:pt x="10925540" y="5451068"/>
                  <a:pt x="10925540" y="5456325"/>
                </a:cubicBezTo>
                <a:cubicBezTo>
                  <a:pt x="10925540" y="5467617"/>
                  <a:pt x="10912577" y="5468753"/>
                  <a:pt x="10903334" y="5468753"/>
                </a:cubicBezTo>
                <a:cubicBezTo>
                  <a:pt x="10891485" y="5468753"/>
                  <a:pt x="10876940" y="5464209"/>
                  <a:pt x="10866851" y="5460111"/>
                </a:cubicBezTo>
                <a:lnTo>
                  <a:pt x="10855937" y="5486059"/>
                </a:lnTo>
                <a:cubicBezTo>
                  <a:pt x="10872954" y="5492875"/>
                  <a:pt x="10889057" y="5496216"/>
                  <a:pt x="10908991" y="5496216"/>
                </a:cubicBezTo>
                <a:cubicBezTo>
                  <a:pt x="10939639" y="5496216"/>
                  <a:pt x="10965431" y="5480892"/>
                  <a:pt x="10965431" y="5452961"/>
                </a:cubicBezTo>
                <a:lnTo>
                  <a:pt x="10965386" y="5452961"/>
                </a:lnTo>
                <a:cubicBezTo>
                  <a:pt x="10965386" y="5426189"/>
                  <a:pt x="10948904" y="5416434"/>
                  <a:pt x="10931910" y="5412692"/>
                </a:cubicBezTo>
                <a:cubicBezTo>
                  <a:pt x="10923602" y="5410866"/>
                  <a:pt x="10913713" y="5409084"/>
                  <a:pt x="10907454" y="5407057"/>
                </a:cubicBezTo>
                <a:cubicBezTo>
                  <a:pt x="10901619" y="5405186"/>
                  <a:pt x="10899547" y="5400976"/>
                  <a:pt x="10899547" y="5397658"/>
                </a:cubicBezTo>
                <a:cubicBezTo>
                  <a:pt x="10899547" y="5390931"/>
                  <a:pt x="10907031" y="5386744"/>
                  <a:pt x="10917989" y="5386744"/>
                </a:cubicBezTo>
                <a:cubicBezTo>
                  <a:pt x="10928101" y="5386744"/>
                  <a:pt x="10942289" y="5390085"/>
                  <a:pt x="10947345" y="5392379"/>
                </a:cubicBezTo>
                <a:lnTo>
                  <a:pt x="10957502" y="5366409"/>
                </a:lnTo>
                <a:cubicBezTo>
                  <a:pt x="10946053" y="5363090"/>
                  <a:pt x="10933113" y="5360395"/>
                  <a:pt x="10912733" y="5360395"/>
                </a:cubicBezTo>
                <a:close/>
                <a:moveTo>
                  <a:pt x="11728949" y="5326183"/>
                </a:moveTo>
                <a:lnTo>
                  <a:pt x="11689080" y="5337475"/>
                </a:lnTo>
                <a:lnTo>
                  <a:pt x="11689080" y="5365673"/>
                </a:lnTo>
                <a:lnTo>
                  <a:pt x="11668767" y="5365673"/>
                </a:lnTo>
                <a:lnTo>
                  <a:pt x="11668767" y="5391265"/>
                </a:lnTo>
                <a:lnTo>
                  <a:pt x="11689080" y="5391265"/>
                </a:lnTo>
                <a:lnTo>
                  <a:pt x="11689080" y="5458596"/>
                </a:lnTo>
                <a:cubicBezTo>
                  <a:pt x="11689080" y="5488174"/>
                  <a:pt x="11710484" y="5496594"/>
                  <a:pt x="11734584" y="5496594"/>
                </a:cubicBezTo>
                <a:cubicBezTo>
                  <a:pt x="11742535" y="5496594"/>
                  <a:pt x="11754785" y="5495213"/>
                  <a:pt x="11763939" y="5493587"/>
                </a:cubicBezTo>
                <a:lnTo>
                  <a:pt x="11761289" y="5467616"/>
                </a:lnTo>
                <a:cubicBezTo>
                  <a:pt x="11757035" y="5468195"/>
                  <a:pt x="11752803" y="5468752"/>
                  <a:pt x="11748883" y="5468752"/>
                </a:cubicBezTo>
                <a:cubicBezTo>
                  <a:pt x="11737635" y="5468752"/>
                  <a:pt x="11728949" y="5465701"/>
                  <a:pt x="11728949" y="5449197"/>
                </a:cubicBezTo>
                <a:lnTo>
                  <a:pt x="11728949" y="5391265"/>
                </a:lnTo>
                <a:lnTo>
                  <a:pt x="11763939" y="5391265"/>
                </a:lnTo>
                <a:lnTo>
                  <a:pt x="11763939" y="5365673"/>
                </a:lnTo>
                <a:lnTo>
                  <a:pt x="11728949" y="5365673"/>
                </a:lnTo>
                <a:close/>
                <a:moveTo>
                  <a:pt x="11453186" y="5256469"/>
                </a:moveTo>
                <a:cubicBezTo>
                  <a:pt x="11425924" y="5260367"/>
                  <a:pt x="11385343" y="5267472"/>
                  <a:pt x="11362936" y="5289878"/>
                </a:cubicBezTo>
                <a:cubicBezTo>
                  <a:pt x="11351221" y="5301572"/>
                  <a:pt x="11347568" y="5316049"/>
                  <a:pt x="11347568" y="5332331"/>
                </a:cubicBezTo>
                <a:cubicBezTo>
                  <a:pt x="11347568" y="5341797"/>
                  <a:pt x="11348793" y="5351731"/>
                  <a:pt x="11351622" y="5360773"/>
                </a:cubicBezTo>
                <a:cubicBezTo>
                  <a:pt x="11356522" y="5357232"/>
                  <a:pt x="11368193" y="5356720"/>
                  <a:pt x="11374206" y="5356720"/>
                </a:cubicBezTo>
                <a:cubicBezTo>
                  <a:pt x="11391490" y="5356720"/>
                  <a:pt x="11406168" y="5357232"/>
                  <a:pt x="11422026" y="5341374"/>
                </a:cubicBezTo>
                <a:cubicBezTo>
                  <a:pt x="11441760" y="5321662"/>
                  <a:pt x="11432985" y="5290703"/>
                  <a:pt x="11453164" y="5256514"/>
                </a:cubicBezTo>
                <a:close/>
                <a:moveTo>
                  <a:pt x="0" y="0"/>
                </a:moveTo>
                <a:lnTo>
                  <a:pt x="12192000" y="0"/>
                </a:lnTo>
                <a:lnTo>
                  <a:pt x="12192000" y="5715000"/>
                </a:lnTo>
                <a:lnTo>
                  <a:pt x="0" y="5715000"/>
                </a:lnTo>
                <a:close/>
              </a:path>
            </a:pathLst>
          </a:custGeom>
          <a:pattFill prst="ltVert">
            <a:fgClr>
              <a:schemeClr val="bg1">
                <a:lumMod val="85000"/>
              </a:schemeClr>
            </a:fgClr>
            <a:bgClr>
              <a:schemeClr val="bg1"/>
            </a:bgClr>
          </a:pattFill>
        </p:spPr>
        <p:txBody>
          <a:bodyPr wrap="square">
            <a:noAutofit/>
          </a:bodyPr>
          <a:lstStyle>
            <a:lvl1pPr marL="0" indent="0">
              <a:buNone/>
              <a:defRPr/>
            </a:lvl1pPr>
          </a:lstStyle>
          <a:p>
            <a:endParaRPr lang="en-US"/>
          </a:p>
        </p:txBody>
      </p:sp>
      <p:sp>
        <p:nvSpPr>
          <p:cNvPr id="2" name="Title 1">
            <a:extLst>
              <a:ext uri="{FF2B5EF4-FFF2-40B4-BE49-F238E27FC236}">
                <a16:creationId xmlns:a16="http://schemas.microsoft.com/office/drawing/2014/main" id="{4027AB45-F25F-6F2D-06FA-4340F2485A45}"/>
              </a:ext>
            </a:extLst>
          </p:cNvPr>
          <p:cNvSpPr>
            <a:spLocks noGrp="1"/>
          </p:cNvSpPr>
          <p:nvPr>
            <p:ph type="title" hasCustomPrompt="1"/>
          </p:nvPr>
        </p:nvSpPr>
        <p:spPr/>
        <p:txBody>
          <a:bodyPr/>
          <a:lstStyle/>
          <a:p>
            <a:r>
              <a:rPr lang="en-US" dirty="0"/>
              <a:t>Title</a:t>
            </a:r>
          </a:p>
        </p:txBody>
      </p:sp>
      <p:sp>
        <p:nvSpPr>
          <p:cNvPr id="3" name="Footer Placeholder 2">
            <a:extLst>
              <a:ext uri="{FF2B5EF4-FFF2-40B4-BE49-F238E27FC236}">
                <a16:creationId xmlns:a16="http://schemas.microsoft.com/office/drawing/2014/main" id="{80F47D79-1A48-9C18-B7FA-8AAA0FE56CAA}"/>
              </a:ext>
            </a:extLst>
          </p:cNvPr>
          <p:cNvSpPr>
            <a:spLocks noGrp="1"/>
          </p:cNvSpPr>
          <p:nvPr>
            <p:ph type="ftr" sz="quarter" idx="10"/>
          </p:nvPr>
        </p:nvSpPr>
        <p:spPr>
          <a:ln>
            <a:solidFill>
              <a:schemeClr val="bg1"/>
            </a:solidFill>
          </a:ln>
        </p:spPr>
        <p:txBody>
          <a:bodyPr/>
          <a:lstStyle>
            <a:lvl1pPr>
              <a:defRPr>
                <a:solidFill>
                  <a:schemeClr val="bg1"/>
                </a:solidFill>
              </a:defRPr>
            </a:lvl1pPr>
          </a:lstStyle>
          <a:p>
            <a:pPr algn="r"/>
            <a:r>
              <a:rPr lang="en-GB" dirty="0"/>
              <a:t>Classification: Public</a:t>
            </a:r>
          </a:p>
        </p:txBody>
      </p:sp>
      <p:sp>
        <p:nvSpPr>
          <p:cNvPr id="4" name="Slide Number Placeholder 3">
            <a:extLst>
              <a:ext uri="{FF2B5EF4-FFF2-40B4-BE49-F238E27FC236}">
                <a16:creationId xmlns:a16="http://schemas.microsoft.com/office/drawing/2014/main" id="{DA5B9EEC-E07A-6A30-2599-3EECD9FCA00B}"/>
              </a:ext>
            </a:extLst>
          </p:cNvPr>
          <p:cNvSpPr>
            <a:spLocks noGrp="1"/>
          </p:cNvSpPr>
          <p:nvPr>
            <p:ph type="sldNum" sz="quarter" idx="11"/>
          </p:nvPr>
        </p:nvSpPr>
        <p:spPr/>
        <p:txBody>
          <a:bodyPr/>
          <a:lstStyle>
            <a:lvl1pPr>
              <a:defRPr>
                <a:solidFill>
                  <a:schemeClr val="bg1"/>
                </a:solidFill>
              </a:defRPr>
            </a:lvl1pPr>
          </a:lstStyle>
          <a:p>
            <a:fld id="{7695D00A-BA34-4D39-8C84-2534822D6434}" type="slidenum">
              <a:rPr lang="en-GB" smtClean="0"/>
              <a:pPr/>
              <a:t>‹#›</a:t>
            </a:fld>
            <a:endParaRPr lang="en-GB" dirty="0"/>
          </a:p>
        </p:txBody>
      </p:sp>
      <p:sp>
        <p:nvSpPr>
          <p:cNvPr id="21" name="Text Placeholder 20">
            <a:extLst>
              <a:ext uri="{FF2B5EF4-FFF2-40B4-BE49-F238E27FC236}">
                <a16:creationId xmlns:a16="http://schemas.microsoft.com/office/drawing/2014/main" id="{CC0E8A19-81F9-1D65-153F-841AD6CBBC46}"/>
              </a:ext>
            </a:extLst>
          </p:cNvPr>
          <p:cNvSpPr>
            <a:spLocks noGrp="1"/>
          </p:cNvSpPr>
          <p:nvPr>
            <p:ph type="body" sz="quarter" idx="13" hasCustomPrompt="1"/>
          </p:nvPr>
        </p:nvSpPr>
        <p:spPr>
          <a:xfrm>
            <a:off x="304800" y="5818632"/>
            <a:ext cx="3017520"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Tree>
    <p:extLst>
      <p:ext uri="{BB962C8B-B14F-4D97-AF65-F5344CB8AC3E}">
        <p14:creationId xmlns:p14="http://schemas.microsoft.com/office/powerpoint/2010/main" val="7521140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23_Two photos">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C02E190-8939-BFFD-35A2-C3A2AAF3F00C}"/>
              </a:ext>
            </a:extLst>
          </p:cNvPr>
          <p:cNvSpPr>
            <a:spLocks noGrp="1"/>
          </p:cNvSpPr>
          <p:nvPr>
            <p:ph type="pic" sz="quarter" idx="12"/>
          </p:nvPr>
        </p:nvSpPr>
        <p:spPr>
          <a:xfrm>
            <a:off x="-4382" y="1143000"/>
            <a:ext cx="6080760" cy="5715000"/>
          </a:xfrm>
          <a:pattFill prst="ltVert">
            <a:fgClr>
              <a:schemeClr val="bg1">
                <a:lumMod val="85000"/>
              </a:schemeClr>
            </a:fgClr>
            <a:bgClr>
              <a:schemeClr val="bg1"/>
            </a:bgClr>
          </a:pattFill>
        </p:spPr>
        <p:txBody>
          <a:bodyPr anchor="ctr"/>
          <a:lstStyle>
            <a:lvl1pPr marL="0" indent="0" algn="ctr">
              <a:buNone/>
              <a:defRPr/>
            </a:lvl1pPr>
          </a:lstStyle>
          <a:p>
            <a:endParaRPr lang="en-US"/>
          </a:p>
        </p:txBody>
      </p:sp>
      <p:sp>
        <p:nvSpPr>
          <p:cNvPr id="2" name="Title 1">
            <a:extLst>
              <a:ext uri="{FF2B5EF4-FFF2-40B4-BE49-F238E27FC236}">
                <a16:creationId xmlns:a16="http://schemas.microsoft.com/office/drawing/2014/main" id="{25C977A9-1FF5-5D6F-B582-264E145C24B1}"/>
              </a:ext>
            </a:extLst>
          </p:cNvPr>
          <p:cNvSpPr>
            <a:spLocks noGrp="1"/>
          </p:cNvSpPr>
          <p:nvPr>
            <p:ph type="title" hasCustomPrompt="1"/>
          </p:nvPr>
        </p:nvSpPr>
        <p:spPr/>
        <p:txBody>
          <a:bodyPr/>
          <a:lstStyle/>
          <a:p>
            <a:r>
              <a:rPr lang="en-US" dirty="0"/>
              <a:t>Title</a:t>
            </a:r>
          </a:p>
        </p:txBody>
      </p:sp>
      <p:sp>
        <p:nvSpPr>
          <p:cNvPr id="3" name="Footer Placeholder 2">
            <a:extLst>
              <a:ext uri="{FF2B5EF4-FFF2-40B4-BE49-F238E27FC236}">
                <a16:creationId xmlns:a16="http://schemas.microsoft.com/office/drawing/2014/main" id="{DEA7FC16-EF75-0FB4-4D3F-76914615437B}"/>
              </a:ext>
            </a:extLst>
          </p:cNvPr>
          <p:cNvSpPr>
            <a:spLocks noGrp="1"/>
          </p:cNvSpPr>
          <p:nvPr>
            <p:ph type="ftr" sz="quarter" idx="10"/>
          </p:nvPr>
        </p:nvSpPr>
        <p:spPr>
          <a:ln>
            <a:solidFill>
              <a:schemeClr val="bg1"/>
            </a:solidFill>
          </a:ln>
        </p:spPr>
        <p:txBody>
          <a:bodyPr/>
          <a:lstStyle>
            <a:lvl1pPr>
              <a:defRPr>
                <a:solidFill>
                  <a:schemeClr val="bg1"/>
                </a:solidFill>
              </a:defRPr>
            </a:lvl1pPr>
          </a:lstStyle>
          <a:p>
            <a:pPr algn="r"/>
            <a:r>
              <a:rPr lang="en-GB" dirty="0"/>
              <a:t>Classification: Public</a:t>
            </a:r>
          </a:p>
        </p:txBody>
      </p:sp>
      <p:sp>
        <p:nvSpPr>
          <p:cNvPr id="4" name="Slide Number Placeholder 3">
            <a:extLst>
              <a:ext uri="{FF2B5EF4-FFF2-40B4-BE49-F238E27FC236}">
                <a16:creationId xmlns:a16="http://schemas.microsoft.com/office/drawing/2014/main" id="{3D97DA62-1362-7414-41AA-E7D254D495CA}"/>
              </a:ext>
            </a:extLst>
          </p:cNvPr>
          <p:cNvSpPr>
            <a:spLocks noGrp="1"/>
          </p:cNvSpPr>
          <p:nvPr>
            <p:ph type="sldNum" sz="quarter" idx="11"/>
          </p:nvPr>
        </p:nvSpPr>
        <p:spPr/>
        <p:txBody>
          <a:bodyPr/>
          <a:lstStyle>
            <a:lvl1pPr>
              <a:defRPr>
                <a:solidFill>
                  <a:schemeClr val="bg1"/>
                </a:solidFill>
              </a:defRPr>
            </a:lvl1pPr>
          </a:lstStyle>
          <a:p>
            <a:fld id="{7695D00A-BA34-4D39-8C84-2534822D6434}" type="slidenum">
              <a:rPr lang="en-GB" smtClean="0"/>
              <a:pPr/>
              <a:t>‹#›</a:t>
            </a:fld>
            <a:endParaRPr lang="en-GB" dirty="0"/>
          </a:p>
        </p:txBody>
      </p:sp>
      <p:sp>
        <p:nvSpPr>
          <p:cNvPr id="22" name="Picture Placeholder 21">
            <a:extLst>
              <a:ext uri="{FF2B5EF4-FFF2-40B4-BE49-F238E27FC236}">
                <a16:creationId xmlns:a16="http://schemas.microsoft.com/office/drawing/2014/main" id="{E6756303-6888-81D8-1C00-39247F81826F}"/>
              </a:ext>
            </a:extLst>
          </p:cNvPr>
          <p:cNvSpPr>
            <a:spLocks noGrp="1"/>
          </p:cNvSpPr>
          <p:nvPr>
            <p:ph type="pic" sz="quarter" idx="13"/>
          </p:nvPr>
        </p:nvSpPr>
        <p:spPr>
          <a:xfrm>
            <a:off x="6111240" y="1143000"/>
            <a:ext cx="6080760" cy="5715000"/>
          </a:xfrm>
          <a:custGeom>
            <a:avLst/>
            <a:gdLst>
              <a:gd name="connsiteX0" fmla="*/ 5185679 w 6080760"/>
              <a:gd name="connsiteY0" fmla="*/ 5500760 h 5715000"/>
              <a:gd name="connsiteX1" fmla="*/ 5220670 w 6080760"/>
              <a:gd name="connsiteY1" fmla="*/ 5500760 h 5715000"/>
              <a:gd name="connsiteX2" fmla="*/ 5237598 w 6080760"/>
              <a:gd name="connsiteY2" fmla="*/ 5515037 h 5715000"/>
              <a:gd name="connsiteX3" fmla="*/ 5205235 w 6080760"/>
              <a:gd name="connsiteY3" fmla="*/ 5538001 h 5715000"/>
              <a:gd name="connsiteX4" fmla="*/ 5172137 w 6080760"/>
              <a:gd name="connsiteY4" fmla="*/ 5519180 h 5715000"/>
              <a:gd name="connsiteX5" fmla="*/ 5185679 w 6080760"/>
              <a:gd name="connsiteY5" fmla="*/ 5500760 h 5715000"/>
              <a:gd name="connsiteX6" fmla="*/ 5736334 w 6080760"/>
              <a:gd name="connsiteY6" fmla="*/ 5436035 h 5715000"/>
              <a:gd name="connsiteX7" fmla="*/ 5736334 w 6080760"/>
              <a:gd name="connsiteY7" fmla="*/ 5459733 h 5715000"/>
              <a:gd name="connsiteX8" fmla="*/ 5716778 w 6080760"/>
              <a:gd name="connsiteY8" fmla="*/ 5469511 h 5715000"/>
              <a:gd name="connsiteX9" fmla="*/ 5700608 w 6080760"/>
              <a:gd name="connsiteY9" fmla="*/ 5455212 h 5715000"/>
              <a:gd name="connsiteX10" fmla="*/ 5736334 w 6080760"/>
              <a:gd name="connsiteY10" fmla="*/ 5436035 h 5715000"/>
              <a:gd name="connsiteX11" fmla="*/ 5343595 w 6080760"/>
              <a:gd name="connsiteY11" fmla="*/ 5389751 h 5715000"/>
              <a:gd name="connsiteX12" fmla="*/ 5363886 w 6080760"/>
              <a:gd name="connsiteY12" fmla="*/ 5412692 h 5715000"/>
              <a:gd name="connsiteX13" fmla="*/ 5319874 w 6080760"/>
              <a:gd name="connsiteY13" fmla="*/ 5412692 h 5715000"/>
              <a:gd name="connsiteX14" fmla="*/ 5343595 w 6080760"/>
              <a:gd name="connsiteY14" fmla="*/ 5389751 h 5715000"/>
              <a:gd name="connsiteX15" fmla="*/ 5207885 w 6080760"/>
              <a:gd name="connsiteY15" fmla="*/ 5385253 h 5715000"/>
              <a:gd name="connsiteX16" fmla="*/ 5227062 w 6080760"/>
              <a:gd name="connsiteY16" fmla="*/ 5404808 h 5715000"/>
              <a:gd name="connsiteX17" fmla="*/ 5207128 w 6080760"/>
              <a:gd name="connsiteY17" fmla="*/ 5424364 h 5715000"/>
              <a:gd name="connsiteX18" fmla="*/ 5188330 w 6080760"/>
              <a:gd name="connsiteY18" fmla="*/ 5404808 h 5715000"/>
              <a:gd name="connsiteX19" fmla="*/ 5207885 w 6080760"/>
              <a:gd name="connsiteY19" fmla="*/ 5385253 h 5715000"/>
              <a:gd name="connsiteX20" fmla="*/ 4854748 w 6080760"/>
              <a:gd name="connsiteY20" fmla="*/ 5365674 h 5715000"/>
              <a:gd name="connsiteX21" fmla="*/ 4904417 w 6080760"/>
              <a:gd name="connsiteY21" fmla="*/ 5493966 h 5715000"/>
              <a:gd name="connsiteX22" fmla="*/ 4900653 w 6080760"/>
              <a:gd name="connsiteY22" fmla="*/ 5502987 h 5715000"/>
              <a:gd name="connsiteX23" fmla="*/ 4868290 w 6080760"/>
              <a:gd name="connsiteY23" fmla="*/ 5535350 h 5715000"/>
              <a:gd name="connsiteX24" fmla="*/ 4850984 w 6080760"/>
              <a:gd name="connsiteY24" fmla="*/ 5533100 h 5715000"/>
              <a:gd name="connsiteX25" fmla="*/ 4845349 w 6080760"/>
              <a:gd name="connsiteY25" fmla="*/ 5558669 h 5715000"/>
              <a:gd name="connsiteX26" fmla="*/ 4874682 w 6080760"/>
              <a:gd name="connsiteY26" fmla="*/ 5562433 h 5715000"/>
              <a:gd name="connsiteX27" fmla="*/ 4931122 w 6080760"/>
              <a:gd name="connsiteY27" fmla="*/ 5521050 h 5715000"/>
              <a:gd name="connsiteX28" fmla="*/ 4995068 w 6080760"/>
              <a:gd name="connsiteY28" fmla="*/ 5365674 h 5715000"/>
              <a:gd name="connsiteX29" fmla="*/ 4995046 w 6080760"/>
              <a:gd name="connsiteY29" fmla="*/ 5365674 h 5715000"/>
              <a:gd name="connsiteX30" fmla="*/ 4957805 w 6080760"/>
              <a:gd name="connsiteY30" fmla="*/ 5365674 h 5715000"/>
              <a:gd name="connsiteX31" fmla="*/ 4933728 w 6080760"/>
              <a:gd name="connsiteY31" fmla="*/ 5428127 h 5715000"/>
              <a:gd name="connsiteX32" fmla="*/ 4926578 w 6080760"/>
              <a:gd name="connsiteY32" fmla="*/ 5450334 h 5715000"/>
              <a:gd name="connsiteX33" fmla="*/ 4920943 w 6080760"/>
              <a:gd name="connsiteY33" fmla="*/ 5429263 h 5715000"/>
              <a:gd name="connsiteX34" fmla="*/ 4897624 w 6080760"/>
              <a:gd name="connsiteY34" fmla="*/ 5365674 h 5715000"/>
              <a:gd name="connsiteX35" fmla="*/ 5724685 w 6080760"/>
              <a:gd name="connsiteY35" fmla="*/ 5362690 h 5715000"/>
              <a:gd name="connsiteX36" fmla="*/ 5666753 w 6080760"/>
              <a:gd name="connsiteY36" fmla="*/ 5378482 h 5715000"/>
              <a:gd name="connsiteX37" fmla="*/ 5676531 w 6080760"/>
              <a:gd name="connsiteY37" fmla="*/ 5402180 h 5715000"/>
              <a:gd name="connsiteX38" fmla="*/ 5713415 w 6080760"/>
              <a:gd name="connsiteY38" fmla="*/ 5390130 h 5715000"/>
              <a:gd name="connsiteX39" fmla="*/ 5736334 w 6080760"/>
              <a:gd name="connsiteY39" fmla="*/ 5408194 h 5715000"/>
              <a:gd name="connsiteX40" fmla="*/ 5736334 w 6080760"/>
              <a:gd name="connsiteY40" fmla="*/ 5411579 h 5715000"/>
              <a:gd name="connsiteX41" fmla="*/ 5660717 w 6080760"/>
              <a:gd name="connsiteY41" fmla="*/ 5460869 h 5715000"/>
              <a:gd name="connsiteX42" fmla="*/ 5700964 w 6080760"/>
              <a:gd name="connsiteY42" fmla="*/ 5496595 h 5715000"/>
              <a:gd name="connsiteX43" fmla="*/ 5737470 w 6080760"/>
              <a:gd name="connsiteY43" fmla="*/ 5483810 h 5715000"/>
              <a:gd name="connsiteX44" fmla="*/ 5737470 w 6080760"/>
              <a:gd name="connsiteY44" fmla="*/ 5493967 h 5715000"/>
              <a:gd name="connsiteX45" fmla="*/ 5775089 w 6080760"/>
              <a:gd name="connsiteY45" fmla="*/ 5493967 h 5715000"/>
              <a:gd name="connsiteX46" fmla="*/ 5775111 w 6080760"/>
              <a:gd name="connsiteY46" fmla="*/ 5493989 h 5715000"/>
              <a:gd name="connsiteX47" fmla="*/ 5775111 w 6080760"/>
              <a:gd name="connsiteY47" fmla="*/ 5402937 h 5715000"/>
              <a:gd name="connsiteX48" fmla="*/ 5724685 w 6080760"/>
              <a:gd name="connsiteY48" fmla="*/ 5362690 h 5715000"/>
              <a:gd name="connsiteX49" fmla="*/ 5505140 w 6080760"/>
              <a:gd name="connsiteY49" fmla="*/ 5362667 h 5715000"/>
              <a:gd name="connsiteX50" fmla="*/ 5461129 w 6080760"/>
              <a:gd name="connsiteY50" fmla="*/ 5376966 h 5715000"/>
              <a:gd name="connsiteX51" fmla="*/ 5461129 w 6080760"/>
              <a:gd name="connsiteY51" fmla="*/ 5365674 h 5715000"/>
              <a:gd name="connsiteX52" fmla="*/ 5422374 w 6080760"/>
              <a:gd name="connsiteY52" fmla="*/ 5365674 h 5715000"/>
              <a:gd name="connsiteX53" fmla="*/ 5422374 w 6080760"/>
              <a:gd name="connsiteY53" fmla="*/ 5493944 h 5715000"/>
              <a:gd name="connsiteX54" fmla="*/ 5462265 w 6080760"/>
              <a:gd name="connsiteY54" fmla="*/ 5493944 h 5715000"/>
              <a:gd name="connsiteX55" fmla="*/ 5462265 w 6080760"/>
              <a:gd name="connsiteY55" fmla="*/ 5403672 h 5715000"/>
              <a:gd name="connsiteX56" fmla="*/ 5486698 w 6080760"/>
              <a:gd name="connsiteY56" fmla="*/ 5392758 h 5715000"/>
              <a:gd name="connsiteX57" fmla="*/ 5505497 w 6080760"/>
              <a:gd name="connsiteY57" fmla="*/ 5411578 h 5715000"/>
              <a:gd name="connsiteX58" fmla="*/ 5505497 w 6080760"/>
              <a:gd name="connsiteY58" fmla="*/ 5493966 h 5715000"/>
              <a:gd name="connsiteX59" fmla="*/ 5545388 w 6080760"/>
              <a:gd name="connsiteY59" fmla="*/ 5493966 h 5715000"/>
              <a:gd name="connsiteX60" fmla="*/ 5545388 w 6080760"/>
              <a:gd name="connsiteY60" fmla="*/ 5493944 h 5715000"/>
              <a:gd name="connsiteX61" fmla="*/ 5545388 w 6080760"/>
              <a:gd name="connsiteY61" fmla="*/ 5402536 h 5715000"/>
              <a:gd name="connsiteX62" fmla="*/ 5505140 w 6080760"/>
              <a:gd name="connsiteY62" fmla="*/ 5362667 h 5715000"/>
              <a:gd name="connsiteX63" fmla="*/ 5345110 w 6080760"/>
              <a:gd name="connsiteY63" fmla="*/ 5362667 h 5715000"/>
              <a:gd name="connsiteX64" fmla="*/ 5277422 w 6080760"/>
              <a:gd name="connsiteY64" fmla="*/ 5429998 h 5715000"/>
              <a:gd name="connsiteX65" fmla="*/ 5342103 w 6080760"/>
              <a:gd name="connsiteY65" fmla="*/ 5496594 h 5715000"/>
              <a:gd name="connsiteX66" fmla="*/ 5399656 w 6080760"/>
              <a:gd name="connsiteY66" fmla="*/ 5481916 h 5715000"/>
              <a:gd name="connsiteX67" fmla="*/ 5389121 w 6080760"/>
              <a:gd name="connsiteY67" fmla="*/ 5458218 h 5715000"/>
              <a:gd name="connsiteX68" fmla="*/ 5356380 w 6080760"/>
              <a:gd name="connsiteY68" fmla="*/ 5467996 h 5715000"/>
              <a:gd name="connsiteX69" fmla="*/ 5319518 w 6080760"/>
              <a:gd name="connsiteY69" fmla="*/ 5438284 h 5715000"/>
              <a:gd name="connsiteX70" fmla="*/ 5404534 w 6080760"/>
              <a:gd name="connsiteY70" fmla="*/ 5438284 h 5715000"/>
              <a:gd name="connsiteX71" fmla="*/ 5404912 w 6080760"/>
              <a:gd name="connsiteY71" fmla="*/ 5425120 h 5715000"/>
              <a:gd name="connsiteX72" fmla="*/ 5404935 w 6080760"/>
              <a:gd name="connsiteY72" fmla="*/ 5425120 h 5715000"/>
              <a:gd name="connsiteX73" fmla="*/ 5345110 w 6080760"/>
              <a:gd name="connsiteY73" fmla="*/ 5362667 h 5715000"/>
              <a:gd name="connsiteX74" fmla="*/ 5086075 w 6080760"/>
              <a:gd name="connsiteY74" fmla="*/ 5362667 h 5715000"/>
              <a:gd name="connsiteX75" fmla="*/ 5042064 w 6080760"/>
              <a:gd name="connsiteY75" fmla="*/ 5376966 h 5715000"/>
              <a:gd name="connsiteX76" fmla="*/ 5042064 w 6080760"/>
              <a:gd name="connsiteY76" fmla="*/ 5365674 h 5715000"/>
              <a:gd name="connsiteX77" fmla="*/ 5003309 w 6080760"/>
              <a:gd name="connsiteY77" fmla="*/ 5365674 h 5715000"/>
              <a:gd name="connsiteX78" fmla="*/ 5003309 w 6080760"/>
              <a:gd name="connsiteY78" fmla="*/ 5493944 h 5715000"/>
              <a:gd name="connsiteX79" fmla="*/ 5043178 w 6080760"/>
              <a:gd name="connsiteY79" fmla="*/ 5493944 h 5715000"/>
              <a:gd name="connsiteX80" fmla="*/ 5043178 w 6080760"/>
              <a:gd name="connsiteY80" fmla="*/ 5403672 h 5715000"/>
              <a:gd name="connsiteX81" fmla="*/ 5067633 w 6080760"/>
              <a:gd name="connsiteY81" fmla="*/ 5392758 h 5715000"/>
              <a:gd name="connsiteX82" fmla="*/ 5086432 w 6080760"/>
              <a:gd name="connsiteY82" fmla="*/ 5411578 h 5715000"/>
              <a:gd name="connsiteX83" fmla="*/ 5086432 w 6080760"/>
              <a:gd name="connsiteY83" fmla="*/ 5493966 h 5715000"/>
              <a:gd name="connsiteX84" fmla="*/ 5126323 w 6080760"/>
              <a:gd name="connsiteY84" fmla="*/ 5493966 h 5715000"/>
              <a:gd name="connsiteX85" fmla="*/ 5126345 w 6080760"/>
              <a:gd name="connsiteY85" fmla="*/ 5493944 h 5715000"/>
              <a:gd name="connsiteX86" fmla="*/ 5126345 w 6080760"/>
              <a:gd name="connsiteY86" fmla="*/ 5402536 h 5715000"/>
              <a:gd name="connsiteX87" fmla="*/ 5086075 w 6080760"/>
              <a:gd name="connsiteY87" fmla="*/ 5362667 h 5715000"/>
              <a:gd name="connsiteX88" fmla="*/ 5209378 w 6080760"/>
              <a:gd name="connsiteY88" fmla="*/ 5362267 h 5715000"/>
              <a:gd name="connsiteX89" fmla="*/ 5149575 w 6080760"/>
              <a:gd name="connsiteY89" fmla="*/ 5404029 h 5715000"/>
              <a:gd name="connsiteX90" fmla="*/ 5166881 w 6080760"/>
              <a:gd name="connsiteY90" fmla="*/ 5435256 h 5715000"/>
              <a:gd name="connsiteX91" fmla="*/ 5142425 w 6080760"/>
              <a:gd name="connsiteY91" fmla="*/ 5466861 h 5715000"/>
              <a:gd name="connsiteX92" fmla="*/ 5148818 w 6080760"/>
              <a:gd name="connsiteY92" fmla="*/ 5486795 h 5715000"/>
              <a:gd name="connsiteX93" fmla="*/ 5160489 w 6080760"/>
              <a:gd name="connsiteY93" fmla="*/ 5495081 h 5715000"/>
              <a:gd name="connsiteX94" fmla="*/ 5139797 w 6080760"/>
              <a:gd name="connsiteY94" fmla="*/ 5524437 h 5715000"/>
              <a:gd name="connsiteX95" fmla="*/ 5203364 w 6080760"/>
              <a:gd name="connsiteY95" fmla="*/ 5564684 h 5715000"/>
              <a:gd name="connsiteX96" fmla="*/ 5277466 w 6080760"/>
              <a:gd name="connsiteY96" fmla="*/ 5509759 h 5715000"/>
              <a:gd name="connsiteX97" fmla="*/ 5277466 w 6080760"/>
              <a:gd name="connsiteY97" fmla="*/ 5509736 h 5715000"/>
              <a:gd name="connsiteX98" fmla="*/ 5230426 w 6080760"/>
              <a:gd name="connsiteY98" fmla="*/ 5467240 h 5715000"/>
              <a:gd name="connsiteX99" fmla="*/ 5198820 w 6080760"/>
              <a:gd name="connsiteY99" fmla="*/ 5467240 h 5715000"/>
              <a:gd name="connsiteX100" fmla="*/ 5179265 w 6080760"/>
              <a:gd name="connsiteY100" fmla="*/ 5455947 h 5715000"/>
              <a:gd name="connsiteX101" fmla="*/ 5189043 w 6080760"/>
              <a:gd name="connsiteY101" fmla="*/ 5445033 h 5715000"/>
              <a:gd name="connsiteX102" fmla="*/ 5204856 w 6080760"/>
              <a:gd name="connsiteY102" fmla="*/ 5446904 h 5715000"/>
              <a:gd name="connsiteX103" fmla="*/ 5265817 w 6080760"/>
              <a:gd name="connsiteY103" fmla="*/ 5402893 h 5715000"/>
              <a:gd name="connsiteX104" fmla="*/ 5209378 w 6080760"/>
              <a:gd name="connsiteY104" fmla="*/ 5362267 h 5715000"/>
              <a:gd name="connsiteX105" fmla="*/ 4801493 w 6080760"/>
              <a:gd name="connsiteY105" fmla="*/ 5360396 h 5715000"/>
              <a:gd name="connsiteX106" fmla="*/ 4748082 w 6080760"/>
              <a:gd name="connsiteY106" fmla="*/ 5403271 h 5715000"/>
              <a:gd name="connsiteX107" fmla="*/ 4777795 w 6080760"/>
              <a:gd name="connsiteY107" fmla="*/ 5440156 h 5715000"/>
              <a:gd name="connsiteX108" fmla="*/ 4804879 w 6080760"/>
              <a:gd name="connsiteY108" fmla="*/ 5446548 h 5715000"/>
              <a:gd name="connsiteX109" fmla="*/ 4814300 w 6080760"/>
              <a:gd name="connsiteY109" fmla="*/ 5456326 h 5715000"/>
              <a:gd name="connsiteX110" fmla="*/ 4792094 w 6080760"/>
              <a:gd name="connsiteY110" fmla="*/ 5468754 h 5715000"/>
              <a:gd name="connsiteX111" fmla="*/ 4755611 w 6080760"/>
              <a:gd name="connsiteY111" fmla="*/ 5460112 h 5715000"/>
              <a:gd name="connsiteX112" fmla="*/ 4744697 w 6080760"/>
              <a:gd name="connsiteY112" fmla="*/ 5486060 h 5715000"/>
              <a:gd name="connsiteX113" fmla="*/ 4797751 w 6080760"/>
              <a:gd name="connsiteY113" fmla="*/ 5496217 h 5715000"/>
              <a:gd name="connsiteX114" fmla="*/ 4854191 w 6080760"/>
              <a:gd name="connsiteY114" fmla="*/ 5452962 h 5715000"/>
              <a:gd name="connsiteX115" fmla="*/ 4854146 w 6080760"/>
              <a:gd name="connsiteY115" fmla="*/ 5452962 h 5715000"/>
              <a:gd name="connsiteX116" fmla="*/ 4820670 w 6080760"/>
              <a:gd name="connsiteY116" fmla="*/ 5412693 h 5715000"/>
              <a:gd name="connsiteX117" fmla="*/ 4796214 w 6080760"/>
              <a:gd name="connsiteY117" fmla="*/ 5407058 h 5715000"/>
              <a:gd name="connsiteX118" fmla="*/ 4788307 w 6080760"/>
              <a:gd name="connsiteY118" fmla="*/ 5397659 h 5715000"/>
              <a:gd name="connsiteX119" fmla="*/ 4806749 w 6080760"/>
              <a:gd name="connsiteY119" fmla="*/ 5386745 h 5715000"/>
              <a:gd name="connsiteX120" fmla="*/ 4836105 w 6080760"/>
              <a:gd name="connsiteY120" fmla="*/ 5392380 h 5715000"/>
              <a:gd name="connsiteX121" fmla="*/ 4846262 w 6080760"/>
              <a:gd name="connsiteY121" fmla="*/ 5366410 h 5715000"/>
              <a:gd name="connsiteX122" fmla="*/ 4801493 w 6080760"/>
              <a:gd name="connsiteY122" fmla="*/ 5360396 h 5715000"/>
              <a:gd name="connsiteX123" fmla="*/ 5617709 w 6080760"/>
              <a:gd name="connsiteY123" fmla="*/ 5326184 h 5715000"/>
              <a:gd name="connsiteX124" fmla="*/ 5577840 w 6080760"/>
              <a:gd name="connsiteY124" fmla="*/ 5337476 h 5715000"/>
              <a:gd name="connsiteX125" fmla="*/ 5577840 w 6080760"/>
              <a:gd name="connsiteY125" fmla="*/ 5365674 h 5715000"/>
              <a:gd name="connsiteX126" fmla="*/ 5557527 w 6080760"/>
              <a:gd name="connsiteY126" fmla="*/ 5365674 h 5715000"/>
              <a:gd name="connsiteX127" fmla="*/ 5557527 w 6080760"/>
              <a:gd name="connsiteY127" fmla="*/ 5391266 h 5715000"/>
              <a:gd name="connsiteX128" fmla="*/ 5577840 w 6080760"/>
              <a:gd name="connsiteY128" fmla="*/ 5391266 h 5715000"/>
              <a:gd name="connsiteX129" fmla="*/ 5577840 w 6080760"/>
              <a:gd name="connsiteY129" fmla="*/ 5458597 h 5715000"/>
              <a:gd name="connsiteX130" fmla="*/ 5623344 w 6080760"/>
              <a:gd name="connsiteY130" fmla="*/ 5496595 h 5715000"/>
              <a:gd name="connsiteX131" fmla="*/ 5652699 w 6080760"/>
              <a:gd name="connsiteY131" fmla="*/ 5493588 h 5715000"/>
              <a:gd name="connsiteX132" fmla="*/ 5650049 w 6080760"/>
              <a:gd name="connsiteY132" fmla="*/ 5467617 h 5715000"/>
              <a:gd name="connsiteX133" fmla="*/ 5637643 w 6080760"/>
              <a:gd name="connsiteY133" fmla="*/ 5468753 h 5715000"/>
              <a:gd name="connsiteX134" fmla="*/ 5617709 w 6080760"/>
              <a:gd name="connsiteY134" fmla="*/ 5449198 h 5715000"/>
              <a:gd name="connsiteX135" fmla="*/ 5617709 w 6080760"/>
              <a:gd name="connsiteY135" fmla="*/ 5391266 h 5715000"/>
              <a:gd name="connsiteX136" fmla="*/ 5652699 w 6080760"/>
              <a:gd name="connsiteY136" fmla="*/ 5391266 h 5715000"/>
              <a:gd name="connsiteX137" fmla="*/ 5652699 w 6080760"/>
              <a:gd name="connsiteY137" fmla="*/ 5365674 h 5715000"/>
              <a:gd name="connsiteX138" fmla="*/ 5617709 w 6080760"/>
              <a:gd name="connsiteY138" fmla="*/ 5365674 h 5715000"/>
              <a:gd name="connsiteX139" fmla="*/ 5341946 w 6080760"/>
              <a:gd name="connsiteY139" fmla="*/ 5256470 h 5715000"/>
              <a:gd name="connsiteX140" fmla="*/ 5251696 w 6080760"/>
              <a:gd name="connsiteY140" fmla="*/ 5289879 h 5715000"/>
              <a:gd name="connsiteX141" fmla="*/ 5236328 w 6080760"/>
              <a:gd name="connsiteY141" fmla="*/ 5332332 h 5715000"/>
              <a:gd name="connsiteX142" fmla="*/ 5240382 w 6080760"/>
              <a:gd name="connsiteY142" fmla="*/ 5360774 h 5715000"/>
              <a:gd name="connsiteX143" fmla="*/ 5262966 w 6080760"/>
              <a:gd name="connsiteY143" fmla="*/ 5356721 h 5715000"/>
              <a:gd name="connsiteX144" fmla="*/ 5310786 w 6080760"/>
              <a:gd name="connsiteY144" fmla="*/ 5341375 h 5715000"/>
              <a:gd name="connsiteX145" fmla="*/ 5341924 w 6080760"/>
              <a:gd name="connsiteY145" fmla="*/ 5256515 h 5715000"/>
              <a:gd name="connsiteX146" fmla="*/ 0 w 6080760"/>
              <a:gd name="connsiteY146" fmla="*/ 0 h 5715000"/>
              <a:gd name="connsiteX147" fmla="*/ 6080760 w 6080760"/>
              <a:gd name="connsiteY147" fmla="*/ 0 h 5715000"/>
              <a:gd name="connsiteX148" fmla="*/ 6080760 w 6080760"/>
              <a:gd name="connsiteY148" fmla="*/ 5715000 h 5715000"/>
              <a:gd name="connsiteX149" fmla="*/ 0 w 6080760"/>
              <a:gd name="connsiteY149"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6080760" h="5715000">
                <a:moveTo>
                  <a:pt x="5185679" y="5500760"/>
                </a:moveTo>
                <a:lnTo>
                  <a:pt x="5220670" y="5500760"/>
                </a:lnTo>
                <a:cubicBezTo>
                  <a:pt x="5229223" y="5500760"/>
                  <a:pt x="5237598" y="5504569"/>
                  <a:pt x="5237598" y="5515037"/>
                </a:cubicBezTo>
                <a:cubicBezTo>
                  <a:pt x="5237598" y="5529470"/>
                  <a:pt x="5223165" y="5538001"/>
                  <a:pt x="5205235" y="5538001"/>
                </a:cubicBezTo>
                <a:cubicBezTo>
                  <a:pt x="5187305" y="5538001"/>
                  <a:pt x="5172137" y="5530450"/>
                  <a:pt x="5172137" y="5519180"/>
                </a:cubicBezTo>
                <a:cubicBezTo>
                  <a:pt x="5172137" y="5510471"/>
                  <a:pt x="5180356" y="5503789"/>
                  <a:pt x="5185679" y="5500760"/>
                </a:cubicBezTo>
                <a:close/>
                <a:moveTo>
                  <a:pt x="5736334" y="5436035"/>
                </a:moveTo>
                <a:lnTo>
                  <a:pt x="5736334" y="5459733"/>
                </a:lnTo>
                <a:cubicBezTo>
                  <a:pt x="5731434" y="5465368"/>
                  <a:pt x="5725041" y="5469511"/>
                  <a:pt x="5716778" y="5469511"/>
                </a:cubicBezTo>
                <a:cubicBezTo>
                  <a:pt x="5709807" y="5469511"/>
                  <a:pt x="5700608" y="5466103"/>
                  <a:pt x="5700608" y="5455212"/>
                </a:cubicBezTo>
                <a:cubicBezTo>
                  <a:pt x="5700608" y="5437572"/>
                  <a:pt x="5717869" y="5435745"/>
                  <a:pt x="5736334" y="5436035"/>
                </a:cubicBezTo>
                <a:close/>
                <a:moveTo>
                  <a:pt x="5343595" y="5389751"/>
                </a:moveTo>
                <a:cubicBezTo>
                  <a:pt x="5357471" y="5389751"/>
                  <a:pt x="5364576" y="5398571"/>
                  <a:pt x="5363886" y="5412692"/>
                </a:cubicBezTo>
                <a:lnTo>
                  <a:pt x="5319874" y="5412692"/>
                </a:lnTo>
                <a:cubicBezTo>
                  <a:pt x="5322146" y="5399618"/>
                  <a:pt x="5329719" y="5389751"/>
                  <a:pt x="5343595" y="5389751"/>
                </a:cubicBezTo>
                <a:close/>
                <a:moveTo>
                  <a:pt x="5207885" y="5385253"/>
                </a:moveTo>
                <a:cubicBezTo>
                  <a:pt x="5221138" y="5385253"/>
                  <a:pt x="5227062" y="5394051"/>
                  <a:pt x="5227062" y="5404808"/>
                </a:cubicBezTo>
                <a:cubicBezTo>
                  <a:pt x="5227062" y="5415522"/>
                  <a:pt x="5220425" y="5424364"/>
                  <a:pt x="5207128" y="5424364"/>
                </a:cubicBezTo>
                <a:cubicBezTo>
                  <a:pt x="5195034" y="5424364"/>
                  <a:pt x="5188330" y="5415566"/>
                  <a:pt x="5188330" y="5404808"/>
                </a:cubicBezTo>
                <a:cubicBezTo>
                  <a:pt x="5188330" y="5395476"/>
                  <a:pt x="5195769" y="5385253"/>
                  <a:pt x="5207885" y="5385253"/>
                </a:cubicBezTo>
                <a:close/>
                <a:moveTo>
                  <a:pt x="4854748" y="5365674"/>
                </a:moveTo>
                <a:lnTo>
                  <a:pt x="4904417" y="5493966"/>
                </a:lnTo>
                <a:lnTo>
                  <a:pt x="4900653" y="5502987"/>
                </a:lnTo>
                <a:cubicBezTo>
                  <a:pt x="4892857" y="5521718"/>
                  <a:pt x="4884349" y="5535350"/>
                  <a:pt x="4868290" y="5535350"/>
                </a:cubicBezTo>
                <a:cubicBezTo>
                  <a:pt x="4863390" y="5535350"/>
                  <a:pt x="4858067" y="5534704"/>
                  <a:pt x="4850984" y="5533100"/>
                </a:cubicBezTo>
                <a:lnTo>
                  <a:pt x="4845349" y="5558669"/>
                </a:lnTo>
                <a:cubicBezTo>
                  <a:pt x="4854125" y="5560674"/>
                  <a:pt x="4861230" y="5562433"/>
                  <a:pt x="4874682" y="5562433"/>
                </a:cubicBezTo>
                <a:cubicBezTo>
                  <a:pt x="4901566" y="5562433"/>
                  <a:pt x="4921300" y="5544927"/>
                  <a:pt x="4931122" y="5521050"/>
                </a:cubicBezTo>
                <a:lnTo>
                  <a:pt x="4995068" y="5365674"/>
                </a:lnTo>
                <a:lnTo>
                  <a:pt x="4995046" y="5365674"/>
                </a:lnTo>
                <a:lnTo>
                  <a:pt x="4957805" y="5365674"/>
                </a:lnTo>
                <a:lnTo>
                  <a:pt x="4933728" y="5428127"/>
                </a:lnTo>
                <a:cubicBezTo>
                  <a:pt x="4930877" y="5435522"/>
                  <a:pt x="4928048" y="5444743"/>
                  <a:pt x="4926578" y="5450334"/>
                </a:cubicBezTo>
                <a:cubicBezTo>
                  <a:pt x="4925331" y="5444788"/>
                  <a:pt x="4923750" y="5436948"/>
                  <a:pt x="4920943" y="5429263"/>
                </a:cubicBezTo>
                <a:lnTo>
                  <a:pt x="4897624" y="5365674"/>
                </a:lnTo>
                <a:close/>
                <a:moveTo>
                  <a:pt x="5724685" y="5362690"/>
                </a:moveTo>
                <a:cubicBezTo>
                  <a:pt x="5704728" y="5362690"/>
                  <a:pt x="5683680" y="5369283"/>
                  <a:pt x="5666753" y="5378482"/>
                </a:cubicBezTo>
                <a:lnTo>
                  <a:pt x="5676531" y="5402180"/>
                </a:lnTo>
                <a:cubicBezTo>
                  <a:pt x="5686064" y="5396456"/>
                  <a:pt x="5700608" y="5390130"/>
                  <a:pt x="5713415" y="5390130"/>
                </a:cubicBezTo>
                <a:cubicBezTo>
                  <a:pt x="5732347" y="5390130"/>
                  <a:pt x="5736334" y="5397614"/>
                  <a:pt x="5736334" y="5408194"/>
                </a:cubicBezTo>
                <a:lnTo>
                  <a:pt x="5736334" y="5411579"/>
                </a:lnTo>
                <a:cubicBezTo>
                  <a:pt x="5703169" y="5411735"/>
                  <a:pt x="5660717" y="5418350"/>
                  <a:pt x="5660717" y="5460869"/>
                </a:cubicBezTo>
                <a:cubicBezTo>
                  <a:pt x="5660717" y="5485035"/>
                  <a:pt x="5677110" y="5496595"/>
                  <a:pt x="5700964" y="5496595"/>
                </a:cubicBezTo>
                <a:cubicBezTo>
                  <a:pt x="5715041" y="5496595"/>
                  <a:pt x="5727692" y="5492452"/>
                  <a:pt x="5737470" y="5483810"/>
                </a:cubicBezTo>
                <a:lnTo>
                  <a:pt x="5737470" y="5493967"/>
                </a:lnTo>
                <a:lnTo>
                  <a:pt x="5775089" y="5493967"/>
                </a:lnTo>
                <a:lnTo>
                  <a:pt x="5775111" y="5493989"/>
                </a:lnTo>
                <a:lnTo>
                  <a:pt x="5775111" y="5402937"/>
                </a:lnTo>
                <a:cubicBezTo>
                  <a:pt x="5775111" y="5377323"/>
                  <a:pt x="5755310" y="5362690"/>
                  <a:pt x="5724685" y="5362690"/>
                </a:cubicBezTo>
                <a:close/>
                <a:moveTo>
                  <a:pt x="5505140" y="5362667"/>
                </a:moveTo>
                <a:cubicBezTo>
                  <a:pt x="5489015" y="5362667"/>
                  <a:pt x="5474136" y="5368235"/>
                  <a:pt x="5461129" y="5376966"/>
                </a:cubicBezTo>
                <a:lnTo>
                  <a:pt x="5461129" y="5365674"/>
                </a:lnTo>
                <a:lnTo>
                  <a:pt x="5422374" y="5365674"/>
                </a:lnTo>
                <a:lnTo>
                  <a:pt x="5422374" y="5493944"/>
                </a:lnTo>
                <a:lnTo>
                  <a:pt x="5462265" y="5493944"/>
                </a:lnTo>
                <a:lnTo>
                  <a:pt x="5462265" y="5403672"/>
                </a:lnTo>
                <a:cubicBezTo>
                  <a:pt x="5469704" y="5397725"/>
                  <a:pt x="5476386" y="5392758"/>
                  <a:pt x="5486698" y="5392758"/>
                </a:cubicBezTo>
                <a:cubicBezTo>
                  <a:pt x="5500396" y="5392758"/>
                  <a:pt x="5505497" y="5399462"/>
                  <a:pt x="5505497" y="5411578"/>
                </a:cubicBezTo>
                <a:lnTo>
                  <a:pt x="5505497" y="5493966"/>
                </a:lnTo>
                <a:lnTo>
                  <a:pt x="5545388" y="5493966"/>
                </a:lnTo>
                <a:lnTo>
                  <a:pt x="5545388" y="5493944"/>
                </a:lnTo>
                <a:lnTo>
                  <a:pt x="5545388" y="5402536"/>
                </a:lnTo>
                <a:cubicBezTo>
                  <a:pt x="5545388" y="5378481"/>
                  <a:pt x="5530576" y="5362667"/>
                  <a:pt x="5505140" y="5362667"/>
                </a:cubicBezTo>
                <a:close/>
                <a:moveTo>
                  <a:pt x="5345110" y="5362667"/>
                </a:moveTo>
                <a:cubicBezTo>
                  <a:pt x="5309963" y="5362667"/>
                  <a:pt x="5277422" y="5389060"/>
                  <a:pt x="5277422" y="5429998"/>
                </a:cubicBezTo>
                <a:cubicBezTo>
                  <a:pt x="5277422" y="5470936"/>
                  <a:pt x="5302256" y="5496594"/>
                  <a:pt x="5342103" y="5496594"/>
                </a:cubicBezTo>
                <a:cubicBezTo>
                  <a:pt x="5363173" y="5496594"/>
                  <a:pt x="5382083" y="5491449"/>
                  <a:pt x="5399656" y="5481916"/>
                </a:cubicBezTo>
                <a:lnTo>
                  <a:pt x="5389121" y="5458218"/>
                </a:lnTo>
                <a:cubicBezTo>
                  <a:pt x="5382907" y="5462517"/>
                  <a:pt x="5368429" y="5467996"/>
                  <a:pt x="5356380" y="5467996"/>
                </a:cubicBezTo>
                <a:cubicBezTo>
                  <a:pt x="5329184" y="5467996"/>
                  <a:pt x="5319874" y="5456948"/>
                  <a:pt x="5319518" y="5438284"/>
                </a:cubicBezTo>
                <a:lnTo>
                  <a:pt x="5404534" y="5438284"/>
                </a:lnTo>
                <a:cubicBezTo>
                  <a:pt x="5404779" y="5433740"/>
                  <a:pt x="5404912" y="5429375"/>
                  <a:pt x="5404912" y="5425120"/>
                </a:cubicBezTo>
                <a:lnTo>
                  <a:pt x="5404935" y="5425120"/>
                </a:lnTo>
                <a:cubicBezTo>
                  <a:pt x="5404935" y="5388259"/>
                  <a:pt x="5388898" y="5362667"/>
                  <a:pt x="5345110" y="5362667"/>
                </a:cubicBezTo>
                <a:close/>
                <a:moveTo>
                  <a:pt x="5086075" y="5362667"/>
                </a:moveTo>
                <a:cubicBezTo>
                  <a:pt x="5069950" y="5362667"/>
                  <a:pt x="5055049" y="5368235"/>
                  <a:pt x="5042064" y="5376966"/>
                </a:cubicBezTo>
                <a:lnTo>
                  <a:pt x="5042064" y="5365674"/>
                </a:lnTo>
                <a:lnTo>
                  <a:pt x="5003309" y="5365674"/>
                </a:lnTo>
                <a:lnTo>
                  <a:pt x="5003309" y="5493944"/>
                </a:lnTo>
                <a:lnTo>
                  <a:pt x="5043178" y="5493944"/>
                </a:lnTo>
                <a:lnTo>
                  <a:pt x="5043178" y="5403672"/>
                </a:lnTo>
                <a:cubicBezTo>
                  <a:pt x="5050639" y="5397725"/>
                  <a:pt x="5057321" y="5392758"/>
                  <a:pt x="5067633" y="5392758"/>
                </a:cubicBezTo>
                <a:cubicBezTo>
                  <a:pt x="5081331" y="5392758"/>
                  <a:pt x="5086432" y="5399462"/>
                  <a:pt x="5086432" y="5411578"/>
                </a:cubicBezTo>
                <a:lnTo>
                  <a:pt x="5086432" y="5493966"/>
                </a:lnTo>
                <a:lnTo>
                  <a:pt x="5126323" y="5493966"/>
                </a:lnTo>
                <a:lnTo>
                  <a:pt x="5126345" y="5493944"/>
                </a:lnTo>
                <a:lnTo>
                  <a:pt x="5126345" y="5402536"/>
                </a:lnTo>
                <a:cubicBezTo>
                  <a:pt x="5126345" y="5378481"/>
                  <a:pt x="5111511" y="5362667"/>
                  <a:pt x="5086075" y="5362667"/>
                </a:cubicBezTo>
                <a:close/>
                <a:moveTo>
                  <a:pt x="5209378" y="5362267"/>
                </a:moveTo>
                <a:cubicBezTo>
                  <a:pt x="5175501" y="5362267"/>
                  <a:pt x="5149575" y="5376678"/>
                  <a:pt x="5149575" y="5404029"/>
                </a:cubicBezTo>
                <a:cubicBezTo>
                  <a:pt x="5149575" y="5425055"/>
                  <a:pt x="5159442" y="5431335"/>
                  <a:pt x="5166881" y="5435256"/>
                </a:cubicBezTo>
                <a:cubicBezTo>
                  <a:pt x="5153495" y="5442717"/>
                  <a:pt x="5142425" y="5454321"/>
                  <a:pt x="5142425" y="5466861"/>
                </a:cubicBezTo>
                <a:cubicBezTo>
                  <a:pt x="5142425" y="5476817"/>
                  <a:pt x="5145254" y="5482742"/>
                  <a:pt x="5148818" y="5486795"/>
                </a:cubicBezTo>
                <a:cubicBezTo>
                  <a:pt x="5152203" y="5490648"/>
                  <a:pt x="5156168" y="5492608"/>
                  <a:pt x="5160489" y="5495081"/>
                </a:cubicBezTo>
                <a:cubicBezTo>
                  <a:pt x="5152671" y="5500159"/>
                  <a:pt x="5139797" y="5509892"/>
                  <a:pt x="5139797" y="5524437"/>
                </a:cubicBezTo>
                <a:cubicBezTo>
                  <a:pt x="5139797" y="5555530"/>
                  <a:pt x="5170979" y="5564840"/>
                  <a:pt x="5203364" y="5564684"/>
                </a:cubicBezTo>
                <a:cubicBezTo>
                  <a:pt x="5240159" y="5564506"/>
                  <a:pt x="5277466" y="5547177"/>
                  <a:pt x="5277466" y="5509759"/>
                </a:cubicBezTo>
                <a:lnTo>
                  <a:pt x="5277466" y="5509736"/>
                </a:lnTo>
                <a:cubicBezTo>
                  <a:pt x="5277466" y="5481450"/>
                  <a:pt x="5259737" y="5467240"/>
                  <a:pt x="5230426" y="5467240"/>
                </a:cubicBezTo>
                <a:lnTo>
                  <a:pt x="5198820" y="5467240"/>
                </a:lnTo>
                <a:cubicBezTo>
                  <a:pt x="5192718" y="5467240"/>
                  <a:pt x="5179265" y="5465792"/>
                  <a:pt x="5179265" y="5455947"/>
                </a:cubicBezTo>
                <a:cubicBezTo>
                  <a:pt x="5179265" y="5451092"/>
                  <a:pt x="5185791" y="5446771"/>
                  <a:pt x="5189043" y="5445033"/>
                </a:cubicBezTo>
                <a:cubicBezTo>
                  <a:pt x="5194032" y="5446013"/>
                  <a:pt x="5199154" y="5446904"/>
                  <a:pt x="5204856" y="5446904"/>
                </a:cubicBezTo>
                <a:cubicBezTo>
                  <a:pt x="5235526" y="5446904"/>
                  <a:pt x="5265817" y="5436636"/>
                  <a:pt x="5265817" y="5402893"/>
                </a:cubicBezTo>
                <a:cubicBezTo>
                  <a:pt x="5265817" y="5369149"/>
                  <a:pt x="5238177" y="5362267"/>
                  <a:pt x="5209378" y="5362267"/>
                </a:cubicBezTo>
                <a:close/>
                <a:moveTo>
                  <a:pt x="4801493" y="5360396"/>
                </a:moveTo>
                <a:cubicBezTo>
                  <a:pt x="4770645" y="5360396"/>
                  <a:pt x="4748082" y="5376833"/>
                  <a:pt x="4748082" y="5403271"/>
                </a:cubicBezTo>
                <a:cubicBezTo>
                  <a:pt x="4748082" y="5427148"/>
                  <a:pt x="4761535" y="5435679"/>
                  <a:pt x="4777795" y="5440156"/>
                </a:cubicBezTo>
                <a:cubicBezTo>
                  <a:pt x="4785523" y="5442271"/>
                  <a:pt x="4797239" y="5444298"/>
                  <a:pt x="4804879" y="5446548"/>
                </a:cubicBezTo>
                <a:cubicBezTo>
                  <a:pt x="4810981" y="5448352"/>
                  <a:pt x="4814300" y="5451069"/>
                  <a:pt x="4814300" y="5456326"/>
                </a:cubicBezTo>
                <a:cubicBezTo>
                  <a:pt x="4814300" y="5467618"/>
                  <a:pt x="4801337" y="5468754"/>
                  <a:pt x="4792094" y="5468754"/>
                </a:cubicBezTo>
                <a:cubicBezTo>
                  <a:pt x="4780245" y="5468754"/>
                  <a:pt x="4765700" y="5464210"/>
                  <a:pt x="4755611" y="5460112"/>
                </a:cubicBezTo>
                <a:lnTo>
                  <a:pt x="4744697" y="5486060"/>
                </a:lnTo>
                <a:cubicBezTo>
                  <a:pt x="4761714" y="5492876"/>
                  <a:pt x="4777817" y="5496217"/>
                  <a:pt x="4797751" y="5496217"/>
                </a:cubicBezTo>
                <a:cubicBezTo>
                  <a:pt x="4828399" y="5496217"/>
                  <a:pt x="4854191" y="5480893"/>
                  <a:pt x="4854191" y="5452962"/>
                </a:cubicBezTo>
                <a:lnTo>
                  <a:pt x="4854146" y="5452962"/>
                </a:lnTo>
                <a:cubicBezTo>
                  <a:pt x="4854146" y="5426190"/>
                  <a:pt x="4837664" y="5416435"/>
                  <a:pt x="4820670" y="5412693"/>
                </a:cubicBezTo>
                <a:cubicBezTo>
                  <a:pt x="4812362" y="5410867"/>
                  <a:pt x="4802473" y="5409085"/>
                  <a:pt x="4796214" y="5407058"/>
                </a:cubicBezTo>
                <a:cubicBezTo>
                  <a:pt x="4790379" y="5405187"/>
                  <a:pt x="4788307" y="5400977"/>
                  <a:pt x="4788307" y="5397659"/>
                </a:cubicBezTo>
                <a:cubicBezTo>
                  <a:pt x="4788307" y="5390932"/>
                  <a:pt x="4795791" y="5386745"/>
                  <a:pt x="4806749" y="5386745"/>
                </a:cubicBezTo>
                <a:cubicBezTo>
                  <a:pt x="4816861" y="5386745"/>
                  <a:pt x="4831049" y="5390086"/>
                  <a:pt x="4836105" y="5392380"/>
                </a:cubicBezTo>
                <a:lnTo>
                  <a:pt x="4846262" y="5366410"/>
                </a:lnTo>
                <a:cubicBezTo>
                  <a:pt x="4834813" y="5363091"/>
                  <a:pt x="4821873" y="5360396"/>
                  <a:pt x="4801493" y="5360396"/>
                </a:cubicBezTo>
                <a:close/>
                <a:moveTo>
                  <a:pt x="5617709" y="5326184"/>
                </a:moveTo>
                <a:lnTo>
                  <a:pt x="5577840" y="5337476"/>
                </a:lnTo>
                <a:lnTo>
                  <a:pt x="5577840" y="5365674"/>
                </a:lnTo>
                <a:lnTo>
                  <a:pt x="5557527" y="5365674"/>
                </a:lnTo>
                <a:lnTo>
                  <a:pt x="5557527" y="5391266"/>
                </a:lnTo>
                <a:lnTo>
                  <a:pt x="5577840" y="5391266"/>
                </a:lnTo>
                <a:lnTo>
                  <a:pt x="5577840" y="5458597"/>
                </a:lnTo>
                <a:cubicBezTo>
                  <a:pt x="5577840" y="5488175"/>
                  <a:pt x="5599244" y="5496595"/>
                  <a:pt x="5623344" y="5496595"/>
                </a:cubicBezTo>
                <a:cubicBezTo>
                  <a:pt x="5631295" y="5496595"/>
                  <a:pt x="5643545" y="5495214"/>
                  <a:pt x="5652699" y="5493588"/>
                </a:cubicBezTo>
                <a:lnTo>
                  <a:pt x="5650049" y="5467617"/>
                </a:lnTo>
                <a:cubicBezTo>
                  <a:pt x="5645795" y="5468196"/>
                  <a:pt x="5641563" y="5468753"/>
                  <a:pt x="5637643" y="5468753"/>
                </a:cubicBezTo>
                <a:cubicBezTo>
                  <a:pt x="5626395" y="5468753"/>
                  <a:pt x="5617709" y="5465702"/>
                  <a:pt x="5617709" y="5449198"/>
                </a:cubicBezTo>
                <a:lnTo>
                  <a:pt x="5617709" y="5391266"/>
                </a:lnTo>
                <a:lnTo>
                  <a:pt x="5652699" y="5391266"/>
                </a:lnTo>
                <a:lnTo>
                  <a:pt x="5652699" y="5365674"/>
                </a:lnTo>
                <a:lnTo>
                  <a:pt x="5617709" y="5365674"/>
                </a:lnTo>
                <a:close/>
                <a:moveTo>
                  <a:pt x="5341946" y="5256470"/>
                </a:moveTo>
                <a:cubicBezTo>
                  <a:pt x="5314684" y="5260368"/>
                  <a:pt x="5274103" y="5267473"/>
                  <a:pt x="5251696" y="5289879"/>
                </a:cubicBezTo>
                <a:cubicBezTo>
                  <a:pt x="5239981" y="5301573"/>
                  <a:pt x="5236328" y="5316050"/>
                  <a:pt x="5236328" y="5332332"/>
                </a:cubicBezTo>
                <a:cubicBezTo>
                  <a:pt x="5236328" y="5341798"/>
                  <a:pt x="5237553" y="5351732"/>
                  <a:pt x="5240382" y="5360774"/>
                </a:cubicBezTo>
                <a:cubicBezTo>
                  <a:pt x="5245282" y="5357233"/>
                  <a:pt x="5256953" y="5356721"/>
                  <a:pt x="5262966" y="5356721"/>
                </a:cubicBezTo>
                <a:cubicBezTo>
                  <a:pt x="5280250" y="5356721"/>
                  <a:pt x="5294928" y="5357233"/>
                  <a:pt x="5310786" y="5341375"/>
                </a:cubicBezTo>
                <a:cubicBezTo>
                  <a:pt x="5330520" y="5321663"/>
                  <a:pt x="5321745" y="5290704"/>
                  <a:pt x="5341924" y="5256515"/>
                </a:cubicBezTo>
                <a:close/>
                <a:moveTo>
                  <a:pt x="0" y="0"/>
                </a:moveTo>
                <a:lnTo>
                  <a:pt x="6080760" y="0"/>
                </a:lnTo>
                <a:lnTo>
                  <a:pt x="6080760" y="5715000"/>
                </a:lnTo>
                <a:lnTo>
                  <a:pt x="0" y="5715000"/>
                </a:lnTo>
                <a:close/>
              </a:path>
            </a:pathLst>
          </a:custGeom>
          <a:pattFill prst="ltVert">
            <a:fgClr>
              <a:schemeClr val="bg1">
                <a:lumMod val="85000"/>
              </a:schemeClr>
            </a:fgClr>
            <a:bgClr>
              <a:schemeClr val="bg1"/>
            </a:bgClr>
          </a:pattFill>
        </p:spPr>
        <p:txBody>
          <a:bodyPr wrap="square" anchor="ctr">
            <a:noAutofit/>
          </a:bodyPr>
          <a:lstStyle>
            <a:lvl1pPr marL="0" indent="0" algn="ctr">
              <a:buNone/>
              <a:defRPr/>
            </a:lvl1pPr>
          </a:lstStyle>
          <a:p>
            <a:endParaRPr lang="en-US"/>
          </a:p>
        </p:txBody>
      </p:sp>
      <p:sp>
        <p:nvSpPr>
          <p:cNvPr id="23" name="Text Placeholder 20">
            <a:extLst>
              <a:ext uri="{FF2B5EF4-FFF2-40B4-BE49-F238E27FC236}">
                <a16:creationId xmlns:a16="http://schemas.microsoft.com/office/drawing/2014/main" id="{986C3113-5855-55B2-0F94-0E7DDD400F1F}"/>
              </a:ext>
            </a:extLst>
          </p:cNvPr>
          <p:cNvSpPr>
            <a:spLocks noGrp="1"/>
          </p:cNvSpPr>
          <p:nvPr>
            <p:ph type="body" sz="quarter" idx="14" hasCustomPrompt="1"/>
          </p:nvPr>
        </p:nvSpPr>
        <p:spPr>
          <a:xfrm>
            <a:off x="304800" y="5818632"/>
            <a:ext cx="3017520"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
        <p:nvSpPr>
          <p:cNvPr id="24" name="Text Placeholder 20">
            <a:extLst>
              <a:ext uri="{FF2B5EF4-FFF2-40B4-BE49-F238E27FC236}">
                <a16:creationId xmlns:a16="http://schemas.microsoft.com/office/drawing/2014/main" id="{CE33CAEA-A5E9-A765-7945-4B45D2E0CE51}"/>
              </a:ext>
            </a:extLst>
          </p:cNvPr>
          <p:cNvSpPr>
            <a:spLocks noGrp="1"/>
          </p:cNvSpPr>
          <p:nvPr>
            <p:ph type="body" sz="quarter" idx="15" hasCustomPrompt="1"/>
          </p:nvPr>
        </p:nvSpPr>
        <p:spPr>
          <a:xfrm>
            <a:off x="8869680" y="5818632"/>
            <a:ext cx="3017520"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Tree>
    <p:extLst>
      <p:ext uri="{BB962C8B-B14F-4D97-AF65-F5344CB8AC3E}">
        <p14:creationId xmlns:p14="http://schemas.microsoft.com/office/powerpoint/2010/main" val="1472504318"/>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24_Three photos">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C02E190-8939-BFFD-35A2-C3A2AAF3F00C}"/>
              </a:ext>
            </a:extLst>
          </p:cNvPr>
          <p:cNvSpPr>
            <a:spLocks noGrp="1"/>
          </p:cNvSpPr>
          <p:nvPr>
            <p:ph type="pic" sz="quarter" idx="12"/>
          </p:nvPr>
        </p:nvSpPr>
        <p:spPr>
          <a:xfrm>
            <a:off x="-4382" y="1143000"/>
            <a:ext cx="4123944" cy="5715000"/>
          </a:xfrm>
          <a:pattFill prst="ltVert">
            <a:fgClr>
              <a:schemeClr val="bg1">
                <a:lumMod val="85000"/>
              </a:schemeClr>
            </a:fgClr>
            <a:bgClr>
              <a:schemeClr val="bg1"/>
            </a:bgClr>
          </a:pattFill>
        </p:spPr>
        <p:txBody>
          <a:bodyPr anchor="ctr"/>
          <a:lstStyle>
            <a:lvl1pPr marL="0" indent="0" algn="ctr">
              <a:buNone/>
              <a:defRPr/>
            </a:lvl1pPr>
          </a:lstStyle>
          <a:p>
            <a:endParaRPr lang="en-US"/>
          </a:p>
        </p:txBody>
      </p:sp>
      <p:sp>
        <p:nvSpPr>
          <p:cNvPr id="2" name="Title 1">
            <a:extLst>
              <a:ext uri="{FF2B5EF4-FFF2-40B4-BE49-F238E27FC236}">
                <a16:creationId xmlns:a16="http://schemas.microsoft.com/office/drawing/2014/main" id="{25C977A9-1FF5-5D6F-B582-264E145C24B1}"/>
              </a:ext>
            </a:extLst>
          </p:cNvPr>
          <p:cNvSpPr>
            <a:spLocks noGrp="1"/>
          </p:cNvSpPr>
          <p:nvPr>
            <p:ph type="title" hasCustomPrompt="1"/>
          </p:nvPr>
        </p:nvSpPr>
        <p:spPr/>
        <p:txBody>
          <a:bodyPr/>
          <a:lstStyle/>
          <a:p>
            <a:r>
              <a:rPr lang="en-US" dirty="0"/>
              <a:t>Title</a:t>
            </a:r>
          </a:p>
        </p:txBody>
      </p:sp>
      <p:sp>
        <p:nvSpPr>
          <p:cNvPr id="3" name="Footer Placeholder 2">
            <a:extLst>
              <a:ext uri="{FF2B5EF4-FFF2-40B4-BE49-F238E27FC236}">
                <a16:creationId xmlns:a16="http://schemas.microsoft.com/office/drawing/2014/main" id="{DEA7FC16-EF75-0FB4-4D3F-76914615437B}"/>
              </a:ext>
            </a:extLst>
          </p:cNvPr>
          <p:cNvSpPr>
            <a:spLocks noGrp="1"/>
          </p:cNvSpPr>
          <p:nvPr>
            <p:ph type="ftr" sz="quarter" idx="10"/>
          </p:nvPr>
        </p:nvSpPr>
        <p:spPr>
          <a:ln>
            <a:solidFill>
              <a:schemeClr val="bg1"/>
            </a:solidFill>
          </a:ln>
        </p:spPr>
        <p:txBody>
          <a:bodyPr/>
          <a:lstStyle>
            <a:lvl1pPr>
              <a:defRPr>
                <a:solidFill>
                  <a:schemeClr val="bg1"/>
                </a:solidFill>
              </a:defRPr>
            </a:lvl1pPr>
          </a:lstStyle>
          <a:p>
            <a:pPr algn="r"/>
            <a:r>
              <a:rPr lang="en-GB" dirty="0"/>
              <a:t>Classification: Public</a:t>
            </a:r>
          </a:p>
        </p:txBody>
      </p:sp>
      <p:sp>
        <p:nvSpPr>
          <p:cNvPr id="4" name="Slide Number Placeholder 3">
            <a:extLst>
              <a:ext uri="{FF2B5EF4-FFF2-40B4-BE49-F238E27FC236}">
                <a16:creationId xmlns:a16="http://schemas.microsoft.com/office/drawing/2014/main" id="{3D97DA62-1362-7414-41AA-E7D254D495CA}"/>
              </a:ext>
            </a:extLst>
          </p:cNvPr>
          <p:cNvSpPr>
            <a:spLocks noGrp="1"/>
          </p:cNvSpPr>
          <p:nvPr>
            <p:ph type="sldNum" sz="quarter" idx="11"/>
          </p:nvPr>
        </p:nvSpPr>
        <p:spPr/>
        <p:txBody>
          <a:bodyPr/>
          <a:lstStyle>
            <a:lvl1pPr>
              <a:defRPr>
                <a:solidFill>
                  <a:schemeClr val="bg1"/>
                </a:solidFill>
              </a:defRPr>
            </a:lvl1pPr>
          </a:lstStyle>
          <a:p>
            <a:fld id="{7695D00A-BA34-4D39-8C84-2534822D6434}" type="slidenum">
              <a:rPr lang="en-GB" smtClean="0"/>
              <a:pPr/>
              <a:t>‹#›</a:t>
            </a:fld>
            <a:endParaRPr lang="en-GB" dirty="0"/>
          </a:p>
        </p:txBody>
      </p:sp>
      <p:sp>
        <p:nvSpPr>
          <p:cNvPr id="23" name="Text Placeholder 20">
            <a:extLst>
              <a:ext uri="{FF2B5EF4-FFF2-40B4-BE49-F238E27FC236}">
                <a16:creationId xmlns:a16="http://schemas.microsoft.com/office/drawing/2014/main" id="{986C3113-5855-55B2-0F94-0E7DDD400F1F}"/>
              </a:ext>
            </a:extLst>
          </p:cNvPr>
          <p:cNvSpPr>
            <a:spLocks noGrp="1"/>
          </p:cNvSpPr>
          <p:nvPr>
            <p:ph type="body" sz="quarter" idx="14" hasCustomPrompt="1"/>
          </p:nvPr>
        </p:nvSpPr>
        <p:spPr>
          <a:xfrm>
            <a:off x="548830" y="5818632"/>
            <a:ext cx="3017520"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
        <p:nvSpPr>
          <p:cNvPr id="24" name="Text Placeholder 20">
            <a:extLst>
              <a:ext uri="{FF2B5EF4-FFF2-40B4-BE49-F238E27FC236}">
                <a16:creationId xmlns:a16="http://schemas.microsoft.com/office/drawing/2014/main" id="{CE33CAEA-A5E9-A765-7945-4B45D2E0CE51}"/>
              </a:ext>
            </a:extLst>
          </p:cNvPr>
          <p:cNvSpPr>
            <a:spLocks noGrp="1"/>
          </p:cNvSpPr>
          <p:nvPr>
            <p:ph type="body" sz="quarter" idx="15" hasCustomPrompt="1"/>
          </p:nvPr>
        </p:nvSpPr>
        <p:spPr>
          <a:xfrm>
            <a:off x="8869680" y="5818632"/>
            <a:ext cx="3017520"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
        <p:nvSpPr>
          <p:cNvPr id="5" name="Picture Placeholder 6">
            <a:extLst>
              <a:ext uri="{FF2B5EF4-FFF2-40B4-BE49-F238E27FC236}">
                <a16:creationId xmlns:a16="http://schemas.microsoft.com/office/drawing/2014/main" id="{762778EE-05ED-A8FC-0799-24598E5BBF98}"/>
              </a:ext>
            </a:extLst>
          </p:cNvPr>
          <p:cNvSpPr>
            <a:spLocks noGrp="1"/>
          </p:cNvSpPr>
          <p:nvPr>
            <p:ph type="pic" sz="quarter" idx="16"/>
          </p:nvPr>
        </p:nvSpPr>
        <p:spPr>
          <a:xfrm>
            <a:off x="4155281" y="1143000"/>
            <a:ext cx="3877056" cy="5715000"/>
          </a:xfrm>
          <a:pattFill prst="ltVert">
            <a:fgClr>
              <a:schemeClr val="bg1">
                <a:lumMod val="85000"/>
              </a:schemeClr>
            </a:fgClr>
            <a:bgClr>
              <a:schemeClr val="bg1"/>
            </a:bgClr>
          </a:pattFill>
        </p:spPr>
        <p:txBody>
          <a:bodyPr anchor="ctr"/>
          <a:lstStyle>
            <a:lvl1pPr marL="0" indent="0" algn="ctr">
              <a:buNone/>
              <a:defRPr/>
            </a:lvl1pPr>
          </a:lstStyle>
          <a:p>
            <a:endParaRPr lang="en-US"/>
          </a:p>
        </p:txBody>
      </p:sp>
      <p:sp>
        <p:nvSpPr>
          <p:cNvPr id="20" name="Picture Placeholder 19">
            <a:extLst>
              <a:ext uri="{FF2B5EF4-FFF2-40B4-BE49-F238E27FC236}">
                <a16:creationId xmlns:a16="http://schemas.microsoft.com/office/drawing/2014/main" id="{A7D38C5F-217A-BD0D-FD9F-D94E83E1FA09}"/>
              </a:ext>
            </a:extLst>
          </p:cNvPr>
          <p:cNvSpPr>
            <a:spLocks noGrp="1"/>
          </p:cNvSpPr>
          <p:nvPr>
            <p:ph type="pic" sz="quarter" idx="17"/>
          </p:nvPr>
        </p:nvSpPr>
        <p:spPr>
          <a:xfrm>
            <a:off x="8068056" y="1143000"/>
            <a:ext cx="4123944" cy="5715000"/>
          </a:xfrm>
          <a:custGeom>
            <a:avLst/>
            <a:gdLst>
              <a:gd name="connsiteX0" fmla="*/ 3228863 w 4123944"/>
              <a:gd name="connsiteY0" fmla="*/ 5500760 h 5715000"/>
              <a:gd name="connsiteX1" fmla="*/ 3263854 w 4123944"/>
              <a:gd name="connsiteY1" fmla="*/ 5500760 h 5715000"/>
              <a:gd name="connsiteX2" fmla="*/ 3280782 w 4123944"/>
              <a:gd name="connsiteY2" fmla="*/ 5515037 h 5715000"/>
              <a:gd name="connsiteX3" fmla="*/ 3248419 w 4123944"/>
              <a:gd name="connsiteY3" fmla="*/ 5538001 h 5715000"/>
              <a:gd name="connsiteX4" fmla="*/ 3215321 w 4123944"/>
              <a:gd name="connsiteY4" fmla="*/ 5519180 h 5715000"/>
              <a:gd name="connsiteX5" fmla="*/ 3228863 w 4123944"/>
              <a:gd name="connsiteY5" fmla="*/ 5500760 h 5715000"/>
              <a:gd name="connsiteX6" fmla="*/ 3779518 w 4123944"/>
              <a:gd name="connsiteY6" fmla="*/ 5436035 h 5715000"/>
              <a:gd name="connsiteX7" fmla="*/ 3779518 w 4123944"/>
              <a:gd name="connsiteY7" fmla="*/ 5459733 h 5715000"/>
              <a:gd name="connsiteX8" fmla="*/ 3759962 w 4123944"/>
              <a:gd name="connsiteY8" fmla="*/ 5469511 h 5715000"/>
              <a:gd name="connsiteX9" fmla="*/ 3743792 w 4123944"/>
              <a:gd name="connsiteY9" fmla="*/ 5455212 h 5715000"/>
              <a:gd name="connsiteX10" fmla="*/ 3779518 w 4123944"/>
              <a:gd name="connsiteY10" fmla="*/ 5436035 h 5715000"/>
              <a:gd name="connsiteX11" fmla="*/ 3386779 w 4123944"/>
              <a:gd name="connsiteY11" fmla="*/ 5389751 h 5715000"/>
              <a:gd name="connsiteX12" fmla="*/ 3407070 w 4123944"/>
              <a:gd name="connsiteY12" fmla="*/ 5412692 h 5715000"/>
              <a:gd name="connsiteX13" fmla="*/ 3363058 w 4123944"/>
              <a:gd name="connsiteY13" fmla="*/ 5412692 h 5715000"/>
              <a:gd name="connsiteX14" fmla="*/ 3386779 w 4123944"/>
              <a:gd name="connsiteY14" fmla="*/ 5389751 h 5715000"/>
              <a:gd name="connsiteX15" fmla="*/ 3251069 w 4123944"/>
              <a:gd name="connsiteY15" fmla="*/ 5385253 h 5715000"/>
              <a:gd name="connsiteX16" fmla="*/ 3270246 w 4123944"/>
              <a:gd name="connsiteY16" fmla="*/ 5404808 h 5715000"/>
              <a:gd name="connsiteX17" fmla="*/ 3250312 w 4123944"/>
              <a:gd name="connsiteY17" fmla="*/ 5424364 h 5715000"/>
              <a:gd name="connsiteX18" fmla="*/ 3231514 w 4123944"/>
              <a:gd name="connsiteY18" fmla="*/ 5404808 h 5715000"/>
              <a:gd name="connsiteX19" fmla="*/ 3251069 w 4123944"/>
              <a:gd name="connsiteY19" fmla="*/ 5385253 h 5715000"/>
              <a:gd name="connsiteX20" fmla="*/ 2897932 w 4123944"/>
              <a:gd name="connsiteY20" fmla="*/ 5365674 h 5715000"/>
              <a:gd name="connsiteX21" fmla="*/ 2947601 w 4123944"/>
              <a:gd name="connsiteY21" fmla="*/ 5493966 h 5715000"/>
              <a:gd name="connsiteX22" fmla="*/ 2943837 w 4123944"/>
              <a:gd name="connsiteY22" fmla="*/ 5502987 h 5715000"/>
              <a:gd name="connsiteX23" fmla="*/ 2911474 w 4123944"/>
              <a:gd name="connsiteY23" fmla="*/ 5535350 h 5715000"/>
              <a:gd name="connsiteX24" fmla="*/ 2894168 w 4123944"/>
              <a:gd name="connsiteY24" fmla="*/ 5533100 h 5715000"/>
              <a:gd name="connsiteX25" fmla="*/ 2888533 w 4123944"/>
              <a:gd name="connsiteY25" fmla="*/ 5558669 h 5715000"/>
              <a:gd name="connsiteX26" fmla="*/ 2917866 w 4123944"/>
              <a:gd name="connsiteY26" fmla="*/ 5562433 h 5715000"/>
              <a:gd name="connsiteX27" fmla="*/ 2974306 w 4123944"/>
              <a:gd name="connsiteY27" fmla="*/ 5521050 h 5715000"/>
              <a:gd name="connsiteX28" fmla="*/ 3038252 w 4123944"/>
              <a:gd name="connsiteY28" fmla="*/ 5365674 h 5715000"/>
              <a:gd name="connsiteX29" fmla="*/ 3038230 w 4123944"/>
              <a:gd name="connsiteY29" fmla="*/ 5365674 h 5715000"/>
              <a:gd name="connsiteX30" fmla="*/ 3000989 w 4123944"/>
              <a:gd name="connsiteY30" fmla="*/ 5365674 h 5715000"/>
              <a:gd name="connsiteX31" fmla="*/ 2976912 w 4123944"/>
              <a:gd name="connsiteY31" fmla="*/ 5428127 h 5715000"/>
              <a:gd name="connsiteX32" fmla="*/ 2969762 w 4123944"/>
              <a:gd name="connsiteY32" fmla="*/ 5450334 h 5715000"/>
              <a:gd name="connsiteX33" fmla="*/ 2964127 w 4123944"/>
              <a:gd name="connsiteY33" fmla="*/ 5429263 h 5715000"/>
              <a:gd name="connsiteX34" fmla="*/ 2940808 w 4123944"/>
              <a:gd name="connsiteY34" fmla="*/ 5365674 h 5715000"/>
              <a:gd name="connsiteX35" fmla="*/ 3767869 w 4123944"/>
              <a:gd name="connsiteY35" fmla="*/ 5362690 h 5715000"/>
              <a:gd name="connsiteX36" fmla="*/ 3709937 w 4123944"/>
              <a:gd name="connsiteY36" fmla="*/ 5378482 h 5715000"/>
              <a:gd name="connsiteX37" fmla="*/ 3719715 w 4123944"/>
              <a:gd name="connsiteY37" fmla="*/ 5402180 h 5715000"/>
              <a:gd name="connsiteX38" fmla="*/ 3756599 w 4123944"/>
              <a:gd name="connsiteY38" fmla="*/ 5390130 h 5715000"/>
              <a:gd name="connsiteX39" fmla="*/ 3779518 w 4123944"/>
              <a:gd name="connsiteY39" fmla="*/ 5408194 h 5715000"/>
              <a:gd name="connsiteX40" fmla="*/ 3779518 w 4123944"/>
              <a:gd name="connsiteY40" fmla="*/ 5411579 h 5715000"/>
              <a:gd name="connsiteX41" fmla="*/ 3703901 w 4123944"/>
              <a:gd name="connsiteY41" fmla="*/ 5460869 h 5715000"/>
              <a:gd name="connsiteX42" fmla="*/ 3744148 w 4123944"/>
              <a:gd name="connsiteY42" fmla="*/ 5496595 h 5715000"/>
              <a:gd name="connsiteX43" fmla="*/ 3780654 w 4123944"/>
              <a:gd name="connsiteY43" fmla="*/ 5483810 h 5715000"/>
              <a:gd name="connsiteX44" fmla="*/ 3780654 w 4123944"/>
              <a:gd name="connsiteY44" fmla="*/ 5493967 h 5715000"/>
              <a:gd name="connsiteX45" fmla="*/ 3818273 w 4123944"/>
              <a:gd name="connsiteY45" fmla="*/ 5493967 h 5715000"/>
              <a:gd name="connsiteX46" fmla="*/ 3818295 w 4123944"/>
              <a:gd name="connsiteY46" fmla="*/ 5493989 h 5715000"/>
              <a:gd name="connsiteX47" fmla="*/ 3818295 w 4123944"/>
              <a:gd name="connsiteY47" fmla="*/ 5402937 h 5715000"/>
              <a:gd name="connsiteX48" fmla="*/ 3767869 w 4123944"/>
              <a:gd name="connsiteY48" fmla="*/ 5362690 h 5715000"/>
              <a:gd name="connsiteX49" fmla="*/ 3548324 w 4123944"/>
              <a:gd name="connsiteY49" fmla="*/ 5362667 h 5715000"/>
              <a:gd name="connsiteX50" fmla="*/ 3504313 w 4123944"/>
              <a:gd name="connsiteY50" fmla="*/ 5376966 h 5715000"/>
              <a:gd name="connsiteX51" fmla="*/ 3504313 w 4123944"/>
              <a:gd name="connsiteY51" fmla="*/ 5365674 h 5715000"/>
              <a:gd name="connsiteX52" fmla="*/ 3465558 w 4123944"/>
              <a:gd name="connsiteY52" fmla="*/ 5365674 h 5715000"/>
              <a:gd name="connsiteX53" fmla="*/ 3465558 w 4123944"/>
              <a:gd name="connsiteY53" fmla="*/ 5493944 h 5715000"/>
              <a:gd name="connsiteX54" fmla="*/ 3505449 w 4123944"/>
              <a:gd name="connsiteY54" fmla="*/ 5493944 h 5715000"/>
              <a:gd name="connsiteX55" fmla="*/ 3505449 w 4123944"/>
              <a:gd name="connsiteY55" fmla="*/ 5403672 h 5715000"/>
              <a:gd name="connsiteX56" fmla="*/ 3529882 w 4123944"/>
              <a:gd name="connsiteY56" fmla="*/ 5392758 h 5715000"/>
              <a:gd name="connsiteX57" fmla="*/ 3548681 w 4123944"/>
              <a:gd name="connsiteY57" fmla="*/ 5411578 h 5715000"/>
              <a:gd name="connsiteX58" fmla="*/ 3548681 w 4123944"/>
              <a:gd name="connsiteY58" fmla="*/ 5493966 h 5715000"/>
              <a:gd name="connsiteX59" fmla="*/ 3588572 w 4123944"/>
              <a:gd name="connsiteY59" fmla="*/ 5493966 h 5715000"/>
              <a:gd name="connsiteX60" fmla="*/ 3588572 w 4123944"/>
              <a:gd name="connsiteY60" fmla="*/ 5493944 h 5715000"/>
              <a:gd name="connsiteX61" fmla="*/ 3588572 w 4123944"/>
              <a:gd name="connsiteY61" fmla="*/ 5402536 h 5715000"/>
              <a:gd name="connsiteX62" fmla="*/ 3548324 w 4123944"/>
              <a:gd name="connsiteY62" fmla="*/ 5362667 h 5715000"/>
              <a:gd name="connsiteX63" fmla="*/ 3388294 w 4123944"/>
              <a:gd name="connsiteY63" fmla="*/ 5362667 h 5715000"/>
              <a:gd name="connsiteX64" fmla="*/ 3320606 w 4123944"/>
              <a:gd name="connsiteY64" fmla="*/ 5429998 h 5715000"/>
              <a:gd name="connsiteX65" fmla="*/ 3385287 w 4123944"/>
              <a:gd name="connsiteY65" fmla="*/ 5496594 h 5715000"/>
              <a:gd name="connsiteX66" fmla="*/ 3442840 w 4123944"/>
              <a:gd name="connsiteY66" fmla="*/ 5481916 h 5715000"/>
              <a:gd name="connsiteX67" fmla="*/ 3432305 w 4123944"/>
              <a:gd name="connsiteY67" fmla="*/ 5458218 h 5715000"/>
              <a:gd name="connsiteX68" fmla="*/ 3399564 w 4123944"/>
              <a:gd name="connsiteY68" fmla="*/ 5467996 h 5715000"/>
              <a:gd name="connsiteX69" fmla="*/ 3362702 w 4123944"/>
              <a:gd name="connsiteY69" fmla="*/ 5438284 h 5715000"/>
              <a:gd name="connsiteX70" fmla="*/ 3447718 w 4123944"/>
              <a:gd name="connsiteY70" fmla="*/ 5438284 h 5715000"/>
              <a:gd name="connsiteX71" fmla="*/ 3448096 w 4123944"/>
              <a:gd name="connsiteY71" fmla="*/ 5425120 h 5715000"/>
              <a:gd name="connsiteX72" fmla="*/ 3448119 w 4123944"/>
              <a:gd name="connsiteY72" fmla="*/ 5425120 h 5715000"/>
              <a:gd name="connsiteX73" fmla="*/ 3388294 w 4123944"/>
              <a:gd name="connsiteY73" fmla="*/ 5362667 h 5715000"/>
              <a:gd name="connsiteX74" fmla="*/ 3129259 w 4123944"/>
              <a:gd name="connsiteY74" fmla="*/ 5362667 h 5715000"/>
              <a:gd name="connsiteX75" fmla="*/ 3085248 w 4123944"/>
              <a:gd name="connsiteY75" fmla="*/ 5376966 h 5715000"/>
              <a:gd name="connsiteX76" fmla="*/ 3085248 w 4123944"/>
              <a:gd name="connsiteY76" fmla="*/ 5365674 h 5715000"/>
              <a:gd name="connsiteX77" fmla="*/ 3046493 w 4123944"/>
              <a:gd name="connsiteY77" fmla="*/ 5365674 h 5715000"/>
              <a:gd name="connsiteX78" fmla="*/ 3046493 w 4123944"/>
              <a:gd name="connsiteY78" fmla="*/ 5493944 h 5715000"/>
              <a:gd name="connsiteX79" fmla="*/ 3086362 w 4123944"/>
              <a:gd name="connsiteY79" fmla="*/ 5493944 h 5715000"/>
              <a:gd name="connsiteX80" fmla="*/ 3086362 w 4123944"/>
              <a:gd name="connsiteY80" fmla="*/ 5403672 h 5715000"/>
              <a:gd name="connsiteX81" fmla="*/ 3110817 w 4123944"/>
              <a:gd name="connsiteY81" fmla="*/ 5392758 h 5715000"/>
              <a:gd name="connsiteX82" fmla="*/ 3129616 w 4123944"/>
              <a:gd name="connsiteY82" fmla="*/ 5411578 h 5715000"/>
              <a:gd name="connsiteX83" fmla="*/ 3129616 w 4123944"/>
              <a:gd name="connsiteY83" fmla="*/ 5493966 h 5715000"/>
              <a:gd name="connsiteX84" fmla="*/ 3169507 w 4123944"/>
              <a:gd name="connsiteY84" fmla="*/ 5493966 h 5715000"/>
              <a:gd name="connsiteX85" fmla="*/ 3169529 w 4123944"/>
              <a:gd name="connsiteY85" fmla="*/ 5493944 h 5715000"/>
              <a:gd name="connsiteX86" fmla="*/ 3169529 w 4123944"/>
              <a:gd name="connsiteY86" fmla="*/ 5402536 h 5715000"/>
              <a:gd name="connsiteX87" fmla="*/ 3129259 w 4123944"/>
              <a:gd name="connsiteY87" fmla="*/ 5362667 h 5715000"/>
              <a:gd name="connsiteX88" fmla="*/ 3252562 w 4123944"/>
              <a:gd name="connsiteY88" fmla="*/ 5362267 h 5715000"/>
              <a:gd name="connsiteX89" fmla="*/ 3192759 w 4123944"/>
              <a:gd name="connsiteY89" fmla="*/ 5404029 h 5715000"/>
              <a:gd name="connsiteX90" fmla="*/ 3210065 w 4123944"/>
              <a:gd name="connsiteY90" fmla="*/ 5435256 h 5715000"/>
              <a:gd name="connsiteX91" fmla="*/ 3185609 w 4123944"/>
              <a:gd name="connsiteY91" fmla="*/ 5466861 h 5715000"/>
              <a:gd name="connsiteX92" fmla="*/ 3192002 w 4123944"/>
              <a:gd name="connsiteY92" fmla="*/ 5486795 h 5715000"/>
              <a:gd name="connsiteX93" fmla="*/ 3203673 w 4123944"/>
              <a:gd name="connsiteY93" fmla="*/ 5495081 h 5715000"/>
              <a:gd name="connsiteX94" fmla="*/ 3182981 w 4123944"/>
              <a:gd name="connsiteY94" fmla="*/ 5524437 h 5715000"/>
              <a:gd name="connsiteX95" fmla="*/ 3246548 w 4123944"/>
              <a:gd name="connsiteY95" fmla="*/ 5564684 h 5715000"/>
              <a:gd name="connsiteX96" fmla="*/ 3320650 w 4123944"/>
              <a:gd name="connsiteY96" fmla="*/ 5509759 h 5715000"/>
              <a:gd name="connsiteX97" fmla="*/ 3320650 w 4123944"/>
              <a:gd name="connsiteY97" fmla="*/ 5509736 h 5715000"/>
              <a:gd name="connsiteX98" fmla="*/ 3273610 w 4123944"/>
              <a:gd name="connsiteY98" fmla="*/ 5467240 h 5715000"/>
              <a:gd name="connsiteX99" fmla="*/ 3242004 w 4123944"/>
              <a:gd name="connsiteY99" fmla="*/ 5467240 h 5715000"/>
              <a:gd name="connsiteX100" fmla="*/ 3222449 w 4123944"/>
              <a:gd name="connsiteY100" fmla="*/ 5455947 h 5715000"/>
              <a:gd name="connsiteX101" fmla="*/ 3232227 w 4123944"/>
              <a:gd name="connsiteY101" fmla="*/ 5445033 h 5715000"/>
              <a:gd name="connsiteX102" fmla="*/ 3248040 w 4123944"/>
              <a:gd name="connsiteY102" fmla="*/ 5446904 h 5715000"/>
              <a:gd name="connsiteX103" fmla="*/ 3309001 w 4123944"/>
              <a:gd name="connsiteY103" fmla="*/ 5402893 h 5715000"/>
              <a:gd name="connsiteX104" fmla="*/ 3252562 w 4123944"/>
              <a:gd name="connsiteY104" fmla="*/ 5362267 h 5715000"/>
              <a:gd name="connsiteX105" fmla="*/ 2844677 w 4123944"/>
              <a:gd name="connsiteY105" fmla="*/ 5360396 h 5715000"/>
              <a:gd name="connsiteX106" fmla="*/ 2791266 w 4123944"/>
              <a:gd name="connsiteY106" fmla="*/ 5403271 h 5715000"/>
              <a:gd name="connsiteX107" fmla="*/ 2820979 w 4123944"/>
              <a:gd name="connsiteY107" fmla="*/ 5440156 h 5715000"/>
              <a:gd name="connsiteX108" fmla="*/ 2848063 w 4123944"/>
              <a:gd name="connsiteY108" fmla="*/ 5446548 h 5715000"/>
              <a:gd name="connsiteX109" fmla="*/ 2857484 w 4123944"/>
              <a:gd name="connsiteY109" fmla="*/ 5456326 h 5715000"/>
              <a:gd name="connsiteX110" fmla="*/ 2835278 w 4123944"/>
              <a:gd name="connsiteY110" fmla="*/ 5468754 h 5715000"/>
              <a:gd name="connsiteX111" fmla="*/ 2798795 w 4123944"/>
              <a:gd name="connsiteY111" fmla="*/ 5460112 h 5715000"/>
              <a:gd name="connsiteX112" fmla="*/ 2787881 w 4123944"/>
              <a:gd name="connsiteY112" fmla="*/ 5486060 h 5715000"/>
              <a:gd name="connsiteX113" fmla="*/ 2840935 w 4123944"/>
              <a:gd name="connsiteY113" fmla="*/ 5496217 h 5715000"/>
              <a:gd name="connsiteX114" fmla="*/ 2897375 w 4123944"/>
              <a:gd name="connsiteY114" fmla="*/ 5452962 h 5715000"/>
              <a:gd name="connsiteX115" fmla="*/ 2897330 w 4123944"/>
              <a:gd name="connsiteY115" fmla="*/ 5452962 h 5715000"/>
              <a:gd name="connsiteX116" fmla="*/ 2863854 w 4123944"/>
              <a:gd name="connsiteY116" fmla="*/ 5412693 h 5715000"/>
              <a:gd name="connsiteX117" fmla="*/ 2839398 w 4123944"/>
              <a:gd name="connsiteY117" fmla="*/ 5407058 h 5715000"/>
              <a:gd name="connsiteX118" fmla="*/ 2831491 w 4123944"/>
              <a:gd name="connsiteY118" fmla="*/ 5397659 h 5715000"/>
              <a:gd name="connsiteX119" fmla="*/ 2849933 w 4123944"/>
              <a:gd name="connsiteY119" fmla="*/ 5386745 h 5715000"/>
              <a:gd name="connsiteX120" fmla="*/ 2879289 w 4123944"/>
              <a:gd name="connsiteY120" fmla="*/ 5392380 h 5715000"/>
              <a:gd name="connsiteX121" fmla="*/ 2889446 w 4123944"/>
              <a:gd name="connsiteY121" fmla="*/ 5366410 h 5715000"/>
              <a:gd name="connsiteX122" fmla="*/ 2844677 w 4123944"/>
              <a:gd name="connsiteY122" fmla="*/ 5360396 h 5715000"/>
              <a:gd name="connsiteX123" fmla="*/ 3660893 w 4123944"/>
              <a:gd name="connsiteY123" fmla="*/ 5326184 h 5715000"/>
              <a:gd name="connsiteX124" fmla="*/ 3621024 w 4123944"/>
              <a:gd name="connsiteY124" fmla="*/ 5337476 h 5715000"/>
              <a:gd name="connsiteX125" fmla="*/ 3621024 w 4123944"/>
              <a:gd name="connsiteY125" fmla="*/ 5365674 h 5715000"/>
              <a:gd name="connsiteX126" fmla="*/ 3600711 w 4123944"/>
              <a:gd name="connsiteY126" fmla="*/ 5365674 h 5715000"/>
              <a:gd name="connsiteX127" fmla="*/ 3600711 w 4123944"/>
              <a:gd name="connsiteY127" fmla="*/ 5391266 h 5715000"/>
              <a:gd name="connsiteX128" fmla="*/ 3621024 w 4123944"/>
              <a:gd name="connsiteY128" fmla="*/ 5391266 h 5715000"/>
              <a:gd name="connsiteX129" fmla="*/ 3621024 w 4123944"/>
              <a:gd name="connsiteY129" fmla="*/ 5458597 h 5715000"/>
              <a:gd name="connsiteX130" fmla="*/ 3666528 w 4123944"/>
              <a:gd name="connsiteY130" fmla="*/ 5496595 h 5715000"/>
              <a:gd name="connsiteX131" fmla="*/ 3695883 w 4123944"/>
              <a:gd name="connsiteY131" fmla="*/ 5493588 h 5715000"/>
              <a:gd name="connsiteX132" fmla="*/ 3693233 w 4123944"/>
              <a:gd name="connsiteY132" fmla="*/ 5467617 h 5715000"/>
              <a:gd name="connsiteX133" fmla="*/ 3680827 w 4123944"/>
              <a:gd name="connsiteY133" fmla="*/ 5468753 h 5715000"/>
              <a:gd name="connsiteX134" fmla="*/ 3660893 w 4123944"/>
              <a:gd name="connsiteY134" fmla="*/ 5449198 h 5715000"/>
              <a:gd name="connsiteX135" fmla="*/ 3660893 w 4123944"/>
              <a:gd name="connsiteY135" fmla="*/ 5391266 h 5715000"/>
              <a:gd name="connsiteX136" fmla="*/ 3695883 w 4123944"/>
              <a:gd name="connsiteY136" fmla="*/ 5391266 h 5715000"/>
              <a:gd name="connsiteX137" fmla="*/ 3695883 w 4123944"/>
              <a:gd name="connsiteY137" fmla="*/ 5365674 h 5715000"/>
              <a:gd name="connsiteX138" fmla="*/ 3660893 w 4123944"/>
              <a:gd name="connsiteY138" fmla="*/ 5365674 h 5715000"/>
              <a:gd name="connsiteX139" fmla="*/ 3385130 w 4123944"/>
              <a:gd name="connsiteY139" fmla="*/ 5256470 h 5715000"/>
              <a:gd name="connsiteX140" fmla="*/ 3294880 w 4123944"/>
              <a:gd name="connsiteY140" fmla="*/ 5289879 h 5715000"/>
              <a:gd name="connsiteX141" fmla="*/ 3279512 w 4123944"/>
              <a:gd name="connsiteY141" fmla="*/ 5332332 h 5715000"/>
              <a:gd name="connsiteX142" fmla="*/ 3283566 w 4123944"/>
              <a:gd name="connsiteY142" fmla="*/ 5360774 h 5715000"/>
              <a:gd name="connsiteX143" fmla="*/ 3306150 w 4123944"/>
              <a:gd name="connsiteY143" fmla="*/ 5356721 h 5715000"/>
              <a:gd name="connsiteX144" fmla="*/ 3353970 w 4123944"/>
              <a:gd name="connsiteY144" fmla="*/ 5341375 h 5715000"/>
              <a:gd name="connsiteX145" fmla="*/ 3385108 w 4123944"/>
              <a:gd name="connsiteY145" fmla="*/ 5256515 h 5715000"/>
              <a:gd name="connsiteX146" fmla="*/ 0 w 4123944"/>
              <a:gd name="connsiteY146" fmla="*/ 0 h 5715000"/>
              <a:gd name="connsiteX147" fmla="*/ 4123944 w 4123944"/>
              <a:gd name="connsiteY147" fmla="*/ 0 h 5715000"/>
              <a:gd name="connsiteX148" fmla="*/ 4123944 w 4123944"/>
              <a:gd name="connsiteY148" fmla="*/ 5715000 h 5715000"/>
              <a:gd name="connsiteX149" fmla="*/ 0 w 4123944"/>
              <a:gd name="connsiteY149"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4123944" h="5715000">
                <a:moveTo>
                  <a:pt x="3228863" y="5500760"/>
                </a:moveTo>
                <a:lnTo>
                  <a:pt x="3263854" y="5500760"/>
                </a:lnTo>
                <a:cubicBezTo>
                  <a:pt x="3272407" y="5500760"/>
                  <a:pt x="3280782" y="5504569"/>
                  <a:pt x="3280782" y="5515037"/>
                </a:cubicBezTo>
                <a:cubicBezTo>
                  <a:pt x="3280782" y="5529470"/>
                  <a:pt x="3266349" y="5538001"/>
                  <a:pt x="3248419" y="5538001"/>
                </a:cubicBezTo>
                <a:cubicBezTo>
                  <a:pt x="3230489" y="5538001"/>
                  <a:pt x="3215321" y="5530450"/>
                  <a:pt x="3215321" y="5519180"/>
                </a:cubicBezTo>
                <a:cubicBezTo>
                  <a:pt x="3215321" y="5510471"/>
                  <a:pt x="3223540" y="5503789"/>
                  <a:pt x="3228863" y="5500760"/>
                </a:cubicBezTo>
                <a:close/>
                <a:moveTo>
                  <a:pt x="3779518" y="5436035"/>
                </a:moveTo>
                <a:lnTo>
                  <a:pt x="3779518" y="5459733"/>
                </a:lnTo>
                <a:cubicBezTo>
                  <a:pt x="3774618" y="5465368"/>
                  <a:pt x="3768225" y="5469511"/>
                  <a:pt x="3759962" y="5469511"/>
                </a:cubicBezTo>
                <a:cubicBezTo>
                  <a:pt x="3752991" y="5469511"/>
                  <a:pt x="3743792" y="5466103"/>
                  <a:pt x="3743792" y="5455212"/>
                </a:cubicBezTo>
                <a:cubicBezTo>
                  <a:pt x="3743792" y="5437572"/>
                  <a:pt x="3761053" y="5435745"/>
                  <a:pt x="3779518" y="5436035"/>
                </a:cubicBezTo>
                <a:close/>
                <a:moveTo>
                  <a:pt x="3386779" y="5389751"/>
                </a:moveTo>
                <a:cubicBezTo>
                  <a:pt x="3400655" y="5389751"/>
                  <a:pt x="3407760" y="5398571"/>
                  <a:pt x="3407070" y="5412692"/>
                </a:cubicBezTo>
                <a:lnTo>
                  <a:pt x="3363058" y="5412692"/>
                </a:lnTo>
                <a:cubicBezTo>
                  <a:pt x="3365330" y="5399618"/>
                  <a:pt x="3372903" y="5389751"/>
                  <a:pt x="3386779" y="5389751"/>
                </a:cubicBezTo>
                <a:close/>
                <a:moveTo>
                  <a:pt x="3251069" y="5385253"/>
                </a:moveTo>
                <a:cubicBezTo>
                  <a:pt x="3264322" y="5385253"/>
                  <a:pt x="3270246" y="5394051"/>
                  <a:pt x="3270246" y="5404808"/>
                </a:cubicBezTo>
                <a:cubicBezTo>
                  <a:pt x="3270246" y="5415522"/>
                  <a:pt x="3263609" y="5424364"/>
                  <a:pt x="3250312" y="5424364"/>
                </a:cubicBezTo>
                <a:cubicBezTo>
                  <a:pt x="3238218" y="5424364"/>
                  <a:pt x="3231514" y="5415566"/>
                  <a:pt x="3231514" y="5404808"/>
                </a:cubicBezTo>
                <a:cubicBezTo>
                  <a:pt x="3231514" y="5395476"/>
                  <a:pt x="3238953" y="5385253"/>
                  <a:pt x="3251069" y="5385253"/>
                </a:cubicBezTo>
                <a:close/>
                <a:moveTo>
                  <a:pt x="2897932" y="5365674"/>
                </a:moveTo>
                <a:lnTo>
                  <a:pt x="2947601" y="5493966"/>
                </a:lnTo>
                <a:lnTo>
                  <a:pt x="2943837" y="5502987"/>
                </a:lnTo>
                <a:cubicBezTo>
                  <a:pt x="2936041" y="5521718"/>
                  <a:pt x="2927533" y="5535350"/>
                  <a:pt x="2911474" y="5535350"/>
                </a:cubicBezTo>
                <a:cubicBezTo>
                  <a:pt x="2906574" y="5535350"/>
                  <a:pt x="2901251" y="5534704"/>
                  <a:pt x="2894168" y="5533100"/>
                </a:cubicBezTo>
                <a:lnTo>
                  <a:pt x="2888533" y="5558669"/>
                </a:lnTo>
                <a:cubicBezTo>
                  <a:pt x="2897309" y="5560674"/>
                  <a:pt x="2904414" y="5562433"/>
                  <a:pt x="2917866" y="5562433"/>
                </a:cubicBezTo>
                <a:cubicBezTo>
                  <a:pt x="2944750" y="5562433"/>
                  <a:pt x="2964484" y="5544927"/>
                  <a:pt x="2974306" y="5521050"/>
                </a:cubicBezTo>
                <a:lnTo>
                  <a:pt x="3038252" y="5365674"/>
                </a:lnTo>
                <a:lnTo>
                  <a:pt x="3038230" y="5365674"/>
                </a:lnTo>
                <a:lnTo>
                  <a:pt x="3000989" y="5365674"/>
                </a:lnTo>
                <a:lnTo>
                  <a:pt x="2976912" y="5428127"/>
                </a:lnTo>
                <a:cubicBezTo>
                  <a:pt x="2974061" y="5435522"/>
                  <a:pt x="2971232" y="5444743"/>
                  <a:pt x="2969762" y="5450334"/>
                </a:cubicBezTo>
                <a:cubicBezTo>
                  <a:pt x="2968515" y="5444788"/>
                  <a:pt x="2966934" y="5436948"/>
                  <a:pt x="2964127" y="5429263"/>
                </a:cubicBezTo>
                <a:lnTo>
                  <a:pt x="2940808" y="5365674"/>
                </a:lnTo>
                <a:close/>
                <a:moveTo>
                  <a:pt x="3767869" y="5362690"/>
                </a:moveTo>
                <a:cubicBezTo>
                  <a:pt x="3747912" y="5362690"/>
                  <a:pt x="3726864" y="5369283"/>
                  <a:pt x="3709937" y="5378482"/>
                </a:cubicBezTo>
                <a:lnTo>
                  <a:pt x="3719715" y="5402180"/>
                </a:lnTo>
                <a:cubicBezTo>
                  <a:pt x="3729248" y="5396456"/>
                  <a:pt x="3743792" y="5390130"/>
                  <a:pt x="3756599" y="5390130"/>
                </a:cubicBezTo>
                <a:cubicBezTo>
                  <a:pt x="3775531" y="5390130"/>
                  <a:pt x="3779518" y="5397614"/>
                  <a:pt x="3779518" y="5408194"/>
                </a:cubicBezTo>
                <a:lnTo>
                  <a:pt x="3779518" y="5411579"/>
                </a:lnTo>
                <a:cubicBezTo>
                  <a:pt x="3746353" y="5411735"/>
                  <a:pt x="3703901" y="5418350"/>
                  <a:pt x="3703901" y="5460869"/>
                </a:cubicBezTo>
                <a:cubicBezTo>
                  <a:pt x="3703901" y="5485035"/>
                  <a:pt x="3720294" y="5496595"/>
                  <a:pt x="3744148" y="5496595"/>
                </a:cubicBezTo>
                <a:cubicBezTo>
                  <a:pt x="3758225" y="5496595"/>
                  <a:pt x="3770876" y="5492452"/>
                  <a:pt x="3780654" y="5483810"/>
                </a:cubicBezTo>
                <a:lnTo>
                  <a:pt x="3780654" y="5493967"/>
                </a:lnTo>
                <a:lnTo>
                  <a:pt x="3818273" y="5493967"/>
                </a:lnTo>
                <a:lnTo>
                  <a:pt x="3818295" y="5493989"/>
                </a:lnTo>
                <a:lnTo>
                  <a:pt x="3818295" y="5402937"/>
                </a:lnTo>
                <a:cubicBezTo>
                  <a:pt x="3818295" y="5377323"/>
                  <a:pt x="3798494" y="5362690"/>
                  <a:pt x="3767869" y="5362690"/>
                </a:cubicBezTo>
                <a:close/>
                <a:moveTo>
                  <a:pt x="3548324" y="5362667"/>
                </a:moveTo>
                <a:cubicBezTo>
                  <a:pt x="3532199" y="5362667"/>
                  <a:pt x="3517320" y="5368235"/>
                  <a:pt x="3504313" y="5376966"/>
                </a:cubicBezTo>
                <a:lnTo>
                  <a:pt x="3504313" y="5365674"/>
                </a:lnTo>
                <a:lnTo>
                  <a:pt x="3465558" y="5365674"/>
                </a:lnTo>
                <a:lnTo>
                  <a:pt x="3465558" y="5493944"/>
                </a:lnTo>
                <a:lnTo>
                  <a:pt x="3505449" y="5493944"/>
                </a:lnTo>
                <a:lnTo>
                  <a:pt x="3505449" y="5403672"/>
                </a:lnTo>
                <a:cubicBezTo>
                  <a:pt x="3512888" y="5397725"/>
                  <a:pt x="3519570" y="5392758"/>
                  <a:pt x="3529882" y="5392758"/>
                </a:cubicBezTo>
                <a:cubicBezTo>
                  <a:pt x="3543580" y="5392758"/>
                  <a:pt x="3548681" y="5399462"/>
                  <a:pt x="3548681" y="5411578"/>
                </a:cubicBezTo>
                <a:lnTo>
                  <a:pt x="3548681" y="5493966"/>
                </a:lnTo>
                <a:lnTo>
                  <a:pt x="3588572" y="5493966"/>
                </a:lnTo>
                <a:lnTo>
                  <a:pt x="3588572" y="5493944"/>
                </a:lnTo>
                <a:lnTo>
                  <a:pt x="3588572" y="5402536"/>
                </a:lnTo>
                <a:cubicBezTo>
                  <a:pt x="3588572" y="5378481"/>
                  <a:pt x="3573760" y="5362667"/>
                  <a:pt x="3548324" y="5362667"/>
                </a:cubicBezTo>
                <a:close/>
                <a:moveTo>
                  <a:pt x="3388294" y="5362667"/>
                </a:moveTo>
                <a:cubicBezTo>
                  <a:pt x="3353147" y="5362667"/>
                  <a:pt x="3320606" y="5389060"/>
                  <a:pt x="3320606" y="5429998"/>
                </a:cubicBezTo>
                <a:cubicBezTo>
                  <a:pt x="3320606" y="5470936"/>
                  <a:pt x="3345440" y="5496594"/>
                  <a:pt x="3385287" y="5496594"/>
                </a:cubicBezTo>
                <a:cubicBezTo>
                  <a:pt x="3406357" y="5496594"/>
                  <a:pt x="3425267" y="5491449"/>
                  <a:pt x="3442840" y="5481916"/>
                </a:cubicBezTo>
                <a:lnTo>
                  <a:pt x="3432305" y="5458218"/>
                </a:lnTo>
                <a:cubicBezTo>
                  <a:pt x="3426091" y="5462517"/>
                  <a:pt x="3411613" y="5467996"/>
                  <a:pt x="3399564" y="5467996"/>
                </a:cubicBezTo>
                <a:cubicBezTo>
                  <a:pt x="3372368" y="5467996"/>
                  <a:pt x="3363058" y="5456948"/>
                  <a:pt x="3362702" y="5438284"/>
                </a:cubicBezTo>
                <a:lnTo>
                  <a:pt x="3447718" y="5438284"/>
                </a:lnTo>
                <a:cubicBezTo>
                  <a:pt x="3447963" y="5433740"/>
                  <a:pt x="3448096" y="5429375"/>
                  <a:pt x="3448096" y="5425120"/>
                </a:cubicBezTo>
                <a:lnTo>
                  <a:pt x="3448119" y="5425120"/>
                </a:lnTo>
                <a:cubicBezTo>
                  <a:pt x="3448119" y="5388259"/>
                  <a:pt x="3432082" y="5362667"/>
                  <a:pt x="3388294" y="5362667"/>
                </a:cubicBezTo>
                <a:close/>
                <a:moveTo>
                  <a:pt x="3129259" y="5362667"/>
                </a:moveTo>
                <a:cubicBezTo>
                  <a:pt x="3113134" y="5362667"/>
                  <a:pt x="3098233" y="5368235"/>
                  <a:pt x="3085248" y="5376966"/>
                </a:cubicBezTo>
                <a:lnTo>
                  <a:pt x="3085248" y="5365674"/>
                </a:lnTo>
                <a:lnTo>
                  <a:pt x="3046493" y="5365674"/>
                </a:lnTo>
                <a:lnTo>
                  <a:pt x="3046493" y="5493944"/>
                </a:lnTo>
                <a:lnTo>
                  <a:pt x="3086362" y="5493944"/>
                </a:lnTo>
                <a:lnTo>
                  <a:pt x="3086362" y="5403672"/>
                </a:lnTo>
                <a:cubicBezTo>
                  <a:pt x="3093823" y="5397725"/>
                  <a:pt x="3100505" y="5392758"/>
                  <a:pt x="3110817" y="5392758"/>
                </a:cubicBezTo>
                <a:cubicBezTo>
                  <a:pt x="3124515" y="5392758"/>
                  <a:pt x="3129616" y="5399462"/>
                  <a:pt x="3129616" y="5411578"/>
                </a:cubicBezTo>
                <a:lnTo>
                  <a:pt x="3129616" y="5493966"/>
                </a:lnTo>
                <a:lnTo>
                  <a:pt x="3169507" y="5493966"/>
                </a:lnTo>
                <a:lnTo>
                  <a:pt x="3169529" y="5493944"/>
                </a:lnTo>
                <a:lnTo>
                  <a:pt x="3169529" y="5402536"/>
                </a:lnTo>
                <a:cubicBezTo>
                  <a:pt x="3169529" y="5378481"/>
                  <a:pt x="3154695" y="5362667"/>
                  <a:pt x="3129259" y="5362667"/>
                </a:cubicBezTo>
                <a:close/>
                <a:moveTo>
                  <a:pt x="3252562" y="5362267"/>
                </a:moveTo>
                <a:cubicBezTo>
                  <a:pt x="3218685" y="5362267"/>
                  <a:pt x="3192759" y="5376678"/>
                  <a:pt x="3192759" y="5404029"/>
                </a:cubicBezTo>
                <a:cubicBezTo>
                  <a:pt x="3192759" y="5425055"/>
                  <a:pt x="3202626" y="5431335"/>
                  <a:pt x="3210065" y="5435256"/>
                </a:cubicBezTo>
                <a:cubicBezTo>
                  <a:pt x="3196679" y="5442717"/>
                  <a:pt x="3185609" y="5454321"/>
                  <a:pt x="3185609" y="5466861"/>
                </a:cubicBezTo>
                <a:cubicBezTo>
                  <a:pt x="3185609" y="5476817"/>
                  <a:pt x="3188438" y="5482742"/>
                  <a:pt x="3192002" y="5486795"/>
                </a:cubicBezTo>
                <a:cubicBezTo>
                  <a:pt x="3195387" y="5490648"/>
                  <a:pt x="3199352" y="5492608"/>
                  <a:pt x="3203673" y="5495081"/>
                </a:cubicBezTo>
                <a:cubicBezTo>
                  <a:pt x="3195855" y="5500159"/>
                  <a:pt x="3182981" y="5509892"/>
                  <a:pt x="3182981" y="5524437"/>
                </a:cubicBezTo>
                <a:cubicBezTo>
                  <a:pt x="3182981" y="5555530"/>
                  <a:pt x="3214163" y="5564840"/>
                  <a:pt x="3246548" y="5564684"/>
                </a:cubicBezTo>
                <a:cubicBezTo>
                  <a:pt x="3283343" y="5564506"/>
                  <a:pt x="3320650" y="5547177"/>
                  <a:pt x="3320650" y="5509759"/>
                </a:cubicBezTo>
                <a:lnTo>
                  <a:pt x="3320650" y="5509736"/>
                </a:lnTo>
                <a:cubicBezTo>
                  <a:pt x="3320650" y="5481450"/>
                  <a:pt x="3302921" y="5467240"/>
                  <a:pt x="3273610" y="5467240"/>
                </a:cubicBezTo>
                <a:lnTo>
                  <a:pt x="3242004" y="5467240"/>
                </a:lnTo>
                <a:cubicBezTo>
                  <a:pt x="3235902" y="5467240"/>
                  <a:pt x="3222449" y="5465792"/>
                  <a:pt x="3222449" y="5455947"/>
                </a:cubicBezTo>
                <a:cubicBezTo>
                  <a:pt x="3222449" y="5451092"/>
                  <a:pt x="3228975" y="5446771"/>
                  <a:pt x="3232227" y="5445033"/>
                </a:cubicBezTo>
                <a:cubicBezTo>
                  <a:pt x="3237216" y="5446013"/>
                  <a:pt x="3242338" y="5446904"/>
                  <a:pt x="3248040" y="5446904"/>
                </a:cubicBezTo>
                <a:cubicBezTo>
                  <a:pt x="3278710" y="5446904"/>
                  <a:pt x="3309001" y="5436636"/>
                  <a:pt x="3309001" y="5402893"/>
                </a:cubicBezTo>
                <a:cubicBezTo>
                  <a:pt x="3309001" y="5369149"/>
                  <a:pt x="3281361" y="5362267"/>
                  <a:pt x="3252562" y="5362267"/>
                </a:cubicBezTo>
                <a:close/>
                <a:moveTo>
                  <a:pt x="2844677" y="5360396"/>
                </a:moveTo>
                <a:cubicBezTo>
                  <a:pt x="2813829" y="5360396"/>
                  <a:pt x="2791266" y="5376833"/>
                  <a:pt x="2791266" y="5403271"/>
                </a:cubicBezTo>
                <a:cubicBezTo>
                  <a:pt x="2791266" y="5427148"/>
                  <a:pt x="2804719" y="5435679"/>
                  <a:pt x="2820979" y="5440156"/>
                </a:cubicBezTo>
                <a:cubicBezTo>
                  <a:pt x="2828707" y="5442271"/>
                  <a:pt x="2840423" y="5444298"/>
                  <a:pt x="2848063" y="5446548"/>
                </a:cubicBezTo>
                <a:cubicBezTo>
                  <a:pt x="2854165" y="5448352"/>
                  <a:pt x="2857484" y="5451069"/>
                  <a:pt x="2857484" y="5456326"/>
                </a:cubicBezTo>
                <a:cubicBezTo>
                  <a:pt x="2857484" y="5467618"/>
                  <a:pt x="2844521" y="5468754"/>
                  <a:pt x="2835278" y="5468754"/>
                </a:cubicBezTo>
                <a:cubicBezTo>
                  <a:pt x="2823429" y="5468754"/>
                  <a:pt x="2808884" y="5464210"/>
                  <a:pt x="2798795" y="5460112"/>
                </a:cubicBezTo>
                <a:lnTo>
                  <a:pt x="2787881" y="5486060"/>
                </a:lnTo>
                <a:cubicBezTo>
                  <a:pt x="2804898" y="5492876"/>
                  <a:pt x="2821001" y="5496217"/>
                  <a:pt x="2840935" y="5496217"/>
                </a:cubicBezTo>
                <a:cubicBezTo>
                  <a:pt x="2871583" y="5496217"/>
                  <a:pt x="2897375" y="5480893"/>
                  <a:pt x="2897375" y="5452962"/>
                </a:cubicBezTo>
                <a:lnTo>
                  <a:pt x="2897330" y="5452962"/>
                </a:lnTo>
                <a:cubicBezTo>
                  <a:pt x="2897330" y="5426190"/>
                  <a:pt x="2880848" y="5416435"/>
                  <a:pt x="2863854" y="5412693"/>
                </a:cubicBezTo>
                <a:cubicBezTo>
                  <a:pt x="2855546" y="5410867"/>
                  <a:pt x="2845657" y="5409085"/>
                  <a:pt x="2839398" y="5407058"/>
                </a:cubicBezTo>
                <a:cubicBezTo>
                  <a:pt x="2833563" y="5405187"/>
                  <a:pt x="2831491" y="5400977"/>
                  <a:pt x="2831491" y="5397659"/>
                </a:cubicBezTo>
                <a:cubicBezTo>
                  <a:pt x="2831491" y="5390932"/>
                  <a:pt x="2838975" y="5386745"/>
                  <a:pt x="2849933" y="5386745"/>
                </a:cubicBezTo>
                <a:cubicBezTo>
                  <a:pt x="2860045" y="5386745"/>
                  <a:pt x="2874233" y="5390086"/>
                  <a:pt x="2879289" y="5392380"/>
                </a:cubicBezTo>
                <a:lnTo>
                  <a:pt x="2889446" y="5366410"/>
                </a:lnTo>
                <a:cubicBezTo>
                  <a:pt x="2877997" y="5363091"/>
                  <a:pt x="2865057" y="5360396"/>
                  <a:pt x="2844677" y="5360396"/>
                </a:cubicBezTo>
                <a:close/>
                <a:moveTo>
                  <a:pt x="3660893" y="5326184"/>
                </a:moveTo>
                <a:lnTo>
                  <a:pt x="3621024" y="5337476"/>
                </a:lnTo>
                <a:lnTo>
                  <a:pt x="3621024" y="5365674"/>
                </a:lnTo>
                <a:lnTo>
                  <a:pt x="3600711" y="5365674"/>
                </a:lnTo>
                <a:lnTo>
                  <a:pt x="3600711" y="5391266"/>
                </a:lnTo>
                <a:lnTo>
                  <a:pt x="3621024" y="5391266"/>
                </a:lnTo>
                <a:lnTo>
                  <a:pt x="3621024" y="5458597"/>
                </a:lnTo>
                <a:cubicBezTo>
                  <a:pt x="3621024" y="5488175"/>
                  <a:pt x="3642428" y="5496595"/>
                  <a:pt x="3666528" y="5496595"/>
                </a:cubicBezTo>
                <a:cubicBezTo>
                  <a:pt x="3674479" y="5496595"/>
                  <a:pt x="3686729" y="5495214"/>
                  <a:pt x="3695883" y="5493588"/>
                </a:cubicBezTo>
                <a:lnTo>
                  <a:pt x="3693233" y="5467617"/>
                </a:lnTo>
                <a:cubicBezTo>
                  <a:pt x="3688979" y="5468196"/>
                  <a:pt x="3684747" y="5468753"/>
                  <a:pt x="3680827" y="5468753"/>
                </a:cubicBezTo>
                <a:cubicBezTo>
                  <a:pt x="3669579" y="5468753"/>
                  <a:pt x="3660893" y="5465702"/>
                  <a:pt x="3660893" y="5449198"/>
                </a:cubicBezTo>
                <a:lnTo>
                  <a:pt x="3660893" y="5391266"/>
                </a:lnTo>
                <a:lnTo>
                  <a:pt x="3695883" y="5391266"/>
                </a:lnTo>
                <a:lnTo>
                  <a:pt x="3695883" y="5365674"/>
                </a:lnTo>
                <a:lnTo>
                  <a:pt x="3660893" y="5365674"/>
                </a:lnTo>
                <a:close/>
                <a:moveTo>
                  <a:pt x="3385130" y="5256470"/>
                </a:moveTo>
                <a:cubicBezTo>
                  <a:pt x="3357868" y="5260368"/>
                  <a:pt x="3317287" y="5267473"/>
                  <a:pt x="3294880" y="5289879"/>
                </a:cubicBezTo>
                <a:cubicBezTo>
                  <a:pt x="3283165" y="5301573"/>
                  <a:pt x="3279512" y="5316050"/>
                  <a:pt x="3279512" y="5332332"/>
                </a:cubicBezTo>
                <a:cubicBezTo>
                  <a:pt x="3279512" y="5341798"/>
                  <a:pt x="3280737" y="5351732"/>
                  <a:pt x="3283566" y="5360774"/>
                </a:cubicBezTo>
                <a:cubicBezTo>
                  <a:pt x="3288466" y="5357233"/>
                  <a:pt x="3300137" y="5356721"/>
                  <a:pt x="3306150" y="5356721"/>
                </a:cubicBezTo>
                <a:cubicBezTo>
                  <a:pt x="3323434" y="5356721"/>
                  <a:pt x="3338112" y="5357233"/>
                  <a:pt x="3353970" y="5341375"/>
                </a:cubicBezTo>
                <a:cubicBezTo>
                  <a:pt x="3373704" y="5321663"/>
                  <a:pt x="3364929" y="5290704"/>
                  <a:pt x="3385108" y="5256515"/>
                </a:cubicBezTo>
                <a:close/>
                <a:moveTo>
                  <a:pt x="0" y="0"/>
                </a:moveTo>
                <a:lnTo>
                  <a:pt x="4123944" y="0"/>
                </a:lnTo>
                <a:lnTo>
                  <a:pt x="4123944" y="5715000"/>
                </a:lnTo>
                <a:lnTo>
                  <a:pt x="0" y="5715000"/>
                </a:lnTo>
                <a:close/>
              </a:path>
            </a:pathLst>
          </a:custGeom>
          <a:pattFill prst="ltVert">
            <a:fgClr>
              <a:schemeClr val="bg1">
                <a:lumMod val="85000"/>
              </a:schemeClr>
            </a:fgClr>
            <a:bgClr>
              <a:schemeClr val="bg1"/>
            </a:bgClr>
          </a:pattFill>
        </p:spPr>
        <p:txBody>
          <a:bodyPr wrap="square" anchor="ctr">
            <a:noAutofit/>
          </a:bodyPr>
          <a:lstStyle>
            <a:lvl1pPr marL="0" indent="0" algn="ctr">
              <a:buNone/>
              <a:defRPr/>
            </a:lvl1pPr>
          </a:lstStyle>
          <a:p>
            <a:endParaRPr lang="en-US"/>
          </a:p>
        </p:txBody>
      </p:sp>
      <p:sp>
        <p:nvSpPr>
          <p:cNvPr id="21" name="Text Placeholder 20">
            <a:extLst>
              <a:ext uri="{FF2B5EF4-FFF2-40B4-BE49-F238E27FC236}">
                <a16:creationId xmlns:a16="http://schemas.microsoft.com/office/drawing/2014/main" id="{71C11AC4-B191-2FB1-A7C1-31FD222AF630}"/>
              </a:ext>
            </a:extLst>
          </p:cNvPr>
          <p:cNvSpPr>
            <a:spLocks noGrp="1"/>
          </p:cNvSpPr>
          <p:nvPr>
            <p:ph type="body" sz="quarter" idx="18" hasCustomPrompt="1"/>
          </p:nvPr>
        </p:nvSpPr>
        <p:spPr>
          <a:xfrm>
            <a:off x="4585049" y="5818632"/>
            <a:ext cx="3017520"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
        <p:nvSpPr>
          <p:cNvPr id="25" name="Text Placeholder 20">
            <a:extLst>
              <a:ext uri="{FF2B5EF4-FFF2-40B4-BE49-F238E27FC236}">
                <a16:creationId xmlns:a16="http://schemas.microsoft.com/office/drawing/2014/main" id="{C8FE7800-1A5C-A98F-7917-F7D251ECF634}"/>
              </a:ext>
            </a:extLst>
          </p:cNvPr>
          <p:cNvSpPr>
            <a:spLocks noGrp="1"/>
          </p:cNvSpPr>
          <p:nvPr>
            <p:ph type="body" sz="quarter" idx="19" hasCustomPrompt="1"/>
          </p:nvPr>
        </p:nvSpPr>
        <p:spPr>
          <a:xfrm>
            <a:off x="8621268" y="5818632"/>
            <a:ext cx="3017520"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Tree>
    <p:extLst>
      <p:ext uri="{BB962C8B-B14F-4D97-AF65-F5344CB8AC3E}">
        <p14:creationId xmlns:p14="http://schemas.microsoft.com/office/powerpoint/2010/main" val="28039015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5_Four photos">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C02E190-8939-BFFD-35A2-C3A2AAF3F00C}"/>
              </a:ext>
            </a:extLst>
          </p:cNvPr>
          <p:cNvSpPr>
            <a:spLocks noGrp="1"/>
          </p:cNvSpPr>
          <p:nvPr>
            <p:ph type="pic" sz="quarter" idx="12"/>
          </p:nvPr>
        </p:nvSpPr>
        <p:spPr>
          <a:xfrm>
            <a:off x="-4382" y="1143000"/>
            <a:ext cx="3026982" cy="5715000"/>
          </a:xfrm>
          <a:pattFill prst="ltVert">
            <a:fgClr>
              <a:schemeClr val="bg1">
                <a:lumMod val="85000"/>
              </a:schemeClr>
            </a:fgClr>
            <a:bgClr>
              <a:schemeClr val="bg1"/>
            </a:bgClr>
          </a:pattFill>
        </p:spPr>
        <p:txBody>
          <a:bodyPr anchor="ctr"/>
          <a:lstStyle>
            <a:lvl1pPr marL="0" indent="0" algn="ctr">
              <a:buNone/>
              <a:defRPr/>
            </a:lvl1pPr>
          </a:lstStyle>
          <a:p>
            <a:endParaRPr lang="en-US"/>
          </a:p>
        </p:txBody>
      </p:sp>
      <p:sp>
        <p:nvSpPr>
          <p:cNvPr id="5" name="Picture Placeholder 6">
            <a:extLst>
              <a:ext uri="{FF2B5EF4-FFF2-40B4-BE49-F238E27FC236}">
                <a16:creationId xmlns:a16="http://schemas.microsoft.com/office/drawing/2014/main" id="{762778EE-05ED-A8FC-0799-24598E5BBF98}"/>
              </a:ext>
            </a:extLst>
          </p:cNvPr>
          <p:cNvSpPr>
            <a:spLocks noGrp="1"/>
          </p:cNvSpPr>
          <p:nvPr>
            <p:ph type="pic" sz="quarter" idx="16"/>
          </p:nvPr>
        </p:nvSpPr>
        <p:spPr>
          <a:xfrm>
            <a:off x="3061651" y="1143000"/>
            <a:ext cx="3021585" cy="5715000"/>
          </a:xfrm>
          <a:pattFill prst="ltVert">
            <a:fgClr>
              <a:schemeClr val="bg1">
                <a:lumMod val="85000"/>
              </a:schemeClr>
            </a:fgClr>
            <a:bgClr>
              <a:schemeClr val="bg1"/>
            </a:bgClr>
          </a:pattFill>
        </p:spPr>
        <p:txBody>
          <a:bodyPr anchor="ctr"/>
          <a:lstStyle>
            <a:lvl1pPr marL="0" indent="0" algn="ctr">
              <a:buNone/>
              <a:defRPr/>
            </a:lvl1pPr>
          </a:lstStyle>
          <a:p>
            <a:endParaRPr lang="en-US"/>
          </a:p>
        </p:txBody>
      </p:sp>
      <p:sp>
        <p:nvSpPr>
          <p:cNvPr id="6" name="Picture Placeholder 6">
            <a:extLst>
              <a:ext uri="{FF2B5EF4-FFF2-40B4-BE49-F238E27FC236}">
                <a16:creationId xmlns:a16="http://schemas.microsoft.com/office/drawing/2014/main" id="{4D86F095-1860-63CD-8B66-FE786EDB69C6}"/>
              </a:ext>
            </a:extLst>
          </p:cNvPr>
          <p:cNvSpPr>
            <a:spLocks noGrp="1"/>
          </p:cNvSpPr>
          <p:nvPr>
            <p:ph type="pic" sz="quarter" idx="20"/>
          </p:nvPr>
        </p:nvSpPr>
        <p:spPr>
          <a:xfrm>
            <a:off x="6122287" y="1143000"/>
            <a:ext cx="3021585" cy="5715000"/>
          </a:xfrm>
          <a:pattFill prst="ltVert">
            <a:fgClr>
              <a:schemeClr val="bg1">
                <a:lumMod val="85000"/>
              </a:schemeClr>
            </a:fgClr>
            <a:bgClr>
              <a:schemeClr val="bg1"/>
            </a:bgClr>
          </a:pattFill>
        </p:spPr>
        <p:txBody>
          <a:bodyPr anchor="ctr"/>
          <a:lstStyle>
            <a:lvl1pPr marL="0" indent="0" algn="ctr">
              <a:buNone/>
              <a:defRPr/>
            </a:lvl1pPr>
          </a:lstStyle>
          <a:p>
            <a:endParaRPr lang="en-US" dirty="0"/>
          </a:p>
        </p:txBody>
      </p:sp>
      <p:sp>
        <p:nvSpPr>
          <p:cNvPr id="27" name="Picture Placeholder 26">
            <a:extLst>
              <a:ext uri="{FF2B5EF4-FFF2-40B4-BE49-F238E27FC236}">
                <a16:creationId xmlns:a16="http://schemas.microsoft.com/office/drawing/2014/main" id="{BE7C1540-2674-594A-DD54-ECE0E0F42E9B}"/>
              </a:ext>
            </a:extLst>
          </p:cNvPr>
          <p:cNvSpPr>
            <a:spLocks noGrp="1"/>
          </p:cNvSpPr>
          <p:nvPr>
            <p:ph type="pic" sz="quarter" idx="21"/>
          </p:nvPr>
        </p:nvSpPr>
        <p:spPr>
          <a:xfrm>
            <a:off x="9170415" y="1143000"/>
            <a:ext cx="3021585" cy="5715000"/>
          </a:xfrm>
          <a:custGeom>
            <a:avLst/>
            <a:gdLst>
              <a:gd name="connsiteX0" fmla="*/ 2126504 w 3021585"/>
              <a:gd name="connsiteY0" fmla="*/ 5500760 h 5715000"/>
              <a:gd name="connsiteX1" fmla="*/ 2161495 w 3021585"/>
              <a:gd name="connsiteY1" fmla="*/ 5500760 h 5715000"/>
              <a:gd name="connsiteX2" fmla="*/ 2178423 w 3021585"/>
              <a:gd name="connsiteY2" fmla="*/ 5515037 h 5715000"/>
              <a:gd name="connsiteX3" fmla="*/ 2146060 w 3021585"/>
              <a:gd name="connsiteY3" fmla="*/ 5538001 h 5715000"/>
              <a:gd name="connsiteX4" fmla="*/ 2112962 w 3021585"/>
              <a:gd name="connsiteY4" fmla="*/ 5519180 h 5715000"/>
              <a:gd name="connsiteX5" fmla="*/ 2126504 w 3021585"/>
              <a:gd name="connsiteY5" fmla="*/ 5500760 h 5715000"/>
              <a:gd name="connsiteX6" fmla="*/ 2677159 w 3021585"/>
              <a:gd name="connsiteY6" fmla="*/ 5436035 h 5715000"/>
              <a:gd name="connsiteX7" fmla="*/ 2677159 w 3021585"/>
              <a:gd name="connsiteY7" fmla="*/ 5459733 h 5715000"/>
              <a:gd name="connsiteX8" fmla="*/ 2657603 w 3021585"/>
              <a:gd name="connsiteY8" fmla="*/ 5469511 h 5715000"/>
              <a:gd name="connsiteX9" fmla="*/ 2641433 w 3021585"/>
              <a:gd name="connsiteY9" fmla="*/ 5455212 h 5715000"/>
              <a:gd name="connsiteX10" fmla="*/ 2677159 w 3021585"/>
              <a:gd name="connsiteY10" fmla="*/ 5436035 h 5715000"/>
              <a:gd name="connsiteX11" fmla="*/ 2284420 w 3021585"/>
              <a:gd name="connsiteY11" fmla="*/ 5389751 h 5715000"/>
              <a:gd name="connsiteX12" fmla="*/ 2304711 w 3021585"/>
              <a:gd name="connsiteY12" fmla="*/ 5412692 h 5715000"/>
              <a:gd name="connsiteX13" fmla="*/ 2260699 w 3021585"/>
              <a:gd name="connsiteY13" fmla="*/ 5412692 h 5715000"/>
              <a:gd name="connsiteX14" fmla="*/ 2284420 w 3021585"/>
              <a:gd name="connsiteY14" fmla="*/ 5389751 h 5715000"/>
              <a:gd name="connsiteX15" fmla="*/ 2148710 w 3021585"/>
              <a:gd name="connsiteY15" fmla="*/ 5385253 h 5715000"/>
              <a:gd name="connsiteX16" fmla="*/ 2167887 w 3021585"/>
              <a:gd name="connsiteY16" fmla="*/ 5404808 h 5715000"/>
              <a:gd name="connsiteX17" fmla="*/ 2147953 w 3021585"/>
              <a:gd name="connsiteY17" fmla="*/ 5424364 h 5715000"/>
              <a:gd name="connsiteX18" fmla="*/ 2129155 w 3021585"/>
              <a:gd name="connsiteY18" fmla="*/ 5404808 h 5715000"/>
              <a:gd name="connsiteX19" fmla="*/ 2148710 w 3021585"/>
              <a:gd name="connsiteY19" fmla="*/ 5385253 h 5715000"/>
              <a:gd name="connsiteX20" fmla="*/ 1795573 w 3021585"/>
              <a:gd name="connsiteY20" fmla="*/ 5365674 h 5715000"/>
              <a:gd name="connsiteX21" fmla="*/ 1845242 w 3021585"/>
              <a:gd name="connsiteY21" fmla="*/ 5493966 h 5715000"/>
              <a:gd name="connsiteX22" fmla="*/ 1841478 w 3021585"/>
              <a:gd name="connsiteY22" fmla="*/ 5502987 h 5715000"/>
              <a:gd name="connsiteX23" fmla="*/ 1809115 w 3021585"/>
              <a:gd name="connsiteY23" fmla="*/ 5535350 h 5715000"/>
              <a:gd name="connsiteX24" fmla="*/ 1791809 w 3021585"/>
              <a:gd name="connsiteY24" fmla="*/ 5533100 h 5715000"/>
              <a:gd name="connsiteX25" fmla="*/ 1786174 w 3021585"/>
              <a:gd name="connsiteY25" fmla="*/ 5558669 h 5715000"/>
              <a:gd name="connsiteX26" fmla="*/ 1815507 w 3021585"/>
              <a:gd name="connsiteY26" fmla="*/ 5562433 h 5715000"/>
              <a:gd name="connsiteX27" fmla="*/ 1871947 w 3021585"/>
              <a:gd name="connsiteY27" fmla="*/ 5521050 h 5715000"/>
              <a:gd name="connsiteX28" fmla="*/ 1935893 w 3021585"/>
              <a:gd name="connsiteY28" fmla="*/ 5365674 h 5715000"/>
              <a:gd name="connsiteX29" fmla="*/ 1935871 w 3021585"/>
              <a:gd name="connsiteY29" fmla="*/ 5365674 h 5715000"/>
              <a:gd name="connsiteX30" fmla="*/ 1898630 w 3021585"/>
              <a:gd name="connsiteY30" fmla="*/ 5365674 h 5715000"/>
              <a:gd name="connsiteX31" fmla="*/ 1874553 w 3021585"/>
              <a:gd name="connsiteY31" fmla="*/ 5428127 h 5715000"/>
              <a:gd name="connsiteX32" fmla="*/ 1867403 w 3021585"/>
              <a:gd name="connsiteY32" fmla="*/ 5450334 h 5715000"/>
              <a:gd name="connsiteX33" fmla="*/ 1861768 w 3021585"/>
              <a:gd name="connsiteY33" fmla="*/ 5429263 h 5715000"/>
              <a:gd name="connsiteX34" fmla="*/ 1838449 w 3021585"/>
              <a:gd name="connsiteY34" fmla="*/ 5365674 h 5715000"/>
              <a:gd name="connsiteX35" fmla="*/ 2665510 w 3021585"/>
              <a:gd name="connsiteY35" fmla="*/ 5362690 h 5715000"/>
              <a:gd name="connsiteX36" fmla="*/ 2607578 w 3021585"/>
              <a:gd name="connsiteY36" fmla="*/ 5378482 h 5715000"/>
              <a:gd name="connsiteX37" fmla="*/ 2617356 w 3021585"/>
              <a:gd name="connsiteY37" fmla="*/ 5402180 h 5715000"/>
              <a:gd name="connsiteX38" fmla="*/ 2654240 w 3021585"/>
              <a:gd name="connsiteY38" fmla="*/ 5390130 h 5715000"/>
              <a:gd name="connsiteX39" fmla="*/ 2677159 w 3021585"/>
              <a:gd name="connsiteY39" fmla="*/ 5408194 h 5715000"/>
              <a:gd name="connsiteX40" fmla="*/ 2677159 w 3021585"/>
              <a:gd name="connsiteY40" fmla="*/ 5411579 h 5715000"/>
              <a:gd name="connsiteX41" fmla="*/ 2601542 w 3021585"/>
              <a:gd name="connsiteY41" fmla="*/ 5460869 h 5715000"/>
              <a:gd name="connsiteX42" fmla="*/ 2641789 w 3021585"/>
              <a:gd name="connsiteY42" fmla="*/ 5496595 h 5715000"/>
              <a:gd name="connsiteX43" fmla="*/ 2678295 w 3021585"/>
              <a:gd name="connsiteY43" fmla="*/ 5483810 h 5715000"/>
              <a:gd name="connsiteX44" fmla="*/ 2678295 w 3021585"/>
              <a:gd name="connsiteY44" fmla="*/ 5493967 h 5715000"/>
              <a:gd name="connsiteX45" fmla="*/ 2715914 w 3021585"/>
              <a:gd name="connsiteY45" fmla="*/ 5493967 h 5715000"/>
              <a:gd name="connsiteX46" fmla="*/ 2715936 w 3021585"/>
              <a:gd name="connsiteY46" fmla="*/ 5493989 h 5715000"/>
              <a:gd name="connsiteX47" fmla="*/ 2715936 w 3021585"/>
              <a:gd name="connsiteY47" fmla="*/ 5402937 h 5715000"/>
              <a:gd name="connsiteX48" fmla="*/ 2665510 w 3021585"/>
              <a:gd name="connsiteY48" fmla="*/ 5362690 h 5715000"/>
              <a:gd name="connsiteX49" fmla="*/ 2445965 w 3021585"/>
              <a:gd name="connsiteY49" fmla="*/ 5362667 h 5715000"/>
              <a:gd name="connsiteX50" fmla="*/ 2401954 w 3021585"/>
              <a:gd name="connsiteY50" fmla="*/ 5376966 h 5715000"/>
              <a:gd name="connsiteX51" fmla="*/ 2401954 w 3021585"/>
              <a:gd name="connsiteY51" fmla="*/ 5365674 h 5715000"/>
              <a:gd name="connsiteX52" fmla="*/ 2363199 w 3021585"/>
              <a:gd name="connsiteY52" fmla="*/ 5365674 h 5715000"/>
              <a:gd name="connsiteX53" fmla="*/ 2363199 w 3021585"/>
              <a:gd name="connsiteY53" fmla="*/ 5493944 h 5715000"/>
              <a:gd name="connsiteX54" fmla="*/ 2403090 w 3021585"/>
              <a:gd name="connsiteY54" fmla="*/ 5493944 h 5715000"/>
              <a:gd name="connsiteX55" fmla="*/ 2403090 w 3021585"/>
              <a:gd name="connsiteY55" fmla="*/ 5403672 h 5715000"/>
              <a:gd name="connsiteX56" fmla="*/ 2427523 w 3021585"/>
              <a:gd name="connsiteY56" fmla="*/ 5392758 h 5715000"/>
              <a:gd name="connsiteX57" fmla="*/ 2446322 w 3021585"/>
              <a:gd name="connsiteY57" fmla="*/ 5411578 h 5715000"/>
              <a:gd name="connsiteX58" fmla="*/ 2446322 w 3021585"/>
              <a:gd name="connsiteY58" fmla="*/ 5493966 h 5715000"/>
              <a:gd name="connsiteX59" fmla="*/ 2486213 w 3021585"/>
              <a:gd name="connsiteY59" fmla="*/ 5493966 h 5715000"/>
              <a:gd name="connsiteX60" fmla="*/ 2486213 w 3021585"/>
              <a:gd name="connsiteY60" fmla="*/ 5493944 h 5715000"/>
              <a:gd name="connsiteX61" fmla="*/ 2486213 w 3021585"/>
              <a:gd name="connsiteY61" fmla="*/ 5402536 h 5715000"/>
              <a:gd name="connsiteX62" fmla="*/ 2445965 w 3021585"/>
              <a:gd name="connsiteY62" fmla="*/ 5362667 h 5715000"/>
              <a:gd name="connsiteX63" fmla="*/ 2285935 w 3021585"/>
              <a:gd name="connsiteY63" fmla="*/ 5362667 h 5715000"/>
              <a:gd name="connsiteX64" fmla="*/ 2218247 w 3021585"/>
              <a:gd name="connsiteY64" fmla="*/ 5429998 h 5715000"/>
              <a:gd name="connsiteX65" fmla="*/ 2282928 w 3021585"/>
              <a:gd name="connsiteY65" fmla="*/ 5496594 h 5715000"/>
              <a:gd name="connsiteX66" fmla="*/ 2340481 w 3021585"/>
              <a:gd name="connsiteY66" fmla="*/ 5481916 h 5715000"/>
              <a:gd name="connsiteX67" fmla="*/ 2329946 w 3021585"/>
              <a:gd name="connsiteY67" fmla="*/ 5458218 h 5715000"/>
              <a:gd name="connsiteX68" fmla="*/ 2297205 w 3021585"/>
              <a:gd name="connsiteY68" fmla="*/ 5467996 h 5715000"/>
              <a:gd name="connsiteX69" fmla="*/ 2260343 w 3021585"/>
              <a:gd name="connsiteY69" fmla="*/ 5438284 h 5715000"/>
              <a:gd name="connsiteX70" fmla="*/ 2345359 w 3021585"/>
              <a:gd name="connsiteY70" fmla="*/ 5438284 h 5715000"/>
              <a:gd name="connsiteX71" fmla="*/ 2345737 w 3021585"/>
              <a:gd name="connsiteY71" fmla="*/ 5425120 h 5715000"/>
              <a:gd name="connsiteX72" fmla="*/ 2345760 w 3021585"/>
              <a:gd name="connsiteY72" fmla="*/ 5425120 h 5715000"/>
              <a:gd name="connsiteX73" fmla="*/ 2285935 w 3021585"/>
              <a:gd name="connsiteY73" fmla="*/ 5362667 h 5715000"/>
              <a:gd name="connsiteX74" fmla="*/ 2026900 w 3021585"/>
              <a:gd name="connsiteY74" fmla="*/ 5362667 h 5715000"/>
              <a:gd name="connsiteX75" fmla="*/ 1982889 w 3021585"/>
              <a:gd name="connsiteY75" fmla="*/ 5376966 h 5715000"/>
              <a:gd name="connsiteX76" fmla="*/ 1982889 w 3021585"/>
              <a:gd name="connsiteY76" fmla="*/ 5365674 h 5715000"/>
              <a:gd name="connsiteX77" fmla="*/ 1944134 w 3021585"/>
              <a:gd name="connsiteY77" fmla="*/ 5365674 h 5715000"/>
              <a:gd name="connsiteX78" fmla="*/ 1944134 w 3021585"/>
              <a:gd name="connsiteY78" fmla="*/ 5493944 h 5715000"/>
              <a:gd name="connsiteX79" fmla="*/ 1984003 w 3021585"/>
              <a:gd name="connsiteY79" fmla="*/ 5493944 h 5715000"/>
              <a:gd name="connsiteX80" fmla="*/ 1984003 w 3021585"/>
              <a:gd name="connsiteY80" fmla="*/ 5403672 h 5715000"/>
              <a:gd name="connsiteX81" fmla="*/ 2008458 w 3021585"/>
              <a:gd name="connsiteY81" fmla="*/ 5392758 h 5715000"/>
              <a:gd name="connsiteX82" fmla="*/ 2027257 w 3021585"/>
              <a:gd name="connsiteY82" fmla="*/ 5411578 h 5715000"/>
              <a:gd name="connsiteX83" fmla="*/ 2027257 w 3021585"/>
              <a:gd name="connsiteY83" fmla="*/ 5493966 h 5715000"/>
              <a:gd name="connsiteX84" fmla="*/ 2067148 w 3021585"/>
              <a:gd name="connsiteY84" fmla="*/ 5493966 h 5715000"/>
              <a:gd name="connsiteX85" fmla="*/ 2067170 w 3021585"/>
              <a:gd name="connsiteY85" fmla="*/ 5493944 h 5715000"/>
              <a:gd name="connsiteX86" fmla="*/ 2067170 w 3021585"/>
              <a:gd name="connsiteY86" fmla="*/ 5402536 h 5715000"/>
              <a:gd name="connsiteX87" fmla="*/ 2026900 w 3021585"/>
              <a:gd name="connsiteY87" fmla="*/ 5362667 h 5715000"/>
              <a:gd name="connsiteX88" fmla="*/ 2150203 w 3021585"/>
              <a:gd name="connsiteY88" fmla="*/ 5362267 h 5715000"/>
              <a:gd name="connsiteX89" fmla="*/ 2090400 w 3021585"/>
              <a:gd name="connsiteY89" fmla="*/ 5404029 h 5715000"/>
              <a:gd name="connsiteX90" fmla="*/ 2107706 w 3021585"/>
              <a:gd name="connsiteY90" fmla="*/ 5435256 h 5715000"/>
              <a:gd name="connsiteX91" fmla="*/ 2083250 w 3021585"/>
              <a:gd name="connsiteY91" fmla="*/ 5466861 h 5715000"/>
              <a:gd name="connsiteX92" fmla="*/ 2089643 w 3021585"/>
              <a:gd name="connsiteY92" fmla="*/ 5486795 h 5715000"/>
              <a:gd name="connsiteX93" fmla="*/ 2101314 w 3021585"/>
              <a:gd name="connsiteY93" fmla="*/ 5495081 h 5715000"/>
              <a:gd name="connsiteX94" fmla="*/ 2080622 w 3021585"/>
              <a:gd name="connsiteY94" fmla="*/ 5524437 h 5715000"/>
              <a:gd name="connsiteX95" fmla="*/ 2144189 w 3021585"/>
              <a:gd name="connsiteY95" fmla="*/ 5564684 h 5715000"/>
              <a:gd name="connsiteX96" fmla="*/ 2218291 w 3021585"/>
              <a:gd name="connsiteY96" fmla="*/ 5509759 h 5715000"/>
              <a:gd name="connsiteX97" fmla="*/ 2218291 w 3021585"/>
              <a:gd name="connsiteY97" fmla="*/ 5509736 h 5715000"/>
              <a:gd name="connsiteX98" fmla="*/ 2171251 w 3021585"/>
              <a:gd name="connsiteY98" fmla="*/ 5467240 h 5715000"/>
              <a:gd name="connsiteX99" fmla="*/ 2139645 w 3021585"/>
              <a:gd name="connsiteY99" fmla="*/ 5467240 h 5715000"/>
              <a:gd name="connsiteX100" fmla="*/ 2120090 w 3021585"/>
              <a:gd name="connsiteY100" fmla="*/ 5455947 h 5715000"/>
              <a:gd name="connsiteX101" fmla="*/ 2129868 w 3021585"/>
              <a:gd name="connsiteY101" fmla="*/ 5445033 h 5715000"/>
              <a:gd name="connsiteX102" fmla="*/ 2145681 w 3021585"/>
              <a:gd name="connsiteY102" fmla="*/ 5446904 h 5715000"/>
              <a:gd name="connsiteX103" fmla="*/ 2206642 w 3021585"/>
              <a:gd name="connsiteY103" fmla="*/ 5402893 h 5715000"/>
              <a:gd name="connsiteX104" fmla="*/ 2150203 w 3021585"/>
              <a:gd name="connsiteY104" fmla="*/ 5362267 h 5715000"/>
              <a:gd name="connsiteX105" fmla="*/ 1742318 w 3021585"/>
              <a:gd name="connsiteY105" fmla="*/ 5360396 h 5715000"/>
              <a:gd name="connsiteX106" fmla="*/ 1688907 w 3021585"/>
              <a:gd name="connsiteY106" fmla="*/ 5403271 h 5715000"/>
              <a:gd name="connsiteX107" fmla="*/ 1718620 w 3021585"/>
              <a:gd name="connsiteY107" fmla="*/ 5440156 h 5715000"/>
              <a:gd name="connsiteX108" fmla="*/ 1745704 w 3021585"/>
              <a:gd name="connsiteY108" fmla="*/ 5446548 h 5715000"/>
              <a:gd name="connsiteX109" fmla="*/ 1755125 w 3021585"/>
              <a:gd name="connsiteY109" fmla="*/ 5456326 h 5715000"/>
              <a:gd name="connsiteX110" fmla="*/ 1732919 w 3021585"/>
              <a:gd name="connsiteY110" fmla="*/ 5468754 h 5715000"/>
              <a:gd name="connsiteX111" fmla="*/ 1696436 w 3021585"/>
              <a:gd name="connsiteY111" fmla="*/ 5460112 h 5715000"/>
              <a:gd name="connsiteX112" fmla="*/ 1685522 w 3021585"/>
              <a:gd name="connsiteY112" fmla="*/ 5486060 h 5715000"/>
              <a:gd name="connsiteX113" fmla="*/ 1738576 w 3021585"/>
              <a:gd name="connsiteY113" fmla="*/ 5496217 h 5715000"/>
              <a:gd name="connsiteX114" fmla="*/ 1795016 w 3021585"/>
              <a:gd name="connsiteY114" fmla="*/ 5452962 h 5715000"/>
              <a:gd name="connsiteX115" fmla="*/ 1794971 w 3021585"/>
              <a:gd name="connsiteY115" fmla="*/ 5452962 h 5715000"/>
              <a:gd name="connsiteX116" fmla="*/ 1761495 w 3021585"/>
              <a:gd name="connsiteY116" fmla="*/ 5412693 h 5715000"/>
              <a:gd name="connsiteX117" fmla="*/ 1737039 w 3021585"/>
              <a:gd name="connsiteY117" fmla="*/ 5407058 h 5715000"/>
              <a:gd name="connsiteX118" fmla="*/ 1729132 w 3021585"/>
              <a:gd name="connsiteY118" fmla="*/ 5397659 h 5715000"/>
              <a:gd name="connsiteX119" fmla="*/ 1747574 w 3021585"/>
              <a:gd name="connsiteY119" fmla="*/ 5386745 h 5715000"/>
              <a:gd name="connsiteX120" fmla="*/ 1776930 w 3021585"/>
              <a:gd name="connsiteY120" fmla="*/ 5392380 h 5715000"/>
              <a:gd name="connsiteX121" fmla="*/ 1787087 w 3021585"/>
              <a:gd name="connsiteY121" fmla="*/ 5366410 h 5715000"/>
              <a:gd name="connsiteX122" fmla="*/ 1742318 w 3021585"/>
              <a:gd name="connsiteY122" fmla="*/ 5360396 h 5715000"/>
              <a:gd name="connsiteX123" fmla="*/ 2558534 w 3021585"/>
              <a:gd name="connsiteY123" fmla="*/ 5326184 h 5715000"/>
              <a:gd name="connsiteX124" fmla="*/ 2518665 w 3021585"/>
              <a:gd name="connsiteY124" fmla="*/ 5337476 h 5715000"/>
              <a:gd name="connsiteX125" fmla="*/ 2518665 w 3021585"/>
              <a:gd name="connsiteY125" fmla="*/ 5365674 h 5715000"/>
              <a:gd name="connsiteX126" fmla="*/ 2498352 w 3021585"/>
              <a:gd name="connsiteY126" fmla="*/ 5365674 h 5715000"/>
              <a:gd name="connsiteX127" fmla="*/ 2498352 w 3021585"/>
              <a:gd name="connsiteY127" fmla="*/ 5391266 h 5715000"/>
              <a:gd name="connsiteX128" fmla="*/ 2518665 w 3021585"/>
              <a:gd name="connsiteY128" fmla="*/ 5391266 h 5715000"/>
              <a:gd name="connsiteX129" fmla="*/ 2518665 w 3021585"/>
              <a:gd name="connsiteY129" fmla="*/ 5458597 h 5715000"/>
              <a:gd name="connsiteX130" fmla="*/ 2564169 w 3021585"/>
              <a:gd name="connsiteY130" fmla="*/ 5496595 h 5715000"/>
              <a:gd name="connsiteX131" fmla="*/ 2593524 w 3021585"/>
              <a:gd name="connsiteY131" fmla="*/ 5493588 h 5715000"/>
              <a:gd name="connsiteX132" fmla="*/ 2590874 w 3021585"/>
              <a:gd name="connsiteY132" fmla="*/ 5467617 h 5715000"/>
              <a:gd name="connsiteX133" fmla="*/ 2578468 w 3021585"/>
              <a:gd name="connsiteY133" fmla="*/ 5468753 h 5715000"/>
              <a:gd name="connsiteX134" fmla="*/ 2558534 w 3021585"/>
              <a:gd name="connsiteY134" fmla="*/ 5449198 h 5715000"/>
              <a:gd name="connsiteX135" fmla="*/ 2558534 w 3021585"/>
              <a:gd name="connsiteY135" fmla="*/ 5391266 h 5715000"/>
              <a:gd name="connsiteX136" fmla="*/ 2593524 w 3021585"/>
              <a:gd name="connsiteY136" fmla="*/ 5391266 h 5715000"/>
              <a:gd name="connsiteX137" fmla="*/ 2593524 w 3021585"/>
              <a:gd name="connsiteY137" fmla="*/ 5365674 h 5715000"/>
              <a:gd name="connsiteX138" fmla="*/ 2558534 w 3021585"/>
              <a:gd name="connsiteY138" fmla="*/ 5365674 h 5715000"/>
              <a:gd name="connsiteX139" fmla="*/ 2282771 w 3021585"/>
              <a:gd name="connsiteY139" fmla="*/ 5256470 h 5715000"/>
              <a:gd name="connsiteX140" fmla="*/ 2192521 w 3021585"/>
              <a:gd name="connsiteY140" fmla="*/ 5289879 h 5715000"/>
              <a:gd name="connsiteX141" fmla="*/ 2177153 w 3021585"/>
              <a:gd name="connsiteY141" fmla="*/ 5332332 h 5715000"/>
              <a:gd name="connsiteX142" fmla="*/ 2181207 w 3021585"/>
              <a:gd name="connsiteY142" fmla="*/ 5360774 h 5715000"/>
              <a:gd name="connsiteX143" fmla="*/ 2203791 w 3021585"/>
              <a:gd name="connsiteY143" fmla="*/ 5356721 h 5715000"/>
              <a:gd name="connsiteX144" fmla="*/ 2251611 w 3021585"/>
              <a:gd name="connsiteY144" fmla="*/ 5341375 h 5715000"/>
              <a:gd name="connsiteX145" fmla="*/ 2282749 w 3021585"/>
              <a:gd name="connsiteY145" fmla="*/ 5256515 h 5715000"/>
              <a:gd name="connsiteX146" fmla="*/ 0 w 3021585"/>
              <a:gd name="connsiteY146" fmla="*/ 0 h 5715000"/>
              <a:gd name="connsiteX147" fmla="*/ 3021585 w 3021585"/>
              <a:gd name="connsiteY147" fmla="*/ 0 h 5715000"/>
              <a:gd name="connsiteX148" fmla="*/ 3021585 w 3021585"/>
              <a:gd name="connsiteY148" fmla="*/ 5715000 h 5715000"/>
              <a:gd name="connsiteX149" fmla="*/ 0 w 3021585"/>
              <a:gd name="connsiteY149"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021585" h="5715000">
                <a:moveTo>
                  <a:pt x="2126504" y="5500760"/>
                </a:moveTo>
                <a:lnTo>
                  <a:pt x="2161495" y="5500760"/>
                </a:lnTo>
                <a:cubicBezTo>
                  <a:pt x="2170048" y="5500760"/>
                  <a:pt x="2178423" y="5504569"/>
                  <a:pt x="2178423" y="5515037"/>
                </a:cubicBezTo>
                <a:cubicBezTo>
                  <a:pt x="2178423" y="5529470"/>
                  <a:pt x="2163990" y="5538001"/>
                  <a:pt x="2146060" y="5538001"/>
                </a:cubicBezTo>
                <a:cubicBezTo>
                  <a:pt x="2128130" y="5538001"/>
                  <a:pt x="2112962" y="5530450"/>
                  <a:pt x="2112962" y="5519180"/>
                </a:cubicBezTo>
                <a:cubicBezTo>
                  <a:pt x="2112962" y="5510471"/>
                  <a:pt x="2121181" y="5503789"/>
                  <a:pt x="2126504" y="5500760"/>
                </a:cubicBezTo>
                <a:close/>
                <a:moveTo>
                  <a:pt x="2677159" y="5436035"/>
                </a:moveTo>
                <a:lnTo>
                  <a:pt x="2677159" y="5459733"/>
                </a:lnTo>
                <a:cubicBezTo>
                  <a:pt x="2672259" y="5465368"/>
                  <a:pt x="2665866" y="5469511"/>
                  <a:pt x="2657603" y="5469511"/>
                </a:cubicBezTo>
                <a:cubicBezTo>
                  <a:pt x="2650632" y="5469511"/>
                  <a:pt x="2641433" y="5466103"/>
                  <a:pt x="2641433" y="5455212"/>
                </a:cubicBezTo>
                <a:cubicBezTo>
                  <a:pt x="2641433" y="5437572"/>
                  <a:pt x="2658694" y="5435745"/>
                  <a:pt x="2677159" y="5436035"/>
                </a:cubicBezTo>
                <a:close/>
                <a:moveTo>
                  <a:pt x="2284420" y="5389751"/>
                </a:moveTo>
                <a:cubicBezTo>
                  <a:pt x="2298296" y="5389751"/>
                  <a:pt x="2305401" y="5398571"/>
                  <a:pt x="2304711" y="5412692"/>
                </a:cubicBezTo>
                <a:lnTo>
                  <a:pt x="2260699" y="5412692"/>
                </a:lnTo>
                <a:cubicBezTo>
                  <a:pt x="2262971" y="5399618"/>
                  <a:pt x="2270544" y="5389751"/>
                  <a:pt x="2284420" y="5389751"/>
                </a:cubicBezTo>
                <a:close/>
                <a:moveTo>
                  <a:pt x="2148710" y="5385253"/>
                </a:moveTo>
                <a:cubicBezTo>
                  <a:pt x="2161963" y="5385253"/>
                  <a:pt x="2167887" y="5394051"/>
                  <a:pt x="2167887" y="5404808"/>
                </a:cubicBezTo>
                <a:cubicBezTo>
                  <a:pt x="2167887" y="5415522"/>
                  <a:pt x="2161250" y="5424364"/>
                  <a:pt x="2147953" y="5424364"/>
                </a:cubicBezTo>
                <a:cubicBezTo>
                  <a:pt x="2135859" y="5424364"/>
                  <a:pt x="2129155" y="5415566"/>
                  <a:pt x="2129155" y="5404808"/>
                </a:cubicBezTo>
                <a:cubicBezTo>
                  <a:pt x="2129155" y="5395476"/>
                  <a:pt x="2136594" y="5385253"/>
                  <a:pt x="2148710" y="5385253"/>
                </a:cubicBezTo>
                <a:close/>
                <a:moveTo>
                  <a:pt x="1795573" y="5365674"/>
                </a:moveTo>
                <a:lnTo>
                  <a:pt x="1845242" y="5493966"/>
                </a:lnTo>
                <a:lnTo>
                  <a:pt x="1841478" y="5502987"/>
                </a:lnTo>
                <a:cubicBezTo>
                  <a:pt x="1833682" y="5521718"/>
                  <a:pt x="1825174" y="5535350"/>
                  <a:pt x="1809115" y="5535350"/>
                </a:cubicBezTo>
                <a:cubicBezTo>
                  <a:pt x="1804215" y="5535350"/>
                  <a:pt x="1798892" y="5534704"/>
                  <a:pt x="1791809" y="5533100"/>
                </a:cubicBezTo>
                <a:lnTo>
                  <a:pt x="1786174" y="5558669"/>
                </a:lnTo>
                <a:cubicBezTo>
                  <a:pt x="1794950" y="5560674"/>
                  <a:pt x="1802055" y="5562433"/>
                  <a:pt x="1815507" y="5562433"/>
                </a:cubicBezTo>
                <a:cubicBezTo>
                  <a:pt x="1842391" y="5562433"/>
                  <a:pt x="1862125" y="5544927"/>
                  <a:pt x="1871947" y="5521050"/>
                </a:cubicBezTo>
                <a:lnTo>
                  <a:pt x="1935893" y="5365674"/>
                </a:lnTo>
                <a:lnTo>
                  <a:pt x="1935871" y="5365674"/>
                </a:lnTo>
                <a:lnTo>
                  <a:pt x="1898630" y="5365674"/>
                </a:lnTo>
                <a:lnTo>
                  <a:pt x="1874553" y="5428127"/>
                </a:lnTo>
                <a:cubicBezTo>
                  <a:pt x="1871702" y="5435522"/>
                  <a:pt x="1868873" y="5444743"/>
                  <a:pt x="1867403" y="5450334"/>
                </a:cubicBezTo>
                <a:cubicBezTo>
                  <a:pt x="1866156" y="5444788"/>
                  <a:pt x="1864575" y="5436948"/>
                  <a:pt x="1861768" y="5429263"/>
                </a:cubicBezTo>
                <a:lnTo>
                  <a:pt x="1838449" y="5365674"/>
                </a:lnTo>
                <a:close/>
                <a:moveTo>
                  <a:pt x="2665510" y="5362690"/>
                </a:moveTo>
                <a:cubicBezTo>
                  <a:pt x="2645553" y="5362690"/>
                  <a:pt x="2624505" y="5369283"/>
                  <a:pt x="2607578" y="5378482"/>
                </a:cubicBezTo>
                <a:lnTo>
                  <a:pt x="2617356" y="5402180"/>
                </a:lnTo>
                <a:cubicBezTo>
                  <a:pt x="2626889" y="5396456"/>
                  <a:pt x="2641433" y="5390130"/>
                  <a:pt x="2654240" y="5390130"/>
                </a:cubicBezTo>
                <a:cubicBezTo>
                  <a:pt x="2673172" y="5390130"/>
                  <a:pt x="2677159" y="5397614"/>
                  <a:pt x="2677159" y="5408194"/>
                </a:cubicBezTo>
                <a:lnTo>
                  <a:pt x="2677159" y="5411579"/>
                </a:lnTo>
                <a:cubicBezTo>
                  <a:pt x="2643994" y="5411735"/>
                  <a:pt x="2601542" y="5418350"/>
                  <a:pt x="2601542" y="5460869"/>
                </a:cubicBezTo>
                <a:cubicBezTo>
                  <a:pt x="2601542" y="5485035"/>
                  <a:pt x="2617935" y="5496595"/>
                  <a:pt x="2641789" y="5496595"/>
                </a:cubicBezTo>
                <a:cubicBezTo>
                  <a:pt x="2655866" y="5496595"/>
                  <a:pt x="2668517" y="5492452"/>
                  <a:pt x="2678295" y="5483810"/>
                </a:cubicBezTo>
                <a:lnTo>
                  <a:pt x="2678295" y="5493967"/>
                </a:lnTo>
                <a:lnTo>
                  <a:pt x="2715914" y="5493967"/>
                </a:lnTo>
                <a:lnTo>
                  <a:pt x="2715936" y="5493989"/>
                </a:lnTo>
                <a:lnTo>
                  <a:pt x="2715936" y="5402937"/>
                </a:lnTo>
                <a:cubicBezTo>
                  <a:pt x="2715936" y="5377323"/>
                  <a:pt x="2696135" y="5362690"/>
                  <a:pt x="2665510" y="5362690"/>
                </a:cubicBezTo>
                <a:close/>
                <a:moveTo>
                  <a:pt x="2445965" y="5362667"/>
                </a:moveTo>
                <a:cubicBezTo>
                  <a:pt x="2429840" y="5362667"/>
                  <a:pt x="2414961" y="5368235"/>
                  <a:pt x="2401954" y="5376966"/>
                </a:cubicBezTo>
                <a:lnTo>
                  <a:pt x="2401954" y="5365674"/>
                </a:lnTo>
                <a:lnTo>
                  <a:pt x="2363199" y="5365674"/>
                </a:lnTo>
                <a:lnTo>
                  <a:pt x="2363199" y="5493944"/>
                </a:lnTo>
                <a:lnTo>
                  <a:pt x="2403090" y="5493944"/>
                </a:lnTo>
                <a:lnTo>
                  <a:pt x="2403090" y="5403672"/>
                </a:lnTo>
                <a:cubicBezTo>
                  <a:pt x="2410529" y="5397725"/>
                  <a:pt x="2417211" y="5392758"/>
                  <a:pt x="2427523" y="5392758"/>
                </a:cubicBezTo>
                <a:cubicBezTo>
                  <a:pt x="2441221" y="5392758"/>
                  <a:pt x="2446322" y="5399462"/>
                  <a:pt x="2446322" y="5411578"/>
                </a:cubicBezTo>
                <a:lnTo>
                  <a:pt x="2446322" y="5493966"/>
                </a:lnTo>
                <a:lnTo>
                  <a:pt x="2486213" y="5493966"/>
                </a:lnTo>
                <a:lnTo>
                  <a:pt x="2486213" y="5493944"/>
                </a:lnTo>
                <a:lnTo>
                  <a:pt x="2486213" y="5402536"/>
                </a:lnTo>
                <a:cubicBezTo>
                  <a:pt x="2486213" y="5378481"/>
                  <a:pt x="2471401" y="5362667"/>
                  <a:pt x="2445965" y="5362667"/>
                </a:cubicBezTo>
                <a:close/>
                <a:moveTo>
                  <a:pt x="2285935" y="5362667"/>
                </a:moveTo>
                <a:cubicBezTo>
                  <a:pt x="2250788" y="5362667"/>
                  <a:pt x="2218247" y="5389060"/>
                  <a:pt x="2218247" y="5429998"/>
                </a:cubicBezTo>
                <a:cubicBezTo>
                  <a:pt x="2218247" y="5470936"/>
                  <a:pt x="2243081" y="5496594"/>
                  <a:pt x="2282928" y="5496594"/>
                </a:cubicBezTo>
                <a:cubicBezTo>
                  <a:pt x="2303998" y="5496594"/>
                  <a:pt x="2322908" y="5491449"/>
                  <a:pt x="2340481" y="5481916"/>
                </a:cubicBezTo>
                <a:lnTo>
                  <a:pt x="2329946" y="5458218"/>
                </a:lnTo>
                <a:cubicBezTo>
                  <a:pt x="2323732" y="5462517"/>
                  <a:pt x="2309254" y="5467996"/>
                  <a:pt x="2297205" y="5467996"/>
                </a:cubicBezTo>
                <a:cubicBezTo>
                  <a:pt x="2270009" y="5467996"/>
                  <a:pt x="2260699" y="5456948"/>
                  <a:pt x="2260343" y="5438284"/>
                </a:cubicBezTo>
                <a:lnTo>
                  <a:pt x="2345359" y="5438284"/>
                </a:lnTo>
                <a:cubicBezTo>
                  <a:pt x="2345604" y="5433740"/>
                  <a:pt x="2345737" y="5429375"/>
                  <a:pt x="2345737" y="5425120"/>
                </a:cubicBezTo>
                <a:lnTo>
                  <a:pt x="2345760" y="5425120"/>
                </a:lnTo>
                <a:cubicBezTo>
                  <a:pt x="2345760" y="5388259"/>
                  <a:pt x="2329723" y="5362667"/>
                  <a:pt x="2285935" y="5362667"/>
                </a:cubicBezTo>
                <a:close/>
                <a:moveTo>
                  <a:pt x="2026900" y="5362667"/>
                </a:moveTo>
                <a:cubicBezTo>
                  <a:pt x="2010775" y="5362667"/>
                  <a:pt x="1995874" y="5368235"/>
                  <a:pt x="1982889" y="5376966"/>
                </a:cubicBezTo>
                <a:lnTo>
                  <a:pt x="1982889" y="5365674"/>
                </a:lnTo>
                <a:lnTo>
                  <a:pt x="1944134" y="5365674"/>
                </a:lnTo>
                <a:lnTo>
                  <a:pt x="1944134" y="5493944"/>
                </a:lnTo>
                <a:lnTo>
                  <a:pt x="1984003" y="5493944"/>
                </a:lnTo>
                <a:lnTo>
                  <a:pt x="1984003" y="5403672"/>
                </a:lnTo>
                <a:cubicBezTo>
                  <a:pt x="1991464" y="5397725"/>
                  <a:pt x="1998146" y="5392758"/>
                  <a:pt x="2008458" y="5392758"/>
                </a:cubicBezTo>
                <a:cubicBezTo>
                  <a:pt x="2022156" y="5392758"/>
                  <a:pt x="2027257" y="5399462"/>
                  <a:pt x="2027257" y="5411578"/>
                </a:cubicBezTo>
                <a:lnTo>
                  <a:pt x="2027257" y="5493966"/>
                </a:lnTo>
                <a:lnTo>
                  <a:pt x="2067148" y="5493966"/>
                </a:lnTo>
                <a:lnTo>
                  <a:pt x="2067170" y="5493944"/>
                </a:lnTo>
                <a:lnTo>
                  <a:pt x="2067170" y="5402536"/>
                </a:lnTo>
                <a:cubicBezTo>
                  <a:pt x="2067170" y="5378481"/>
                  <a:pt x="2052336" y="5362667"/>
                  <a:pt x="2026900" y="5362667"/>
                </a:cubicBezTo>
                <a:close/>
                <a:moveTo>
                  <a:pt x="2150203" y="5362267"/>
                </a:moveTo>
                <a:cubicBezTo>
                  <a:pt x="2116326" y="5362267"/>
                  <a:pt x="2090400" y="5376678"/>
                  <a:pt x="2090400" y="5404029"/>
                </a:cubicBezTo>
                <a:cubicBezTo>
                  <a:pt x="2090400" y="5425055"/>
                  <a:pt x="2100267" y="5431335"/>
                  <a:pt x="2107706" y="5435256"/>
                </a:cubicBezTo>
                <a:cubicBezTo>
                  <a:pt x="2094320" y="5442717"/>
                  <a:pt x="2083250" y="5454321"/>
                  <a:pt x="2083250" y="5466861"/>
                </a:cubicBezTo>
                <a:cubicBezTo>
                  <a:pt x="2083250" y="5476817"/>
                  <a:pt x="2086079" y="5482742"/>
                  <a:pt x="2089643" y="5486795"/>
                </a:cubicBezTo>
                <a:cubicBezTo>
                  <a:pt x="2093028" y="5490648"/>
                  <a:pt x="2096993" y="5492608"/>
                  <a:pt x="2101314" y="5495081"/>
                </a:cubicBezTo>
                <a:cubicBezTo>
                  <a:pt x="2093496" y="5500159"/>
                  <a:pt x="2080622" y="5509892"/>
                  <a:pt x="2080622" y="5524437"/>
                </a:cubicBezTo>
                <a:cubicBezTo>
                  <a:pt x="2080622" y="5555530"/>
                  <a:pt x="2111804" y="5564840"/>
                  <a:pt x="2144189" y="5564684"/>
                </a:cubicBezTo>
                <a:cubicBezTo>
                  <a:pt x="2180984" y="5564506"/>
                  <a:pt x="2218291" y="5547177"/>
                  <a:pt x="2218291" y="5509759"/>
                </a:cubicBezTo>
                <a:lnTo>
                  <a:pt x="2218291" y="5509736"/>
                </a:lnTo>
                <a:cubicBezTo>
                  <a:pt x="2218291" y="5481450"/>
                  <a:pt x="2200562" y="5467240"/>
                  <a:pt x="2171251" y="5467240"/>
                </a:cubicBezTo>
                <a:lnTo>
                  <a:pt x="2139645" y="5467240"/>
                </a:lnTo>
                <a:cubicBezTo>
                  <a:pt x="2133543" y="5467240"/>
                  <a:pt x="2120090" y="5465792"/>
                  <a:pt x="2120090" y="5455947"/>
                </a:cubicBezTo>
                <a:cubicBezTo>
                  <a:pt x="2120090" y="5451092"/>
                  <a:pt x="2126616" y="5446771"/>
                  <a:pt x="2129868" y="5445033"/>
                </a:cubicBezTo>
                <a:cubicBezTo>
                  <a:pt x="2134857" y="5446013"/>
                  <a:pt x="2139979" y="5446904"/>
                  <a:pt x="2145681" y="5446904"/>
                </a:cubicBezTo>
                <a:cubicBezTo>
                  <a:pt x="2176351" y="5446904"/>
                  <a:pt x="2206642" y="5436636"/>
                  <a:pt x="2206642" y="5402893"/>
                </a:cubicBezTo>
                <a:cubicBezTo>
                  <a:pt x="2206642" y="5369149"/>
                  <a:pt x="2179002" y="5362267"/>
                  <a:pt x="2150203" y="5362267"/>
                </a:cubicBezTo>
                <a:close/>
                <a:moveTo>
                  <a:pt x="1742318" y="5360396"/>
                </a:moveTo>
                <a:cubicBezTo>
                  <a:pt x="1711470" y="5360396"/>
                  <a:pt x="1688907" y="5376833"/>
                  <a:pt x="1688907" y="5403271"/>
                </a:cubicBezTo>
                <a:cubicBezTo>
                  <a:pt x="1688907" y="5427148"/>
                  <a:pt x="1702360" y="5435679"/>
                  <a:pt x="1718620" y="5440156"/>
                </a:cubicBezTo>
                <a:cubicBezTo>
                  <a:pt x="1726348" y="5442271"/>
                  <a:pt x="1738064" y="5444298"/>
                  <a:pt x="1745704" y="5446548"/>
                </a:cubicBezTo>
                <a:cubicBezTo>
                  <a:pt x="1751806" y="5448352"/>
                  <a:pt x="1755125" y="5451069"/>
                  <a:pt x="1755125" y="5456326"/>
                </a:cubicBezTo>
                <a:cubicBezTo>
                  <a:pt x="1755125" y="5467618"/>
                  <a:pt x="1742162" y="5468754"/>
                  <a:pt x="1732919" y="5468754"/>
                </a:cubicBezTo>
                <a:cubicBezTo>
                  <a:pt x="1721070" y="5468754"/>
                  <a:pt x="1706525" y="5464210"/>
                  <a:pt x="1696436" y="5460112"/>
                </a:cubicBezTo>
                <a:lnTo>
                  <a:pt x="1685522" y="5486060"/>
                </a:lnTo>
                <a:cubicBezTo>
                  <a:pt x="1702539" y="5492876"/>
                  <a:pt x="1718642" y="5496217"/>
                  <a:pt x="1738576" y="5496217"/>
                </a:cubicBezTo>
                <a:cubicBezTo>
                  <a:pt x="1769224" y="5496217"/>
                  <a:pt x="1795016" y="5480893"/>
                  <a:pt x="1795016" y="5452962"/>
                </a:cubicBezTo>
                <a:lnTo>
                  <a:pt x="1794971" y="5452962"/>
                </a:lnTo>
                <a:cubicBezTo>
                  <a:pt x="1794971" y="5426190"/>
                  <a:pt x="1778489" y="5416435"/>
                  <a:pt x="1761495" y="5412693"/>
                </a:cubicBezTo>
                <a:cubicBezTo>
                  <a:pt x="1753187" y="5410867"/>
                  <a:pt x="1743298" y="5409085"/>
                  <a:pt x="1737039" y="5407058"/>
                </a:cubicBezTo>
                <a:cubicBezTo>
                  <a:pt x="1731204" y="5405187"/>
                  <a:pt x="1729132" y="5400977"/>
                  <a:pt x="1729132" y="5397659"/>
                </a:cubicBezTo>
                <a:cubicBezTo>
                  <a:pt x="1729132" y="5390932"/>
                  <a:pt x="1736616" y="5386745"/>
                  <a:pt x="1747574" y="5386745"/>
                </a:cubicBezTo>
                <a:cubicBezTo>
                  <a:pt x="1757686" y="5386745"/>
                  <a:pt x="1771874" y="5390086"/>
                  <a:pt x="1776930" y="5392380"/>
                </a:cubicBezTo>
                <a:lnTo>
                  <a:pt x="1787087" y="5366410"/>
                </a:lnTo>
                <a:cubicBezTo>
                  <a:pt x="1775638" y="5363091"/>
                  <a:pt x="1762698" y="5360396"/>
                  <a:pt x="1742318" y="5360396"/>
                </a:cubicBezTo>
                <a:close/>
                <a:moveTo>
                  <a:pt x="2558534" y="5326184"/>
                </a:moveTo>
                <a:lnTo>
                  <a:pt x="2518665" y="5337476"/>
                </a:lnTo>
                <a:lnTo>
                  <a:pt x="2518665" y="5365674"/>
                </a:lnTo>
                <a:lnTo>
                  <a:pt x="2498352" y="5365674"/>
                </a:lnTo>
                <a:lnTo>
                  <a:pt x="2498352" y="5391266"/>
                </a:lnTo>
                <a:lnTo>
                  <a:pt x="2518665" y="5391266"/>
                </a:lnTo>
                <a:lnTo>
                  <a:pt x="2518665" y="5458597"/>
                </a:lnTo>
                <a:cubicBezTo>
                  <a:pt x="2518665" y="5488175"/>
                  <a:pt x="2540069" y="5496595"/>
                  <a:pt x="2564169" y="5496595"/>
                </a:cubicBezTo>
                <a:cubicBezTo>
                  <a:pt x="2572120" y="5496595"/>
                  <a:pt x="2584370" y="5495214"/>
                  <a:pt x="2593524" y="5493588"/>
                </a:cubicBezTo>
                <a:lnTo>
                  <a:pt x="2590874" y="5467617"/>
                </a:lnTo>
                <a:cubicBezTo>
                  <a:pt x="2586620" y="5468196"/>
                  <a:pt x="2582388" y="5468753"/>
                  <a:pt x="2578468" y="5468753"/>
                </a:cubicBezTo>
                <a:cubicBezTo>
                  <a:pt x="2567220" y="5468753"/>
                  <a:pt x="2558534" y="5465702"/>
                  <a:pt x="2558534" y="5449198"/>
                </a:cubicBezTo>
                <a:lnTo>
                  <a:pt x="2558534" y="5391266"/>
                </a:lnTo>
                <a:lnTo>
                  <a:pt x="2593524" y="5391266"/>
                </a:lnTo>
                <a:lnTo>
                  <a:pt x="2593524" y="5365674"/>
                </a:lnTo>
                <a:lnTo>
                  <a:pt x="2558534" y="5365674"/>
                </a:lnTo>
                <a:close/>
                <a:moveTo>
                  <a:pt x="2282771" y="5256470"/>
                </a:moveTo>
                <a:cubicBezTo>
                  <a:pt x="2255509" y="5260368"/>
                  <a:pt x="2214928" y="5267473"/>
                  <a:pt x="2192521" y="5289879"/>
                </a:cubicBezTo>
                <a:cubicBezTo>
                  <a:pt x="2180806" y="5301573"/>
                  <a:pt x="2177153" y="5316050"/>
                  <a:pt x="2177153" y="5332332"/>
                </a:cubicBezTo>
                <a:cubicBezTo>
                  <a:pt x="2177153" y="5341798"/>
                  <a:pt x="2178378" y="5351732"/>
                  <a:pt x="2181207" y="5360774"/>
                </a:cubicBezTo>
                <a:cubicBezTo>
                  <a:pt x="2186107" y="5357233"/>
                  <a:pt x="2197778" y="5356721"/>
                  <a:pt x="2203791" y="5356721"/>
                </a:cubicBezTo>
                <a:cubicBezTo>
                  <a:pt x="2221075" y="5356721"/>
                  <a:pt x="2235753" y="5357233"/>
                  <a:pt x="2251611" y="5341375"/>
                </a:cubicBezTo>
                <a:cubicBezTo>
                  <a:pt x="2271345" y="5321663"/>
                  <a:pt x="2262570" y="5290704"/>
                  <a:pt x="2282749" y="5256515"/>
                </a:cubicBezTo>
                <a:close/>
                <a:moveTo>
                  <a:pt x="0" y="0"/>
                </a:moveTo>
                <a:lnTo>
                  <a:pt x="3021585" y="0"/>
                </a:lnTo>
                <a:lnTo>
                  <a:pt x="3021585" y="5715000"/>
                </a:lnTo>
                <a:lnTo>
                  <a:pt x="0" y="5715000"/>
                </a:lnTo>
                <a:close/>
              </a:path>
            </a:pathLst>
          </a:custGeom>
          <a:pattFill prst="ltVert">
            <a:fgClr>
              <a:schemeClr val="bg1">
                <a:lumMod val="85000"/>
              </a:schemeClr>
            </a:fgClr>
            <a:bgClr>
              <a:schemeClr val="bg1"/>
            </a:bgClr>
          </a:pattFill>
        </p:spPr>
        <p:txBody>
          <a:bodyPr wrap="square" anchor="ctr">
            <a:noAutofit/>
          </a:bodyPr>
          <a:lstStyle>
            <a:lvl1pPr marL="0" indent="0" algn="ctr">
              <a:buNone/>
              <a:defRPr/>
            </a:lvl1pPr>
          </a:lstStyle>
          <a:p>
            <a:endParaRPr lang="en-US"/>
          </a:p>
        </p:txBody>
      </p:sp>
      <p:sp>
        <p:nvSpPr>
          <p:cNvPr id="2" name="Title 1">
            <a:extLst>
              <a:ext uri="{FF2B5EF4-FFF2-40B4-BE49-F238E27FC236}">
                <a16:creationId xmlns:a16="http://schemas.microsoft.com/office/drawing/2014/main" id="{25C977A9-1FF5-5D6F-B582-264E145C24B1}"/>
              </a:ext>
            </a:extLst>
          </p:cNvPr>
          <p:cNvSpPr>
            <a:spLocks noGrp="1"/>
          </p:cNvSpPr>
          <p:nvPr>
            <p:ph type="title" hasCustomPrompt="1"/>
          </p:nvPr>
        </p:nvSpPr>
        <p:spPr/>
        <p:txBody>
          <a:bodyPr/>
          <a:lstStyle/>
          <a:p>
            <a:r>
              <a:rPr lang="en-US" dirty="0"/>
              <a:t>Title</a:t>
            </a:r>
          </a:p>
        </p:txBody>
      </p:sp>
      <p:sp>
        <p:nvSpPr>
          <p:cNvPr id="3" name="Footer Placeholder 2">
            <a:extLst>
              <a:ext uri="{FF2B5EF4-FFF2-40B4-BE49-F238E27FC236}">
                <a16:creationId xmlns:a16="http://schemas.microsoft.com/office/drawing/2014/main" id="{DEA7FC16-EF75-0FB4-4D3F-76914615437B}"/>
              </a:ext>
            </a:extLst>
          </p:cNvPr>
          <p:cNvSpPr>
            <a:spLocks noGrp="1"/>
          </p:cNvSpPr>
          <p:nvPr>
            <p:ph type="ftr" sz="quarter" idx="10"/>
          </p:nvPr>
        </p:nvSpPr>
        <p:spPr>
          <a:ln>
            <a:solidFill>
              <a:schemeClr val="bg1"/>
            </a:solidFill>
          </a:ln>
        </p:spPr>
        <p:txBody>
          <a:bodyPr/>
          <a:lstStyle>
            <a:lvl1pPr>
              <a:defRPr>
                <a:solidFill>
                  <a:schemeClr val="bg1"/>
                </a:solidFill>
              </a:defRPr>
            </a:lvl1pPr>
          </a:lstStyle>
          <a:p>
            <a:pPr algn="r"/>
            <a:r>
              <a:rPr lang="en-GB" dirty="0"/>
              <a:t>Classification: Public</a:t>
            </a:r>
          </a:p>
        </p:txBody>
      </p:sp>
      <p:sp>
        <p:nvSpPr>
          <p:cNvPr id="4" name="Slide Number Placeholder 3">
            <a:extLst>
              <a:ext uri="{FF2B5EF4-FFF2-40B4-BE49-F238E27FC236}">
                <a16:creationId xmlns:a16="http://schemas.microsoft.com/office/drawing/2014/main" id="{3D97DA62-1362-7414-41AA-E7D254D495CA}"/>
              </a:ext>
            </a:extLst>
          </p:cNvPr>
          <p:cNvSpPr>
            <a:spLocks noGrp="1"/>
          </p:cNvSpPr>
          <p:nvPr>
            <p:ph type="sldNum" sz="quarter" idx="11"/>
          </p:nvPr>
        </p:nvSpPr>
        <p:spPr/>
        <p:txBody>
          <a:bodyPr/>
          <a:lstStyle>
            <a:lvl1pPr>
              <a:defRPr>
                <a:solidFill>
                  <a:schemeClr val="bg1"/>
                </a:solidFill>
              </a:defRPr>
            </a:lvl1pPr>
          </a:lstStyle>
          <a:p>
            <a:fld id="{7695D00A-BA34-4D39-8C84-2534822D6434}" type="slidenum">
              <a:rPr lang="en-GB" smtClean="0"/>
              <a:pPr/>
              <a:t>‹#›</a:t>
            </a:fld>
            <a:endParaRPr lang="en-GB" dirty="0"/>
          </a:p>
        </p:txBody>
      </p:sp>
      <p:sp>
        <p:nvSpPr>
          <p:cNvPr id="23" name="Text Placeholder 20">
            <a:extLst>
              <a:ext uri="{FF2B5EF4-FFF2-40B4-BE49-F238E27FC236}">
                <a16:creationId xmlns:a16="http://schemas.microsoft.com/office/drawing/2014/main" id="{986C3113-5855-55B2-0F94-0E7DDD400F1F}"/>
              </a:ext>
            </a:extLst>
          </p:cNvPr>
          <p:cNvSpPr>
            <a:spLocks noGrp="1"/>
          </p:cNvSpPr>
          <p:nvPr>
            <p:ph type="body" sz="quarter" idx="14" hasCustomPrompt="1"/>
          </p:nvPr>
        </p:nvSpPr>
        <p:spPr>
          <a:xfrm>
            <a:off x="315658" y="5818632"/>
            <a:ext cx="2505456"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
        <p:nvSpPr>
          <p:cNvPr id="24" name="Text Placeholder 20">
            <a:extLst>
              <a:ext uri="{FF2B5EF4-FFF2-40B4-BE49-F238E27FC236}">
                <a16:creationId xmlns:a16="http://schemas.microsoft.com/office/drawing/2014/main" id="{CE33CAEA-A5E9-A765-7945-4B45D2E0CE51}"/>
              </a:ext>
            </a:extLst>
          </p:cNvPr>
          <p:cNvSpPr>
            <a:spLocks noGrp="1"/>
          </p:cNvSpPr>
          <p:nvPr>
            <p:ph type="body" sz="quarter" idx="15" hasCustomPrompt="1"/>
          </p:nvPr>
        </p:nvSpPr>
        <p:spPr>
          <a:xfrm>
            <a:off x="9366504" y="5818632"/>
            <a:ext cx="2505456"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
        <p:nvSpPr>
          <p:cNvPr id="21" name="Text Placeholder 20">
            <a:extLst>
              <a:ext uri="{FF2B5EF4-FFF2-40B4-BE49-F238E27FC236}">
                <a16:creationId xmlns:a16="http://schemas.microsoft.com/office/drawing/2014/main" id="{71C11AC4-B191-2FB1-A7C1-31FD222AF630}"/>
              </a:ext>
            </a:extLst>
          </p:cNvPr>
          <p:cNvSpPr>
            <a:spLocks noGrp="1"/>
          </p:cNvSpPr>
          <p:nvPr>
            <p:ph type="body" sz="quarter" idx="18" hasCustomPrompt="1"/>
          </p:nvPr>
        </p:nvSpPr>
        <p:spPr>
          <a:xfrm>
            <a:off x="3372231" y="5818632"/>
            <a:ext cx="2505456"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
        <p:nvSpPr>
          <p:cNvPr id="25" name="Text Placeholder 20">
            <a:extLst>
              <a:ext uri="{FF2B5EF4-FFF2-40B4-BE49-F238E27FC236}">
                <a16:creationId xmlns:a16="http://schemas.microsoft.com/office/drawing/2014/main" id="{C8FE7800-1A5C-A98F-7917-F7D251ECF634}"/>
              </a:ext>
            </a:extLst>
          </p:cNvPr>
          <p:cNvSpPr>
            <a:spLocks noGrp="1"/>
          </p:cNvSpPr>
          <p:nvPr>
            <p:ph type="body" sz="quarter" idx="19" hasCustomPrompt="1"/>
          </p:nvPr>
        </p:nvSpPr>
        <p:spPr>
          <a:xfrm>
            <a:off x="6305360" y="5818632"/>
            <a:ext cx="2505456"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Tree>
    <p:extLst>
      <p:ext uri="{BB962C8B-B14F-4D97-AF65-F5344CB8AC3E}">
        <p14:creationId xmlns:p14="http://schemas.microsoft.com/office/powerpoint/2010/main" val="3590393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6_Four photos">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C02E190-8939-BFFD-35A2-C3A2AAF3F00C}"/>
              </a:ext>
            </a:extLst>
          </p:cNvPr>
          <p:cNvSpPr>
            <a:spLocks noGrp="1"/>
          </p:cNvSpPr>
          <p:nvPr>
            <p:ph type="pic" sz="quarter" idx="12"/>
          </p:nvPr>
        </p:nvSpPr>
        <p:spPr>
          <a:xfrm>
            <a:off x="0" y="0"/>
            <a:ext cx="6080760" cy="3410712"/>
          </a:xfrm>
          <a:pattFill prst="ltVert">
            <a:fgClr>
              <a:schemeClr val="bg1">
                <a:lumMod val="85000"/>
              </a:schemeClr>
            </a:fgClr>
            <a:bgClr>
              <a:schemeClr val="bg1"/>
            </a:bgClr>
          </a:pattFill>
        </p:spPr>
        <p:txBody>
          <a:bodyPr anchor="ctr"/>
          <a:lstStyle>
            <a:lvl1pPr marL="0" indent="0" algn="ctr">
              <a:buNone/>
              <a:defRPr/>
            </a:lvl1pPr>
          </a:lstStyle>
          <a:p>
            <a:endParaRPr lang="en-US"/>
          </a:p>
        </p:txBody>
      </p:sp>
      <p:sp>
        <p:nvSpPr>
          <p:cNvPr id="5" name="Picture Placeholder 6">
            <a:extLst>
              <a:ext uri="{FF2B5EF4-FFF2-40B4-BE49-F238E27FC236}">
                <a16:creationId xmlns:a16="http://schemas.microsoft.com/office/drawing/2014/main" id="{762778EE-05ED-A8FC-0799-24598E5BBF98}"/>
              </a:ext>
            </a:extLst>
          </p:cNvPr>
          <p:cNvSpPr>
            <a:spLocks noGrp="1"/>
          </p:cNvSpPr>
          <p:nvPr>
            <p:ph type="pic" sz="quarter" idx="16"/>
          </p:nvPr>
        </p:nvSpPr>
        <p:spPr>
          <a:xfrm>
            <a:off x="0" y="3447288"/>
            <a:ext cx="6080760" cy="3410712"/>
          </a:xfrm>
          <a:pattFill prst="ltVert">
            <a:fgClr>
              <a:schemeClr val="bg1">
                <a:lumMod val="85000"/>
              </a:schemeClr>
            </a:fgClr>
            <a:bgClr>
              <a:schemeClr val="bg1"/>
            </a:bgClr>
          </a:pattFill>
        </p:spPr>
        <p:txBody>
          <a:bodyPr anchor="ctr"/>
          <a:lstStyle>
            <a:lvl1pPr marL="0" indent="0" algn="ctr">
              <a:buNone/>
              <a:defRPr/>
            </a:lvl1pPr>
          </a:lstStyle>
          <a:p>
            <a:endParaRPr lang="en-US"/>
          </a:p>
        </p:txBody>
      </p:sp>
      <p:sp>
        <p:nvSpPr>
          <p:cNvPr id="6" name="Picture Placeholder 6">
            <a:extLst>
              <a:ext uri="{FF2B5EF4-FFF2-40B4-BE49-F238E27FC236}">
                <a16:creationId xmlns:a16="http://schemas.microsoft.com/office/drawing/2014/main" id="{4D86F095-1860-63CD-8B66-FE786EDB69C6}"/>
              </a:ext>
            </a:extLst>
          </p:cNvPr>
          <p:cNvSpPr>
            <a:spLocks noGrp="1"/>
          </p:cNvSpPr>
          <p:nvPr>
            <p:ph type="pic" sz="quarter" idx="20"/>
          </p:nvPr>
        </p:nvSpPr>
        <p:spPr>
          <a:xfrm>
            <a:off x="6121400" y="0"/>
            <a:ext cx="6070600" cy="3410712"/>
          </a:xfrm>
          <a:pattFill prst="ltVert">
            <a:fgClr>
              <a:schemeClr val="bg1">
                <a:lumMod val="85000"/>
              </a:schemeClr>
            </a:fgClr>
            <a:bgClr>
              <a:schemeClr val="bg1"/>
            </a:bgClr>
          </a:pattFill>
        </p:spPr>
        <p:txBody>
          <a:bodyPr anchor="ctr"/>
          <a:lstStyle>
            <a:lvl1pPr marL="0" indent="0" algn="ctr">
              <a:buNone/>
              <a:defRPr/>
            </a:lvl1pPr>
          </a:lstStyle>
          <a:p>
            <a:endParaRPr lang="en-US" dirty="0"/>
          </a:p>
        </p:txBody>
      </p:sp>
      <p:sp>
        <p:nvSpPr>
          <p:cNvPr id="22" name="Picture Placeholder 21">
            <a:extLst>
              <a:ext uri="{FF2B5EF4-FFF2-40B4-BE49-F238E27FC236}">
                <a16:creationId xmlns:a16="http://schemas.microsoft.com/office/drawing/2014/main" id="{C7829CBB-FC5F-668D-A641-102207F110F3}"/>
              </a:ext>
            </a:extLst>
          </p:cNvPr>
          <p:cNvSpPr>
            <a:spLocks noGrp="1"/>
          </p:cNvSpPr>
          <p:nvPr>
            <p:ph type="pic" sz="quarter" idx="21"/>
          </p:nvPr>
        </p:nvSpPr>
        <p:spPr>
          <a:xfrm>
            <a:off x="6121400" y="3447288"/>
            <a:ext cx="6070600" cy="3410712"/>
          </a:xfrm>
          <a:custGeom>
            <a:avLst/>
            <a:gdLst>
              <a:gd name="connsiteX0" fmla="*/ 5185679 w 6080760"/>
              <a:gd name="connsiteY0" fmla="*/ 3196472 h 3410712"/>
              <a:gd name="connsiteX1" fmla="*/ 5220670 w 6080760"/>
              <a:gd name="connsiteY1" fmla="*/ 3196472 h 3410712"/>
              <a:gd name="connsiteX2" fmla="*/ 5237598 w 6080760"/>
              <a:gd name="connsiteY2" fmla="*/ 3210749 h 3410712"/>
              <a:gd name="connsiteX3" fmla="*/ 5205235 w 6080760"/>
              <a:gd name="connsiteY3" fmla="*/ 3233713 h 3410712"/>
              <a:gd name="connsiteX4" fmla="*/ 5172137 w 6080760"/>
              <a:gd name="connsiteY4" fmla="*/ 3214892 h 3410712"/>
              <a:gd name="connsiteX5" fmla="*/ 5185679 w 6080760"/>
              <a:gd name="connsiteY5" fmla="*/ 3196472 h 3410712"/>
              <a:gd name="connsiteX6" fmla="*/ 5736334 w 6080760"/>
              <a:gd name="connsiteY6" fmla="*/ 3131747 h 3410712"/>
              <a:gd name="connsiteX7" fmla="*/ 5736334 w 6080760"/>
              <a:gd name="connsiteY7" fmla="*/ 3155445 h 3410712"/>
              <a:gd name="connsiteX8" fmla="*/ 5716778 w 6080760"/>
              <a:gd name="connsiteY8" fmla="*/ 3165223 h 3410712"/>
              <a:gd name="connsiteX9" fmla="*/ 5700608 w 6080760"/>
              <a:gd name="connsiteY9" fmla="*/ 3150924 h 3410712"/>
              <a:gd name="connsiteX10" fmla="*/ 5736334 w 6080760"/>
              <a:gd name="connsiteY10" fmla="*/ 3131747 h 3410712"/>
              <a:gd name="connsiteX11" fmla="*/ 5343595 w 6080760"/>
              <a:gd name="connsiteY11" fmla="*/ 3085463 h 3410712"/>
              <a:gd name="connsiteX12" fmla="*/ 5363886 w 6080760"/>
              <a:gd name="connsiteY12" fmla="*/ 3108404 h 3410712"/>
              <a:gd name="connsiteX13" fmla="*/ 5319874 w 6080760"/>
              <a:gd name="connsiteY13" fmla="*/ 3108404 h 3410712"/>
              <a:gd name="connsiteX14" fmla="*/ 5343595 w 6080760"/>
              <a:gd name="connsiteY14" fmla="*/ 3085463 h 3410712"/>
              <a:gd name="connsiteX15" fmla="*/ 5207885 w 6080760"/>
              <a:gd name="connsiteY15" fmla="*/ 3080965 h 3410712"/>
              <a:gd name="connsiteX16" fmla="*/ 5227062 w 6080760"/>
              <a:gd name="connsiteY16" fmla="*/ 3100520 h 3410712"/>
              <a:gd name="connsiteX17" fmla="*/ 5207128 w 6080760"/>
              <a:gd name="connsiteY17" fmla="*/ 3120076 h 3410712"/>
              <a:gd name="connsiteX18" fmla="*/ 5188330 w 6080760"/>
              <a:gd name="connsiteY18" fmla="*/ 3100520 h 3410712"/>
              <a:gd name="connsiteX19" fmla="*/ 5207885 w 6080760"/>
              <a:gd name="connsiteY19" fmla="*/ 3080965 h 3410712"/>
              <a:gd name="connsiteX20" fmla="*/ 4854748 w 6080760"/>
              <a:gd name="connsiteY20" fmla="*/ 3061386 h 3410712"/>
              <a:gd name="connsiteX21" fmla="*/ 4904417 w 6080760"/>
              <a:gd name="connsiteY21" fmla="*/ 3189678 h 3410712"/>
              <a:gd name="connsiteX22" fmla="*/ 4900653 w 6080760"/>
              <a:gd name="connsiteY22" fmla="*/ 3198699 h 3410712"/>
              <a:gd name="connsiteX23" fmla="*/ 4868290 w 6080760"/>
              <a:gd name="connsiteY23" fmla="*/ 3231062 h 3410712"/>
              <a:gd name="connsiteX24" fmla="*/ 4850984 w 6080760"/>
              <a:gd name="connsiteY24" fmla="*/ 3228812 h 3410712"/>
              <a:gd name="connsiteX25" fmla="*/ 4845349 w 6080760"/>
              <a:gd name="connsiteY25" fmla="*/ 3254381 h 3410712"/>
              <a:gd name="connsiteX26" fmla="*/ 4874682 w 6080760"/>
              <a:gd name="connsiteY26" fmla="*/ 3258145 h 3410712"/>
              <a:gd name="connsiteX27" fmla="*/ 4931122 w 6080760"/>
              <a:gd name="connsiteY27" fmla="*/ 3216762 h 3410712"/>
              <a:gd name="connsiteX28" fmla="*/ 4995068 w 6080760"/>
              <a:gd name="connsiteY28" fmla="*/ 3061386 h 3410712"/>
              <a:gd name="connsiteX29" fmla="*/ 4995046 w 6080760"/>
              <a:gd name="connsiteY29" fmla="*/ 3061386 h 3410712"/>
              <a:gd name="connsiteX30" fmla="*/ 4957805 w 6080760"/>
              <a:gd name="connsiteY30" fmla="*/ 3061386 h 3410712"/>
              <a:gd name="connsiteX31" fmla="*/ 4933728 w 6080760"/>
              <a:gd name="connsiteY31" fmla="*/ 3123839 h 3410712"/>
              <a:gd name="connsiteX32" fmla="*/ 4926578 w 6080760"/>
              <a:gd name="connsiteY32" fmla="*/ 3146046 h 3410712"/>
              <a:gd name="connsiteX33" fmla="*/ 4920943 w 6080760"/>
              <a:gd name="connsiteY33" fmla="*/ 3124975 h 3410712"/>
              <a:gd name="connsiteX34" fmla="*/ 4897624 w 6080760"/>
              <a:gd name="connsiteY34" fmla="*/ 3061386 h 3410712"/>
              <a:gd name="connsiteX35" fmla="*/ 5724685 w 6080760"/>
              <a:gd name="connsiteY35" fmla="*/ 3058402 h 3410712"/>
              <a:gd name="connsiteX36" fmla="*/ 5666753 w 6080760"/>
              <a:gd name="connsiteY36" fmla="*/ 3074194 h 3410712"/>
              <a:gd name="connsiteX37" fmla="*/ 5676531 w 6080760"/>
              <a:gd name="connsiteY37" fmla="*/ 3097892 h 3410712"/>
              <a:gd name="connsiteX38" fmla="*/ 5713415 w 6080760"/>
              <a:gd name="connsiteY38" fmla="*/ 3085842 h 3410712"/>
              <a:gd name="connsiteX39" fmla="*/ 5736334 w 6080760"/>
              <a:gd name="connsiteY39" fmla="*/ 3103906 h 3410712"/>
              <a:gd name="connsiteX40" fmla="*/ 5736334 w 6080760"/>
              <a:gd name="connsiteY40" fmla="*/ 3107291 h 3410712"/>
              <a:gd name="connsiteX41" fmla="*/ 5660717 w 6080760"/>
              <a:gd name="connsiteY41" fmla="*/ 3156581 h 3410712"/>
              <a:gd name="connsiteX42" fmla="*/ 5700964 w 6080760"/>
              <a:gd name="connsiteY42" fmla="*/ 3192307 h 3410712"/>
              <a:gd name="connsiteX43" fmla="*/ 5737470 w 6080760"/>
              <a:gd name="connsiteY43" fmla="*/ 3179522 h 3410712"/>
              <a:gd name="connsiteX44" fmla="*/ 5737470 w 6080760"/>
              <a:gd name="connsiteY44" fmla="*/ 3189679 h 3410712"/>
              <a:gd name="connsiteX45" fmla="*/ 5775089 w 6080760"/>
              <a:gd name="connsiteY45" fmla="*/ 3189679 h 3410712"/>
              <a:gd name="connsiteX46" fmla="*/ 5775111 w 6080760"/>
              <a:gd name="connsiteY46" fmla="*/ 3189701 h 3410712"/>
              <a:gd name="connsiteX47" fmla="*/ 5775111 w 6080760"/>
              <a:gd name="connsiteY47" fmla="*/ 3098649 h 3410712"/>
              <a:gd name="connsiteX48" fmla="*/ 5724685 w 6080760"/>
              <a:gd name="connsiteY48" fmla="*/ 3058402 h 3410712"/>
              <a:gd name="connsiteX49" fmla="*/ 5505140 w 6080760"/>
              <a:gd name="connsiteY49" fmla="*/ 3058379 h 3410712"/>
              <a:gd name="connsiteX50" fmla="*/ 5461129 w 6080760"/>
              <a:gd name="connsiteY50" fmla="*/ 3072678 h 3410712"/>
              <a:gd name="connsiteX51" fmla="*/ 5461129 w 6080760"/>
              <a:gd name="connsiteY51" fmla="*/ 3061386 h 3410712"/>
              <a:gd name="connsiteX52" fmla="*/ 5422374 w 6080760"/>
              <a:gd name="connsiteY52" fmla="*/ 3061386 h 3410712"/>
              <a:gd name="connsiteX53" fmla="*/ 5422374 w 6080760"/>
              <a:gd name="connsiteY53" fmla="*/ 3189656 h 3410712"/>
              <a:gd name="connsiteX54" fmla="*/ 5462265 w 6080760"/>
              <a:gd name="connsiteY54" fmla="*/ 3189656 h 3410712"/>
              <a:gd name="connsiteX55" fmla="*/ 5462265 w 6080760"/>
              <a:gd name="connsiteY55" fmla="*/ 3099384 h 3410712"/>
              <a:gd name="connsiteX56" fmla="*/ 5486698 w 6080760"/>
              <a:gd name="connsiteY56" fmla="*/ 3088470 h 3410712"/>
              <a:gd name="connsiteX57" fmla="*/ 5505497 w 6080760"/>
              <a:gd name="connsiteY57" fmla="*/ 3107290 h 3410712"/>
              <a:gd name="connsiteX58" fmla="*/ 5505497 w 6080760"/>
              <a:gd name="connsiteY58" fmla="*/ 3189678 h 3410712"/>
              <a:gd name="connsiteX59" fmla="*/ 5545388 w 6080760"/>
              <a:gd name="connsiteY59" fmla="*/ 3189678 h 3410712"/>
              <a:gd name="connsiteX60" fmla="*/ 5545388 w 6080760"/>
              <a:gd name="connsiteY60" fmla="*/ 3189656 h 3410712"/>
              <a:gd name="connsiteX61" fmla="*/ 5545388 w 6080760"/>
              <a:gd name="connsiteY61" fmla="*/ 3098248 h 3410712"/>
              <a:gd name="connsiteX62" fmla="*/ 5505140 w 6080760"/>
              <a:gd name="connsiteY62" fmla="*/ 3058379 h 3410712"/>
              <a:gd name="connsiteX63" fmla="*/ 5345110 w 6080760"/>
              <a:gd name="connsiteY63" fmla="*/ 3058379 h 3410712"/>
              <a:gd name="connsiteX64" fmla="*/ 5277422 w 6080760"/>
              <a:gd name="connsiteY64" fmla="*/ 3125710 h 3410712"/>
              <a:gd name="connsiteX65" fmla="*/ 5342103 w 6080760"/>
              <a:gd name="connsiteY65" fmla="*/ 3192306 h 3410712"/>
              <a:gd name="connsiteX66" fmla="*/ 5399656 w 6080760"/>
              <a:gd name="connsiteY66" fmla="*/ 3177628 h 3410712"/>
              <a:gd name="connsiteX67" fmla="*/ 5389121 w 6080760"/>
              <a:gd name="connsiteY67" fmla="*/ 3153930 h 3410712"/>
              <a:gd name="connsiteX68" fmla="*/ 5356380 w 6080760"/>
              <a:gd name="connsiteY68" fmla="*/ 3163708 h 3410712"/>
              <a:gd name="connsiteX69" fmla="*/ 5319518 w 6080760"/>
              <a:gd name="connsiteY69" fmla="*/ 3133996 h 3410712"/>
              <a:gd name="connsiteX70" fmla="*/ 5404534 w 6080760"/>
              <a:gd name="connsiteY70" fmla="*/ 3133996 h 3410712"/>
              <a:gd name="connsiteX71" fmla="*/ 5404912 w 6080760"/>
              <a:gd name="connsiteY71" fmla="*/ 3120832 h 3410712"/>
              <a:gd name="connsiteX72" fmla="*/ 5404935 w 6080760"/>
              <a:gd name="connsiteY72" fmla="*/ 3120832 h 3410712"/>
              <a:gd name="connsiteX73" fmla="*/ 5345110 w 6080760"/>
              <a:gd name="connsiteY73" fmla="*/ 3058379 h 3410712"/>
              <a:gd name="connsiteX74" fmla="*/ 5086075 w 6080760"/>
              <a:gd name="connsiteY74" fmla="*/ 3058379 h 3410712"/>
              <a:gd name="connsiteX75" fmla="*/ 5042064 w 6080760"/>
              <a:gd name="connsiteY75" fmla="*/ 3072678 h 3410712"/>
              <a:gd name="connsiteX76" fmla="*/ 5042064 w 6080760"/>
              <a:gd name="connsiteY76" fmla="*/ 3061386 h 3410712"/>
              <a:gd name="connsiteX77" fmla="*/ 5003309 w 6080760"/>
              <a:gd name="connsiteY77" fmla="*/ 3061386 h 3410712"/>
              <a:gd name="connsiteX78" fmla="*/ 5003309 w 6080760"/>
              <a:gd name="connsiteY78" fmla="*/ 3189656 h 3410712"/>
              <a:gd name="connsiteX79" fmla="*/ 5043178 w 6080760"/>
              <a:gd name="connsiteY79" fmla="*/ 3189656 h 3410712"/>
              <a:gd name="connsiteX80" fmla="*/ 5043178 w 6080760"/>
              <a:gd name="connsiteY80" fmla="*/ 3099384 h 3410712"/>
              <a:gd name="connsiteX81" fmla="*/ 5067633 w 6080760"/>
              <a:gd name="connsiteY81" fmla="*/ 3088470 h 3410712"/>
              <a:gd name="connsiteX82" fmla="*/ 5086432 w 6080760"/>
              <a:gd name="connsiteY82" fmla="*/ 3107290 h 3410712"/>
              <a:gd name="connsiteX83" fmla="*/ 5086432 w 6080760"/>
              <a:gd name="connsiteY83" fmla="*/ 3189678 h 3410712"/>
              <a:gd name="connsiteX84" fmla="*/ 5126323 w 6080760"/>
              <a:gd name="connsiteY84" fmla="*/ 3189678 h 3410712"/>
              <a:gd name="connsiteX85" fmla="*/ 5126345 w 6080760"/>
              <a:gd name="connsiteY85" fmla="*/ 3189656 h 3410712"/>
              <a:gd name="connsiteX86" fmla="*/ 5126345 w 6080760"/>
              <a:gd name="connsiteY86" fmla="*/ 3098248 h 3410712"/>
              <a:gd name="connsiteX87" fmla="*/ 5086075 w 6080760"/>
              <a:gd name="connsiteY87" fmla="*/ 3058379 h 3410712"/>
              <a:gd name="connsiteX88" fmla="*/ 5209378 w 6080760"/>
              <a:gd name="connsiteY88" fmla="*/ 3057979 h 3410712"/>
              <a:gd name="connsiteX89" fmla="*/ 5149575 w 6080760"/>
              <a:gd name="connsiteY89" fmla="*/ 3099741 h 3410712"/>
              <a:gd name="connsiteX90" fmla="*/ 5166881 w 6080760"/>
              <a:gd name="connsiteY90" fmla="*/ 3130968 h 3410712"/>
              <a:gd name="connsiteX91" fmla="*/ 5142425 w 6080760"/>
              <a:gd name="connsiteY91" fmla="*/ 3162573 h 3410712"/>
              <a:gd name="connsiteX92" fmla="*/ 5148818 w 6080760"/>
              <a:gd name="connsiteY92" fmla="*/ 3182507 h 3410712"/>
              <a:gd name="connsiteX93" fmla="*/ 5160489 w 6080760"/>
              <a:gd name="connsiteY93" fmla="*/ 3190793 h 3410712"/>
              <a:gd name="connsiteX94" fmla="*/ 5139797 w 6080760"/>
              <a:gd name="connsiteY94" fmla="*/ 3220149 h 3410712"/>
              <a:gd name="connsiteX95" fmla="*/ 5203364 w 6080760"/>
              <a:gd name="connsiteY95" fmla="*/ 3260396 h 3410712"/>
              <a:gd name="connsiteX96" fmla="*/ 5277466 w 6080760"/>
              <a:gd name="connsiteY96" fmla="*/ 3205471 h 3410712"/>
              <a:gd name="connsiteX97" fmla="*/ 5277466 w 6080760"/>
              <a:gd name="connsiteY97" fmla="*/ 3205448 h 3410712"/>
              <a:gd name="connsiteX98" fmla="*/ 5230426 w 6080760"/>
              <a:gd name="connsiteY98" fmla="*/ 3162952 h 3410712"/>
              <a:gd name="connsiteX99" fmla="*/ 5198820 w 6080760"/>
              <a:gd name="connsiteY99" fmla="*/ 3162952 h 3410712"/>
              <a:gd name="connsiteX100" fmla="*/ 5179265 w 6080760"/>
              <a:gd name="connsiteY100" fmla="*/ 3151659 h 3410712"/>
              <a:gd name="connsiteX101" fmla="*/ 5189043 w 6080760"/>
              <a:gd name="connsiteY101" fmla="*/ 3140745 h 3410712"/>
              <a:gd name="connsiteX102" fmla="*/ 5204856 w 6080760"/>
              <a:gd name="connsiteY102" fmla="*/ 3142616 h 3410712"/>
              <a:gd name="connsiteX103" fmla="*/ 5265817 w 6080760"/>
              <a:gd name="connsiteY103" fmla="*/ 3098605 h 3410712"/>
              <a:gd name="connsiteX104" fmla="*/ 5209378 w 6080760"/>
              <a:gd name="connsiteY104" fmla="*/ 3057979 h 3410712"/>
              <a:gd name="connsiteX105" fmla="*/ 4801493 w 6080760"/>
              <a:gd name="connsiteY105" fmla="*/ 3056108 h 3410712"/>
              <a:gd name="connsiteX106" fmla="*/ 4748082 w 6080760"/>
              <a:gd name="connsiteY106" fmla="*/ 3098983 h 3410712"/>
              <a:gd name="connsiteX107" fmla="*/ 4777795 w 6080760"/>
              <a:gd name="connsiteY107" fmla="*/ 3135868 h 3410712"/>
              <a:gd name="connsiteX108" fmla="*/ 4804879 w 6080760"/>
              <a:gd name="connsiteY108" fmla="*/ 3142260 h 3410712"/>
              <a:gd name="connsiteX109" fmla="*/ 4814300 w 6080760"/>
              <a:gd name="connsiteY109" fmla="*/ 3152038 h 3410712"/>
              <a:gd name="connsiteX110" fmla="*/ 4792094 w 6080760"/>
              <a:gd name="connsiteY110" fmla="*/ 3164466 h 3410712"/>
              <a:gd name="connsiteX111" fmla="*/ 4755611 w 6080760"/>
              <a:gd name="connsiteY111" fmla="*/ 3155824 h 3410712"/>
              <a:gd name="connsiteX112" fmla="*/ 4744697 w 6080760"/>
              <a:gd name="connsiteY112" fmla="*/ 3181772 h 3410712"/>
              <a:gd name="connsiteX113" fmla="*/ 4797751 w 6080760"/>
              <a:gd name="connsiteY113" fmla="*/ 3191929 h 3410712"/>
              <a:gd name="connsiteX114" fmla="*/ 4854191 w 6080760"/>
              <a:gd name="connsiteY114" fmla="*/ 3148674 h 3410712"/>
              <a:gd name="connsiteX115" fmla="*/ 4854146 w 6080760"/>
              <a:gd name="connsiteY115" fmla="*/ 3148674 h 3410712"/>
              <a:gd name="connsiteX116" fmla="*/ 4820670 w 6080760"/>
              <a:gd name="connsiteY116" fmla="*/ 3108405 h 3410712"/>
              <a:gd name="connsiteX117" fmla="*/ 4796214 w 6080760"/>
              <a:gd name="connsiteY117" fmla="*/ 3102770 h 3410712"/>
              <a:gd name="connsiteX118" fmla="*/ 4788307 w 6080760"/>
              <a:gd name="connsiteY118" fmla="*/ 3093371 h 3410712"/>
              <a:gd name="connsiteX119" fmla="*/ 4806749 w 6080760"/>
              <a:gd name="connsiteY119" fmla="*/ 3082457 h 3410712"/>
              <a:gd name="connsiteX120" fmla="*/ 4836105 w 6080760"/>
              <a:gd name="connsiteY120" fmla="*/ 3088092 h 3410712"/>
              <a:gd name="connsiteX121" fmla="*/ 4846262 w 6080760"/>
              <a:gd name="connsiteY121" fmla="*/ 3062122 h 3410712"/>
              <a:gd name="connsiteX122" fmla="*/ 4801493 w 6080760"/>
              <a:gd name="connsiteY122" fmla="*/ 3056108 h 3410712"/>
              <a:gd name="connsiteX123" fmla="*/ 5617709 w 6080760"/>
              <a:gd name="connsiteY123" fmla="*/ 3021896 h 3410712"/>
              <a:gd name="connsiteX124" fmla="*/ 5577840 w 6080760"/>
              <a:gd name="connsiteY124" fmla="*/ 3033188 h 3410712"/>
              <a:gd name="connsiteX125" fmla="*/ 5577840 w 6080760"/>
              <a:gd name="connsiteY125" fmla="*/ 3061386 h 3410712"/>
              <a:gd name="connsiteX126" fmla="*/ 5557527 w 6080760"/>
              <a:gd name="connsiteY126" fmla="*/ 3061386 h 3410712"/>
              <a:gd name="connsiteX127" fmla="*/ 5557527 w 6080760"/>
              <a:gd name="connsiteY127" fmla="*/ 3086978 h 3410712"/>
              <a:gd name="connsiteX128" fmla="*/ 5577840 w 6080760"/>
              <a:gd name="connsiteY128" fmla="*/ 3086978 h 3410712"/>
              <a:gd name="connsiteX129" fmla="*/ 5577840 w 6080760"/>
              <a:gd name="connsiteY129" fmla="*/ 3154309 h 3410712"/>
              <a:gd name="connsiteX130" fmla="*/ 5623344 w 6080760"/>
              <a:gd name="connsiteY130" fmla="*/ 3192307 h 3410712"/>
              <a:gd name="connsiteX131" fmla="*/ 5652699 w 6080760"/>
              <a:gd name="connsiteY131" fmla="*/ 3189300 h 3410712"/>
              <a:gd name="connsiteX132" fmla="*/ 5650049 w 6080760"/>
              <a:gd name="connsiteY132" fmla="*/ 3163329 h 3410712"/>
              <a:gd name="connsiteX133" fmla="*/ 5637643 w 6080760"/>
              <a:gd name="connsiteY133" fmla="*/ 3164465 h 3410712"/>
              <a:gd name="connsiteX134" fmla="*/ 5617709 w 6080760"/>
              <a:gd name="connsiteY134" fmla="*/ 3144910 h 3410712"/>
              <a:gd name="connsiteX135" fmla="*/ 5617709 w 6080760"/>
              <a:gd name="connsiteY135" fmla="*/ 3086978 h 3410712"/>
              <a:gd name="connsiteX136" fmla="*/ 5652699 w 6080760"/>
              <a:gd name="connsiteY136" fmla="*/ 3086978 h 3410712"/>
              <a:gd name="connsiteX137" fmla="*/ 5652699 w 6080760"/>
              <a:gd name="connsiteY137" fmla="*/ 3061386 h 3410712"/>
              <a:gd name="connsiteX138" fmla="*/ 5617709 w 6080760"/>
              <a:gd name="connsiteY138" fmla="*/ 3061386 h 3410712"/>
              <a:gd name="connsiteX139" fmla="*/ 5341946 w 6080760"/>
              <a:gd name="connsiteY139" fmla="*/ 2952182 h 3410712"/>
              <a:gd name="connsiteX140" fmla="*/ 5251696 w 6080760"/>
              <a:gd name="connsiteY140" fmla="*/ 2985591 h 3410712"/>
              <a:gd name="connsiteX141" fmla="*/ 5236328 w 6080760"/>
              <a:gd name="connsiteY141" fmla="*/ 3028044 h 3410712"/>
              <a:gd name="connsiteX142" fmla="*/ 5240382 w 6080760"/>
              <a:gd name="connsiteY142" fmla="*/ 3056486 h 3410712"/>
              <a:gd name="connsiteX143" fmla="*/ 5262966 w 6080760"/>
              <a:gd name="connsiteY143" fmla="*/ 3052433 h 3410712"/>
              <a:gd name="connsiteX144" fmla="*/ 5310786 w 6080760"/>
              <a:gd name="connsiteY144" fmla="*/ 3037087 h 3410712"/>
              <a:gd name="connsiteX145" fmla="*/ 5341924 w 6080760"/>
              <a:gd name="connsiteY145" fmla="*/ 2952227 h 3410712"/>
              <a:gd name="connsiteX146" fmla="*/ 0 w 6080760"/>
              <a:gd name="connsiteY146" fmla="*/ 0 h 3410712"/>
              <a:gd name="connsiteX147" fmla="*/ 6080760 w 6080760"/>
              <a:gd name="connsiteY147" fmla="*/ 0 h 3410712"/>
              <a:gd name="connsiteX148" fmla="*/ 6080760 w 6080760"/>
              <a:gd name="connsiteY148" fmla="*/ 3410712 h 3410712"/>
              <a:gd name="connsiteX149" fmla="*/ 0 w 6080760"/>
              <a:gd name="connsiteY149" fmla="*/ 3410712 h 341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6080760" h="3410712">
                <a:moveTo>
                  <a:pt x="5185679" y="3196472"/>
                </a:moveTo>
                <a:lnTo>
                  <a:pt x="5220670" y="3196472"/>
                </a:lnTo>
                <a:cubicBezTo>
                  <a:pt x="5229223" y="3196472"/>
                  <a:pt x="5237598" y="3200281"/>
                  <a:pt x="5237598" y="3210749"/>
                </a:cubicBezTo>
                <a:cubicBezTo>
                  <a:pt x="5237598" y="3225182"/>
                  <a:pt x="5223165" y="3233713"/>
                  <a:pt x="5205235" y="3233713"/>
                </a:cubicBezTo>
                <a:cubicBezTo>
                  <a:pt x="5187305" y="3233713"/>
                  <a:pt x="5172137" y="3226162"/>
                  <a:pt x="5172137" y="3214892"/>
                </a:cubicBezTo>
                <a:cubicBezTo>
                  <a:pt x="5172137" y="3206183"/>
                  <a:pt x="5180356" y="3199501"/>
                  <a:pt x="5185679" y="3196472"/>
                </a:cubicBezTo>
                <a:close/>
                <a:moveTo>
                  <a:pt x="5736334" y="3131747"/>
                </a:moveTo>
                <a:lnTo>
                  <a:pt x="5736334" y="3155445"/>
                </a:lnTo>
                <a:cubicBezTo>
                  <a:pt x="5731434" y="3161080"/>
                  <a:pt x="5725041" y="3165223"/>
                  <a:pt x="5716778" y="3165223"/>
                </a:cubicBezTo>
                <a:cubicBezTo>
                  <a:pt x="5709807" y="3165223"/>
                  <a:pt x="5700608" y="3161815"/>
                  <a:pt x="5700608" y="3150924"/>
                </a:cubicBezTo>
                <a:cubicBezTo>
                  <a:pt x="5700608" y="3133284"/>
                  <a:pt x="5717869" y="3131457"/>
                  <a:pt x="5736334" y="3131747"/>
                </a:cubicBezTo>
                <a:close/>
                <a:moveTo>
                  <a:pt x="5343595" y="3085463"/>
                </a:moveTo>
                <a:cubicBezTo>
                  <a:pt x="5357471" y="3085463"/>
                  <a:pt x="5364576" y="3094283"/>
                  <a:pt x="5363886" y="3108404"/>
                </a:cubicBezTo>
                <a:lnTo>
                  <a:pt x="5319874" y="3108404"/>
                </a:lnTo>
                <a:cubicBezTo>
                  <a:pt x="5322146" y="3095330"/>
                  <a:pt x="5329719" y="3085463"/>
                  <a:pt x="5343595" y="3085463"/>
                </a:cubicBezTo>
                <a:close/>
                <a:moveTo>
                  <a:pt x="5207885" y="3080965"/>
                </a:moveTo>
                <a:cubicBezTo>
                  <a:pt x="5221138" y="3080965"/>
                  <a:pt x="5227062" y="3089763"/>
                  <a:pt x="5227062" y="3100520"/>
                </a:cubicBezTo>
                <a:cubicBezTo>
                  <a:pt x="5227062" y="3111234"/>
                  <a:pt x="5220425" y="3120076"/>
                  <a:pt x="5207128" y="3120076"/>
                </a:cubicBezTo>
                <a:cubicBezTo>
                  <a:pt x="5195034" y="3120076"/>
                  <a:pt x="5188330" y="3111278"/>
                  <a:pt x="5188330" y="3100520"/>
                </a:cubicBezTo>
                <a:cubicBezTo>
                  <a:pt x="5188330" y="3091188"/>
                  <a:pt x="5195769" y="3080965"/>
                  <a:pt x="5207885" y="3080965"/>
                </a:cubicBezTo>
                <a:close/>
                <a:moveTo>
                  <a:pt x="4854748" y="3061386"/>
                </a:moveTo>
                <a:lnTo>
                  <a:pt x="4904417" y="3189678"/>
                </a:lnTo>
                <a:lnTo>
                  <a:pt x="4900653" y="3198699"/>
                </a:lnTo>
                <a:cubicBezTo>
                  <a:pt x="4892857" y="3217430"/>
                  <a:pt x="4884349" y="3231062"/>
                  <a:pt x="4868290" y="3231062"/>
                </a:cubicBezTo>
                <a:cubicBezTo>
                  <a:pt x="4863390" y="3231062"/>
                  <a:pt x="4858067" y="3230416"/>
                  <a:pt x="4850984" y="3228812"/>
                </a:cubicBezTo>
                <a:lnTo>
                  <a:pt x="4845349" y="3254381"/>
                </a:lnTo>
                <a:cubicBezTo>
                  <a:pt x="4854125" y="3256386"/>
                  <a:pt x="4861230" y="3258145"/>
                  <a:pt x="4874682" y="3258145"/>
                </a:cubicBezTo>
                <a:cubicBezTo>
                  <a:pt x="4901566" y="3258145"/>
                  <a:pt x="4921300" y="3240639"/>
                  <a:pt x="4931122" y="3216762"/>
                </a:cubicBezTo>
                <a:lnTo>
                  <a:pt x="4995068" y="3061386"/>
                </a:lnTo>
                <a:lnTo>
                  <a:pt x="4995046" y="3061386"/>
                </a:lnTo>
                <a:lnTo>
                  <a:pt x="4957805" y="3061386"/>
                </a:lnTo>
                <a:lnTo>
                  <a:pt x="4933728" y="3123839"/>
                </a:lnTo>
                <a:cubicBezTo>
                  <a:pt x="4930877" y="3131234"/>
                  <a:pt x="4928048" y="3140455"/>
                  <a:pt x="4926578" y="3146046"/>
                </a:cubicBezTo>
                <a:cubicBezTo>
                  <a:pt x="4925331" y="3140500"/>
                  <a:pt x="4923750" y="3132660"/>
                  <a:pt x="4920943" y="3124975"/>
                </a:cubicBezTo>
                <a:lnTo>
                  <a:pt x="4897624" y="3061386"/>
                </a:lnTo>
                <a:close/>
                <a:moveTo>
                  <a:pt x="5724685" y="3058402"/>
                </a:moveTo>
                <a:cubicBezTo>
                  <a:pt x="5704728" y="3058402"/>
                  <a:pt x="5683680" y="3064995"/>
                  <a:pt x="5666753" y="3074194"/>
                </a:cubicBezTo>
                <a:lnTo>
                  <a:pt x="5676531" y="3097892"/>
                </a:lnTo>
                <a:cubicBezTo>
                  <a:pt x="5686064" y="3092168"/>
                  <a:pt x="5700608" y="3085842"/>
                  <a:pt x="5713415" y="3085842"/>
                </a:cubicBezTo>
                <a:cubicBezTo>
                  <a:pt x="5732347" y="3085842"/>
                  <a:pt x="5736334" y="3093326"/>
                  <a:pt x="5736334" y="3103906"/>
                </a:cubicBezTo>
                <a:lnTo>
                  <a:pt x="5736334" y="3107291"/>
                </a:lnTo>
                <a:cubicBezTo>
                  <a:pt x="5703169" y="3107447"/>
                  <a:pt x="5660717" y="3114062"/>
                  <a:pt x="5660717" y="3156581"/>
                </a:cubicBezTo>
                <a:cubicBezTo>
                  <a:pt x="5660717" y="3180747"/>
                  <a:pt x="5677110" y="3192307"/>
                  <a:pt x="5700964" y="3192307"/>
                </a:cubicBezTo>
                <a:cubicBezTo>
                  <a:pt x="5715041" y="3192307"/>
                  <a:pt x="5727692" y="3188164"/>
                  <a:pt x="5737470" y="3179522"/>
                </a:cubicBezTo>
                <a:lnTo>
                  <a:pt x="5737470" y="3189679"/>
                </a:lnTo>
                <a:lnTo>
                  <a:pt x="5775089" y="3189679"/>
                </a:lnTo>
                <a:lnTo>
                  <a:pt x="5775111" y="3189701"/>
                </a:lnTo>
                <a:lnTo>
                  <a:pt x="5775111" y="3098649"/>
                </a:lnTo>
                <a:cubicBezTo>
                  <a:pt x="5775111" y="3073035"/>
                  <a:pt x="5755310" y="3058402"/>
                  <a:pt x="5724685" y="3058402"/>
                </a:cubicBezTo>
                <a:close/>
                <a:moveTo>
                  <a:pt x="5505140" y="3058379"/>
                </a:moveTo>
                <a:cubicBezTo>
                  <a:pt x="5489015" y="3058379"/>
                  <a:pt x="5474136" y="3063947"/>
                  <a:pt x="5461129" y="3072678"/>
                </a:cubicBezTo>
                <a:lnTo>
                  <a:pt x="5461129" y="3061386"/>
                </a:lnTo>
                <a:lnTo>
                  <a:pt x="5422374" y="3061386"/>
                </a:lnTo>
                <a:lnTo>
                  <a:pt x="5422374" y="3189656"/>
                </a:lnTo>
                <a:lnTo>
                  <a:pt x="5462265" y="3189656"/>
                </a:lnTo>
                <a:lnTo>
                  <a:pt x="5462265" y="3099384"/>
                </a:lnTo>
                <a:cubicBezTo>
                  <a:pt x="5469704" y="3093437"/>
                  <a:pt x="5476386" y="3088470"/>
                  <a:pt x="5486698" y="3088470"/>
                </a:cubicBezTo>
                <a:cubicBezTo>
                  <a:pt x="5500396" y="3088470"/>
                  <a:pt x="5505497" y="3095174"/>
                  <a:pt x="5505497" y="3107290"/>
                </a:cubicBezTo>
                <a:lnTo>
                  <a:pt x="5505497" y="3189678"/>
                </a:lnTo>
                <a:lnTo>
                  <a:pt x="5545388" y="3189678"/>
                </a:lnTo>
                <a:lnTo>
                  <a:pt x="5545388" y="3189656"/>
                </a:lnTo>
                <a:lnTo>
                  <a:pt x="5545388" y="3098248"/>
                </a:lnTo>
                <a:cubicBezTo>
                  <a:pt x="5545388" y="3074193"/>
                  <a:pt x="5530576" y="3058379"/>
                  <a:pt x="5505140" y="3058379"/>
                </a:cubicBezTo>
                <a:close/>
                <a:moveTo>
                  <a:pt x="5345110" y="3058379"/>
                </a:moveTo>
                <a:cubicBezTo>
                  <a:pt x="5309963" y="3058379"/>
                  <a:pt x="5277422" y="3084772"/>
                  <a:pt x="5277422" y="3125710"/>
                </a:cubicBezTo>
                <a:cubicBezTo>
                  <a:pt x="5277422" y="3166648"/>
                  <a:pt x="5302256" y="3192306"/>
                  <a:pt x="5342103" y="3192306"/>
                </a:cubicBezTo>
                <a:cubicBezTo>
                  <a:pt x="5363173" y="3192306"/>
                  <a:pt x="5382083" y="3187161"/>
                  <a:pt x="5399656" y="3177628"/>
                </a:cubicBezTo>
                <a:lnTo>
                  <a:pt x="5389121" y="3153930"/>
                </a:lnTo>
                <a:cubicBezTo>
                  <a:pt x="5382907" y="3158229"/>
                  <a:pt x="5368429" y="3163708"/>
                  <a:pt x="5356380" y="3163708"/>
                </a:cubicBezTo>
                <a:cubicBezTo>
                  <a:pt x="5329184" y="3163708"/>
                  <a:pt x="5319874" y="3152660"/>
                  <a:pt x="5319518" y="3133996"/>
                </a:cubicBezTo>
                <a:lnTo>
                  <a:pt x="5404534" y="3133996"/>
                </a:lnTo>
                <a:cubicBezTo>
                  <a:pt x="5404779" y="3129452"/>
                  <a:pt x="5404912" y="3125087"/>
                  <a:pt x="5404912" y="3120832"/>
                </a:cubicBezTo>
                <a:lnTo>
                  <a:pt x="5404935" y="3120832"/>
                </a:lnTo>
                <a:cubicBezTo>
                  <a:pt x="5404935" y="3083971"/>
                  <a:pt x="5388898" y="3058379"/>
                  <a:pt x="5345110" y="3058379"/>
                </a:cubicBezTo>
                <a:close/>
                <a:moveTo>
                  <a:pt x="5086075" y="3058379"/>
                </a:moveTo>
                <a:cubicBezTo>
                  <a:pt x="5069950" y="3058379"/>
                  <a:pt x="5055049" y="3063947"/>
                  <a:pt x="5042064" y="3072678"/>
                </a:cubicBezTo>
                <a:lnTo>
                  <a:pt x="5042064" y="3061386"/>
                </a:lnTo>
                <a:lnTo>
                  <a:pt x="5003309" y="3061386"/>
                </a:lnTo>
                <a:lnTo>
                  <a:pt x="5003309" y="3189656"/>
                </a:lnTo>
                <a:lnTo>
                  <a:pt x="5043178" y="3189656"/>
                </a:lnTo>
                <a:lnTo>
                  <a:pt x="5043178" y="3099384"/>
                </a:lnTo>
                <a:cubicBezTo>
                  <a:pt x="5050639" y="3093437"/>
                  <a:pt x="5057321" y="3088470"/>
                  <a:pt x="5067633" y="3088470"/>
                </a:cubicBezTo>
                <a:cubicBezTo>
                  <a:pt x="5081331" y="3088470"/>
                  <a:pt x="5086432" y="3095174"/>
                  <a:pt x="5086432" y="3107290"/>
                </a:cubicBezTo>
                <a:lnTo>
                  <a:pt x="5086432" y="3189678"/>
                </a:lnTo>
                <a:lnTo>
                  <a:pt x="5126323" y="3189678"/>
                </a:lnTo>
                <a:lnTo>
                  <a:pt x="5126345" y="3189656"/>
                </a:lnTo>
                <a:lnTo>
                  <a:pt x="5126345" y="3098248"/>
                </a:lnTo>
                <a:cubicBezTo>
                  <a:pt x="5126345" y="3074193"/>
                  <a:pt x="5111511" y="3058379"/>
                  <a:pt x="5086075" y="3058379"/>
                </a:cubicBezTo>
                <a:close/>
                <a:moveTo>
                  <a:pt x="5209378" y="3057979"/>
                </a:moveTo>
                <a:cubicBezTo>
                  <a:pt x="5175501" y="3057979"/>
                  <a:pt x="5149575" y="3072390"/>
                  <a:pt x="5149575" y="3099741"/>
                </a:cubicBezTo>
                <a:cubicBezTo>
                  <a:pt x="5149575" y="3120767"/>
                  <a:pt x="5159442" y="3127047"/>
                  <a:pt x="5166881" y="3130968"/>
                </a:cubicBezTo>
                <a:cubicBezTo>
                  <a:pt x="5153495" y="3138429"/>
                  <a:pt x="5142425" y="3150033"/>
                  <a:pt x="5142425" y="3162573"/>
                </a:cubicBezTo>
                <a:cubicBezTo>
                  <a:pt x="5142425" y="3172529"/>
                  <a:pt x="5145254" y="3178454"/>
                  <a:pt x="5148818" y="3182507"/>
                </a:cubicBezTo>
                <a:cubicBezTo>
                  <a:pt x="5152203" y="3186360"/>
                  <a:pt x="5156168" y="3188320"/>
                  <a:pt x="5160489" y="3190793"/>
                </a:cubicBezTo>
                <a:cubicBezTo>
                  <a:pt x="5152671" y="3195871"/>
                  <a:pt x="5139797" y="3205604"/>
                  <a:pt x="5139797" y="3220149"/>
                </a:cubicBezTo>
                <a:cubicBezTo>
                  <a:pt x="5139797" y="3251242"/>
                  <a:pt x="5170979" y="3260552"/>
                  <a:pt x="5203364" y="3260396"/>
                </a:cubicBezTo>
                <a:cubicBezTo>
                  <a:pt x="5240159" y="3260218"/>
                  <a:pt x="5277466" y="3242889"/>
                  <a:pt x="5277466" y="3205471"/>
                </a:cubicBezTo>
                <a:lnTo>
                  <a:pt x="5277466" y="3205448"/>
                </a:lnTo>
                <a:cubicBezTo>
                  <a:pt x="5277466" y="3177162"/>
                  <a:pt x="5259737" y="3162952"/>
                  <a:pt x="5230426" y="3162952"/>
                </a:cubicBezTo>
                <a:lnTo>
                  <a:pt x="5198820" y="3162952"/>
                </a:lnTo>
                <a:cubicBezTo>
                  <a:pt x="5192718" y="3162952"/>
                  <a:pt x="5179265" y="3161504"/>
                  <a:pt x="5179265" y="3151659"/>
                </a:cubicBezTo>
                <a:cubicBezTo>
                  <a:pt x="5179265" y="3146804"/>
                  <a:pt x="5185791" y="3142483"/>
                  <a:pt x="5189043" y="3140745"/>
                </a:cubicBezTo>
                <a:cubicBezTo>
                  <a:pt x="5194032" y="3141725"/>
                  <a:pt x="5199154" y="3142616"/>
                  <a:pt x="5204856" y="3142616"/>
                </a:cubicBezTo>
                <a:cubicBezTo>
                  <a:pt x="5235526" y="3142616"/>
                  <a:pt x="5265817" y="3132348"/>
                  <a:pt x="5265817" y="3098605"/>
                </a:cubicBezTo>
                <a:cubicBezTo>
                  <a:pt x="5265817" y="3064861"/>
                  <a:pt x="5238177" y="3057979"/>
                  <a:pt x="5209378" y="3057979"/>
                </a:cubicBezTo>
                <a:close/>
                <a:moveTo>
                  <a:pt x="4801493" y="3056108"/>
                </a:moveTo>
                <a:cubicBezTo>
                  <a:pt x="4770645" y="3056108"/>
                  <a:pt x="4748082" y="3072545"/>
                  <a:pt x="4748082" y="3098983"/>
                </a:cubicBezTo>
                <a:cubicBezTo>
                  <a:pt x="4748082" y="3122860"/>
                  <a:pt x="4761535" y="3131391"/>
                  <a:pt x="4777795" y="3135868"/>
                </a:cubicBezTo>
                <a:cubicBezTo>
                  <a:pt x="4785523" y="3137983"/>
                  <a:pt x="4797239" y="3140010"/>
                  <a:pt x="4804879" y="3142260"/>
                </a:cubicBezTo>
                <a:cubicBezTo>
                  <a:pt x="4810981" y="3144064"/>
                  <a:pt x="4814300" y="3146781"/>
                  <a:pt x="4814300" y="3152038"/>
                </a:cubicBezTo>
                <a:cubicBezTo>
                  <a:pt x="4814300" y="3163330"/>
                  <a:pt x="4801337" y="3164466"/>
                  <a:pt x="4792094" y="3164466"/>
                </a:cubicBezTo>
                <a:cubicBezTo>
                  <a:pt x="4780245" y="3164466"/>
                  <a:pt x="4765700" y="3159922"/>
                  <a:pt x="4755611" y="3155824"/>
                </a:cubicBezTo>
                <a:lnTo>
                  <a:pt x="4744697" y="3181772"/>
                </a:lnTo>
                <a:cubicBezTo>
                  <a:pt x="4761714" y="3188588"/>
                  <a:pt x="4777817" y="3191929"/>
                  <a:pt x="4797751" y="3191929"/>
                </a:cubicBezTo>
                <a:cubicBezTo>
                  <a:pt x="4828399" y="3191929"/>
                  <a:pt x="4854191" y="3176605"/>
                  <a:pt x="4854191" y="3148674"/>
                </a:cubicBezTo>
                <a:lnTo>
                  <a:pt x="4854146" y="3148674"/>
                </a:lnTo>
                <a:cubicBezTo>
                  <a:pt x="4854146" y="3121902"/>
                  <a:pt x="4837664" y="3112147"/>
                  <a:pt x="4820670" y="3108405"/>
                </a:cubicBezTo>
                <a:cubicBezTo>
                  <a:pt x="4812362" y="3106579"/>
                  <a:pt x="4802473" y="3104797"/>
                  <a:pt x="4796214" y="3102770"/>
                </a:cubicBezTo>
                <a:cubicBezTo>
                  <a:pt x="4790379" y="3100899"/>
                  <a:pt x="4788307" y="3096689"/>
                  <a:pt x="4788307" y="3093371"/>
                </a:cubicBezTo>
                <a:cubicBezTo>
                  <a:pt x="4788307" y="3086644"/>
                  <a:pt x="4795791" y="3082457"/>
                  <a:pt x="4806749" y="3082457"/>
                </a:cubicBezTo>
                <a:cubicBezTo>
                  <a:pt x="4816861" y="3082457"/>
                  <a:pt x="4831049" y="3085798"/>
                  <a:pt x="4836105" y="3088092"/>
                </a:cubicBezTo>
                <a:lnTo>
                  <a:pt x="4846262" y="3062122"/>
                </a:lnTo>
                <a:cubicBezTo>
                  <a:pt x="4834813" y="3058803"/>
                  <a:pt x="4821873" y="3056108"/>
                  <a:pt x="4801493" y="3056108"/>
                </a:cubicBezTo>
                <a:close/>
                <a:moveTo>
                  <a:pt x="5617709" y="3021896"/>
                </a:moveTo>
                <a:lnTo>
                  <a:pt x="5577840" y="3033188"/>
                </a:lnTo>
                <a:lnTo>
                  <a:pt x="5577840" y="3061386"/>
                </a:lnTo>
                <a:lnTo>
                  <a:pt x="5557527" y="3061386"/>
                </a:lnTo>
                <a:lnTo>
                  <a:pt x="5557527" y="3086978"/>
                </a:lnTo>
                <a:lnTo>
                  <a:pt x="5577840" y="3086978"/>
                </a:lnTo>
                <a:lnTo>
                  <a:pt x="5577840" y="3154309"/>
                </a:lnTo>
                <a:cubicBezTo>
                  <a:pt x="5577840" y="3183887"/>
                  <a:pt x="5599244" y="3192307"/>
                  <a:pt x="5623344" y="3192307"/>
                </a:cubicBezTo>
                <a:cubicBezTo>
                  <a:pt x="5631295" y="3192307"/>
                  <a:pt x="5643545" y="3190926"/>
                  <a:pt x="5652699" y="3189300"/>
                </a:cubicBezTo>
                <a:lnTo>
                  <a:pt x="5650049" y="3163329"/>
                </a:lnTo>
                <a:cubicBezTo>
                  <a:pt x="5645795" y="3163908"/>
                  <a:pt x="5641563" y="3164465"/>
                  <a:pt x="5637643" y="3164465"/>
                </a:cubicBezTo>
                <a:cubicBezTo>
                  <a:pt x="5626395" y="3164465"/>
                  <a:pt x="5617709" y="3161414"/>
                  <a:pt x="5617709" y="3144910"/>
                </a:cubicBezTo>
                <a:lnTo>
                  <a:pt x="5617709" y="3086978"/>
                </a:lnTo>
                <a:lnTo>
                  <a:pt x="5652699" y="3086978"/>
                </a:lnTo>
                <a:lnTo>
                  <a:pt x="5652699" y="3061386"/>
                </a:lnTo>
                <a:lnTo>
                  <a:pt x="5617709" y="3061386"/>
                </a:lnTo>
                <a:close/>
                <a:moveTo>
                  <a:pt x="5341946" y="2952182"/>
                </a:moveTo>
                <a:cubicBezTo>
                  <a:pt x="5314684" y="2956080"/>
                  <a:pt x="5274103" y="2963185"/>
                  <a:pt x="5251696" y="2985591"/>
                </a:cubicBezTo>
                <a:cubicBezTo>
                  <a:pt x="5239981" y="2997285"/>
                  <a:pt x="5236328" y="3011762"/>
                  <a:pt x="5236328" y="3028044"/>
                </a:cubicBezTo>
                <a:cubicBezTo>
                  <a:pt x="5236328" y="3037510"/>
                  <a:pt x="5237553" y="3047444"/>
                  <a:pt x="5240382" y="3056486"/>
                </a:cubicBezTo>
                <a:cubicBezTo>
                  <a:pt x="5245282" y="3052945"/>
                  <a:pt x="5256953" y="3052433"/>
                  <a:pt x="5262966" y="3052433"/>
                </a:cubicBezTo>
                <a:cubicBezTo>
                  <a:pt x="5280250" y="3052433"/>
                  <a:pt x="5294928" y="3052945"/>
                  <a:pt x="5310786" y="3037087"/>
                </a:cubicBezTo>
                <a:cubicBezTo>
                  <a:pt x="5330520" y="3017375"/>
                  <a:pt x="5321745" y="2986416"/>
                  <a:pt x="5341924" y="2952227"/>
                </a:cubicBezTo>
                <a:close/>
                <a:moveTo>
                  <a:pt x="0" y="0"/>
                </a:moveTo>
                <a:lnTo>
                  <a:pt x="6080760" y="0"/>
                </a:lnTo>
                <a:lnTo>
                  <a:pt x="6080760" y="3410712"/>
                </a:lnTo>
                <a:lnTo>
                  <a:pt x="0" y="3410712"/>
                </a:lnTo>
                <a:close/>
              </a:path>
            </a:pathLst>
          </a:custGeom>
          <a:pattFill prst="ltVert">
            <a:fgClr>
              <a:schemeClr val="bg1">
                <a:lumMod val="85000"/>
              </a:schemeClr>
            </a:fgClr>
            <a:bgClr>
              <a:schemeClr val="bg1"/>
            </a:bgClr>
          </a:pattFill>
        </p:spPr>
        <p:txBody>
          <a:bodyPr wrap="square" anchor="ctr">
            <a:noAutofit/>
          </a:bodyPr>
          <a:lstStyle>
            <a:lvl1pPr marL="0" indent="0" algn="ctr">
              <a:buNone/>
              <a:defRPr/>
            </a:lvl1pPr>
          </a:lstStyle>
          <a:p>
            <a:endParaRPr lang="en-US" dirty="0"/>
          </a:p>
        </p:txBody>
      </p:sp>
      <p:sp>
        <p:nvSpPr>
          <p:cNvPr id="3" name="Footer Placeholder 2">
            <a:extLst>
              <a:ext uri="{FF2B5EF4-FFF2-40B4-BE49-F238E27FC236}">
                <a16:creationId xmlns:a16="http://schemas.microsoft.com/office/drawing/2014/main" id="{DEA7FC16-EF75-0FB4-4D3F-76914615437B}"/>
              </a:ext>
            </a:extLst>
          </p:cNvPr>
          <p:cNvSpPr>
            <a:spLocks noGrp="1"/>
          </p:cNvSpPr>
          <p:nvPr>
            <p:ph type="ftr" sz="quarter" idx="10"/>
          </p:nvPr>
        </p:nvSpPr>
        <p:spPr>
          <a:ln>
            <a:solidFill>
              <a:schemeClr val="bg1"/>
            </a:solidFill>
          </a:ln>
        </p:spPr>
        <p:txBody>
          <a:bodyPr/>
          <a:lstStyle>
            <a:lvl1pPr>
              <a:defRPr>
                <a:solidFill>
                  <a:schemeClr val="bg1"/>
                </a:solidFill>
              </a:defRPr>
            </a:lvl1pPr>
          </a:lstStyle>
          <a:p>
            <a:pPr algn="r"/>
            <a:r>
              <a:rPr lang="en-GB" dirty="0"/>
              <a:t>Classification: Public</a:t>
            </a:r>
          </a:p>
        </p:txBody>
      </p:sp>
      <p:sp>
        <p:nvSpPr>
          <p:cNvPr id="4" name="Slide Number Placeholder 3">
            <a:extLst>
              <a:ext uri="{FF2B5EF4-FFF2-40B4-BE49-F238E27FC236}">
                <a16:creationId xmlns:a16="http://schemas.microsoft.com/office/drawing/2014/main" id="{3D97DA62-1362-7414-41AA-E7D254D495CA}"/>
              </a:ext>
            </a:extLst>
          </p:cNvPr>
          <p:cNvSpPr>
            <a:spLocks noGrp="1"/>
          </p:cNvSpPr>
          <p:nvPr>
            <p:ph type="sldNum" sz="quarter" idx="11"/>
          </p:nvPr>
        </p:nvSpPr>
        <p:spPr/>
        <p:txBody>
          <a:bodyPr/>
          <a:lstStyle>
            <a:lvl1pPr>
              <a:defRPr>
                <a:solidFill>
                  <a:schemeClr val="bg1"/>
                </a:solidFill>
              </a:defRPr>
            </a:lvl1pPr>
          </a:lstStyle>
          <a:p>
            <a:fld id="{7695D00A-BA34-4D39-8C84-2534822D6434}" type="slidenum">
              <a:rPr lang="en-GB" smtClean="0"/>
              <a:pPr/>
              <a:t>‹#›</a:t>
            </a:fld>
            <a:endParaRPr lang="en-GB" dirty="0"/>
          </a:p>
        </p:txBody>
      </p:sp>
      <p:sp>
        <p:nvSpPr>
          <p:cNvPr id="23" name="Text Placeholder 20">
            <a:extLst>
              <a:ext uri="{FF2B5EF4-FFF2-40B4-BE49-F238E27FC236}">
                <a16:creationId xmlns:a16="http://schemas.microsoft.com/office/drawing/2014/main" id="{986C3113-5855-55B2-0F94-0E7DDD400F1F}"/>
              </a:ext>
            </a:extLst>
          </p:cNvPr>
          <p:cNvSpPr>
            <a:spLocks noGrp="1"/>
          </p:cNvSpPr>
          <p:nvPr>
            <p:ph type="body" sz="quarter" idx="14" hasCustomPrompt="1"/>
          </p:nvPr>
        </p:nvSpPr>
        <p:spPr>
          <a:xfrm>
            <a:off x="315658" y="2663952"/>
            <a:ext cx="2505456"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
        <p:nvSpPr>
          <p:cNvPr id="24" name="Text Placeholder 20">
            <a:extLst>
              <a:ext uri="{FF2B5EF4-FFF2-40B4-BE49-F238E27FC236}">
                <a16:creationId xmlns:a16="http://schemas.microsoft.com/office/drawing/2014/main" id="{CE33CAEA-A5E9-A765-7945-4B45D2E0CE51}"/>
              </a:ext>
            </a:extLst>
          </p:cNvPr>
          <p:cNvSpPr>
            <a:spLocks noGrp="1"/>
          </p:cNvSpPr>
          <p:nvPr>
            <p:ph type="body" sz="quarter" idx="15" hasCustomPrompt="1"/>
          </p:nvPr>
        </p:nvSpPr>
        <p:spPr>
          <a:xfrm>
            <a:off x="9366504" y="5818632"/>
            <a:ext cx="2505456"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
        <p:nvSpPr>
          <p:cNvPr id="21" name="Text Placeholder 20">
            <a:extLst>
              <a:ext uri="{FF2B5EF4-FFF2-40B4-BE49-F238E27FC236}">
                <a16:creationId xmlns:a16="http://schemas.microsoft.com/office/drawing/2014/main" id="{71C11AC4-B191-2FB1-A7C1-31FD222AF630}"/>
              </a:ext>
            </a:extLst>
          </p:cNvPr>
          <p:cNvSpPr>
            <a:spLocks noGrp="1"/>
          </p:cNvSpPr>
          <p:nvPr>
            <p:ph type="body" sz="quarter" idx="18" hasCustomPrompt="1"/>
          </p:nvPr>
        </p:nvSpPr>
        <p:spPr>
          <a:xfrm>
            <a:off x="315658" y="5818632"/>
            <a:ext cx="2505456"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
        <p:nvSpPr>
          <p:cNvPr id="25" name="Text Placeholder 20">
            <a:extLst>
              <a:ext uri="{FF2B5EF4-FFF2-40B4-BE49-F238E27FC236}">
                <a16:creationId xmlns:a16="http://schemas.microsoft.com/office/drawing/2014/main" id="{C8FE7800-1A5C-A98F-7917-F7D251ECF634}"/>
              </a:ext>
            </a:extLst>
          </p:cNvPr>
          <p:cNvSpPr>
            <a:spLocks noGrp="1"/>
          </p:cNvSpPr>
          <p:nvPr>
            <p:ph type="body" sz="quarter" idx="19" hasCustomPrompt="1"/>
          </p:nvPr>
        </p:nvSpPr>
        <p:spPr>
          <a:xfrm>
            <a:off x="9366504" y="2663952"/>
            <a:ext cx="2505456" cy="429768"/>
          </a:xfrm>
          <a:prstGeom prst="roundRect">
            <a:avLst>
              <a:gd name="adj" fmla="val 50000"/>
            </a:avLst>
          </a:prstGeom>
          <a:solidFill>
            <a:schemeClr val="bg1">
              <a:alpha val="80000"/>
            </a:schemeClr>
          </a:solidFill>
        </p:spPr>
        <p:txBody>
          <a:bodyPr anchor="ctr"/>
          <a:lstStyle>
            <a:lvl1pPr marL="0" indent="0" algn="ctr">
              <a:buNone/>
              <a:defRPr sz="1400"/>
            </a:lvl1pPr>
          </a:lstStyle>
          <a:p>
            <a:pPr lvl="0"/>
            <a:r>
              <a:rPr lang="en-US" dirty="0"/>
              <a:t>Add short description</a:t>
            </a:r>
          </a:p>
        </p:txBody>
      </p:sp>
    </p:spTree>
    <p:extLst>
      <p:ext uri="{BB962C8B-B14F-4D97-AF65-F5344CB8AC3E}">
        <p14:creationId xmlns:p14="http://schemas.microsoft.com/office/powerpoint/2010/main" val="23530573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7_Photo coll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C9346-16E7-4927-7640-C7720C273473}"/>
              </a:ext>
            </a:extLst>
          </p:cNvPr>
          <p:cNvSpPr>
            <a:spLocks noGrp="1"/>
          </p:cNvSpPr>
          <p:nvPr>
            <p:ph type="title" hasCustomPrompt="1"/>
          </p:nvPr>
        </p:nvSpPr>
        <p:spPr/>
        <p:txBody>
          <a:bodyPr/>
          <a:lstStyle/>
          <a:p>
            <a:r>
              <a:rPr lang="en-US" dirty="0"/>
              <a:t>Title</a:t>
            </a:r>
          </a:p>
        </p:txBody>
      </p:sp>
      <p:sp>
        <p:nvSpPr>
          <p:cNvPr id="3" name="Footer Placeholder 2">
            <a:extLst>
              <a:ext uri="{FF2B5EF4-FFF2-40B4-BE49-F238E27FC236}">
                <a16:creationId xmlns:a16="http://schemas.microsoft.com/office/drawing/2014/main" id="{374947DB-B498-CF34-09AF-B6614284DC9A}"/>
              </a:ext>
            </a:extLst>
          </p:cNvPr>
          <p:cNvSpPr>
            <a:spLocks noGrp="1"/>
          </p:cNvSpPr>
          <p:nvPr>
            <p:ph type="ftr" sz="quarter" idx="10"/>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B0F3FDFD-46DF-D5CC-E790-7BAA5AC626FB}"/>
              </a:ext>
            </a:extLst>
          </p:cNvPr>
          <p:cNvSpPr>
            <a:spLocks noGrp="1"/>
          </p:cNvSpPr>
          <p:nvPr>
            <p:ph type="sldNum" sz="quarter" idx="11"/>
          </p:nvPr>
        </p:nvSpPr>
        <p:spPr/>
        <p:txBody>
          <a:bodyPr/>
          <a:lstStyle/>
          <a:p>
            <a:fld id="{7695D00A-BA34-4D39-8C84-2534822D6434}" type="slidenum">
              <a:rPr lang="en-GB" smtClean="0"/>
              <a:pPr/>
              <a:t>‹#›</a:t>
            </a:fld>
            <a:endParaRPr lang="en-GB" dirty="0"/>
          </a:p>
        </p:txBody>
      </p:sp>
      <p:sp>
        <p:nvSpPr>
          <p:cNvPr id="6" name="Picture Placeholder 5">
            <a:extLst>
              <a:ext uri="{FF2B5EF4-FFF2-40B4-BE49-F238E27FC236}">
                <a16:creationId xmlns:a16="http://schemas.microsoft.com/office/drawing/2014/main" id="{55FAD21F-7160-9A94-7940-BE55B2D11D5C}"/>
              </a:ext>
            </a:extLst>
          </p:cNvPr>
          <p:cNvSpPr>
            <a:spLocks noGrp="1"/>
          </p:cNvSpPr>
          <p:nvPr>
            <p:ph type="pic" sz="quarter" idx="12"/>
          </p:nvPr>
        </p:nvSpPr>
        <p:spPr>
          <a:xfrm>
            <a:off x="0" y="1141286"/>
            <a:ext cx="3154680" cy="4187952"/>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8" name="Picture Placeholder 7">
            <a:extLst>
              <a:ext uri="{FF2B5EF4-FFF2-40B4-BE49-F238E27FC236}">
                <a16:creationId xmlns:a16="http://schemas.microsoft.com/office/drawing/2014/main" id="{C640EBB9-00B1-9EFB-A147-26639E42F448}"/>
              </a:ext>
            </a:extLst>
          </p:cNvPr>
          <p:cNvSpPr>
            <a:spLocks noGrp="1"/>
          </p:cNvSpPr>
          <p:nvPr>
            <p:ph type="pic" sz="quarter" idx="13"/>
          </p:nvPr>
        </p:nvSpPr>
        <p:spPr>
          <a:xfrm>
            <a:off x="0" y="5367528"/>
            <a:ext cx="3154680" cy="1490472"/>
          </a:xfrm>
          <a:pattFill prst="ltVert">
            <a:fgClr>
              <a:schemeClr val="bg1">
                <a:lumMod val="85000"/>
              </a:schemeClr>
            </a:fgClr>
            <a:bgClr>
              <a:schemeClr val="bg1"/>
            </a:bgClr>
          </a:pattFill>
        </p:spPr>
        <p:txBody>
          <a:bodyPr/>
          <a:lstStyle>
            <a:lvl1pPr marL="0" indent="0">
              <a:buNone/>
              <a:defRPr/>
            </a:lvl1pPr>
          </a:lstStyle>
          <a:p>
            <a:endParaRPr lang="en-US" dirty="0"/>
          </a:p>
        </p:txBody>
      </p:sp>
      <p:sp>
        <p:nvSpPr>
          <p:cNvPr id="10" name="Picture Placeholder 5">
            <a:extLst>
              <a:ext uri="{FF2B5EF4-FFF2-40B4-BE49-F238E27FC236}">
                <a16:creationId xmlns:a16="http://schemas.microsoft.com/office/drawing/2014/main" id="{43019AA5-20FE-6EC6-7271-6467E73B7982}"/>
              </a:ext>
            </a:extLst>
          </p:cNvPr>
          <p:cNvSpPr>
            <a:spLocks noGrp="1"/>
          </p:cNvSpPr>
          <p:nvPr>
            <p:ph type="pic" sz="quarter" idx="14"/>
          </p:nvPr>
        </p:nvSpPr>
        <p:spPr>
          <a:xfrm>
            <a:off x="3192272" y="1141286"/>
            <a:ext cx="1911096" cy="1307592"/>
          </a:xfrm>
          <a:pattFill prst="ltVert">
            <a:fgClr>
              <a:schemeClr val="bg1">
                <a:lumMod val="85000"/>
              </a:schemeClr>
            </a:fgClr>
            <a:bgClr>
              <a:schemeClr val="bg1"/>
            </a:bgClr>
          </a:pattFill>
        </p:spPr>
        <p:txBody>
          <a:bodyPr/>
          <a:lstStyle>
            <a:lvl1pPr marL="0" indent="0">
              <a:buNone/>
              <a:defRPr/>
            </a:lvl1pPr>
          </a:lstStyle>
          <a:p>
            <a:endParaRPr lang="en-US" dirty="0"/>
          </a:p>
        </p:txBody>
      </p:sp>
      <p:sp>
        <p:nvSpPr>
          <p:cNvPr id="11" name="Picture Placeholder 5">
            <a:extLst>
              <a:ext uri="{FF2B5EF4-FFF2-40B4-BE49-F238E27FC236}">
                <a16:creationId xmlns:a16="http://schemas.microsoft.com/office/drawing/2014/main" id="{FFCA0794-A576-63BE-A13F-7D94E37F384E}"/>
              </a:ext>
            </a:extLst>
          </p:cNvPr>
          <p:cNvSpPr>
            <a:spLocks noGrp="1"/>
          </p:cNvSpPr>
          <p:nvPr>
            <p:ph type="pic" sz="quarter" idx="15"/>
          </p:nvPr>
        </p:nvSpPr>
        <p:spPr>
          <a:xfrm>
            <a:off x="3192272" y="2486311"/>
            <a:ext cx="1911096" cy="1883664"/>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12" name="Picture Placeholder 5">
            <a:extLst>
              <a:ext uri="{FF2B5EF4-FFF2-40B4-BE49-F238E27FC236}">
                <a16:creationId xmlns:a16="http://schemas.microsoft.com/office/drawing/2014/main" id="{9CBA4446-CC3A-CF20-0473-5165C5873D66}"/>
              </a:ext>
            </a:extLst>
          </p:cNvPr>
          <p:cNvSpPr>
            <a:spLocks noGrp="1"/>
          </p:cNvSpPr>
          <p:nvPr>
            <p:ph type="pic" sz="quarter" idx="16"/>
          </p:nvPr>
        </p:nvSpPr>
        <p:spPr>
          <a:xfrm>
            <a:off x="5140960" y="1141286"/>
            <a:ext cx="1911096" cy="3227832"/>
          </a:xfrm>
          <a:pattFill prst="ltVert">
            <a:fgClr>
              <a:schemeClr val="bg1">
                <a:lumMod val="85000"/>
              </a:schemeClr>
            </a:fgClr>
            <a:bgClr>
              <a:schemeClr val="bg1"/>
            </a:bgClr>
          </a:pattFill>
        </p:spPr>
        <p:txBody>
          <a:bodyPr/>
          <a:lstStyle>
            <a:lvl1pPr marL="0" indent="0">
              <a:buNone/>
              <a:defRPr/>
            </a:lvl1pPr>
          </a:lstStyle>
          <a:p>
            <a:endParaRPr lang="en-US" dirty="0"/>
          </a:p>
        </p:txBody>
      </p:sp>
      <p:sp>
        <p:nvSpPr>
          <p:cNvPr id="13" name="Picture Placeholder 5">
            <a:extLst>
              <a:ext uri="{FF2B5EF4-FFF2-40B4-BE49-F238E27FC236}">
                <a16:creationId xmlns:a16="http://schemas.microsoft.com/office/drawing/2014/main" id="{9CA58B49-5218-0844-95B6-9CB5FA69A649}"/>
              </a:ext>
            </a:extLst>
          </p:cNvPr>
          <p:cNvSpPr>
            <a:spLocks noGrp="1"/>
          </p:cNvSpPr>
          <p:nvPr>
            <p:ph type="pic" sz="quarter" idx="17"/>
          </p:nvPr>
        </p:nvSpPr>
        <p:spPr>
          <a:xfrm>
            <a:off x="3192272" y="4407408"/>
            <a:ext cx="3858768" cy="2450592"/>
          </a:xfrm>
          <a:pattFill prst="ltVert">
            <a:fgClr>
              <a:schemeClr val="bg1">
                <a:lumMod val="85000"/>
              </a:schemeClr>
            </a:fgClr>
            <a:bgClr>
              <a:schemeClr val="bg1"/>
            </a:bgClr>
          </a:pattFill>
        </p:spPr>
        <p:txBody>
          <a:bodyPr/>
          <a:lstStyle>
            <a:lvl1pPr marL="0" indent="0">
              <a:buNone/>
              <a:defRPr/>
            </a:lvl1pPr>
          </a:lstStyle>
          <a:p>
            <a:endParaRPr lang="en-US" dirty="0"/>
          </a:p>
        </p:txBody>
      </p:sp>
      <p:sp>
        <p:nvSpPr>
          <p:cNvPr id="14" name="Picture Placeholder 5">
            <a:extLst>
              <a:ext uri="{FF2B5EF4-FFF2-40B4-BE49-F238E27FC236}">
                <a16:creationId xmlns:a16="http://schemas.microsoft.com/office/drawing/2014/main" id="{F6E7491F-C17F-6557-BA18-02E7302139EA}"/>
              </a:ext>
            </a:extLst>
          </p:cNvPr>
          <p:cNvSpPr>
            <a:spLocks noGrp="1"/>
          </p:cNvSpPr>
          <p:nvPr>
            <p:ph type="pic" sz="quarter" idx="18"/>
          </p:nvPr>
        </p:nvSpPr>
        <p:spPr>
          <a:xfrm>
            <a:off x="7089648" y="1141286"/>
            <a:ext cx="5102352" cy="2267712"/>
          </a:xfrm>
          <a:pattFill prst="ltVert">
            <a:fgClr>
              <a:schemeClr val="bg1">
                <a:lumMod val="85000"/>
              </a:schemeClr>
            </a:fgClr>
            <a:bgClr>
              <a:schemeClr val="bg1"/>
            </a:bgClr>
          </a:pattFill>
        </p:spPr>
        <p:txBody>
          <a:bodyPr/>
          <a:lstStyle>
            <a:lvl1pPr marL="0" indent="0">
              <a:buNone/>
              <a:defRPr/>
            </a:lvl1pPr>
          </a:lstStyle>
          <a:p>
            <a:endParaRPr lang="en-US" dirty="0"/>
          </a:p>
        </p:txBody>
      </p:sp>
      <p:sp>
        <p:nvSpPr>
          <p:cNvPr id="15" name="Picture Placeholder 5">
            <a:extLst>
              <a:ext uri="{FF2B5EF4-FFF2-40B4-BE49-F238E27FC236}">
                <a16:creationId xmlns:a16="http://schemas.microsoft.com/office/drawing/2014/main" id="{82A51C97-D2F8-62CB-1A78-6CF925062F32}"/>
              </a:ext>
            </a:extLst>
          </p:cNvPr>
          <p:cNvSpPr>
            <a:spLocks noGrp="1"/>
          </p:cNvSpPr>
          <p:nvPr>
            <p:ph type="pic" sz="quarter" idx="19"/>
          </p:nvPr>
        </p:nvSpPr>
        <p:spPr>
          <a:xfrm>
            <a:off x="7088632" y="3446431"/>
            <a:ext cx="2889504" cy="1883664"/>
          </a:xfrm>
          <a:pattFill prst="ltVert">
            <a:fgClr>
              <a:schemeClr val="bg1">
                <a:lumMod val="85000"/>
              </a:schemeClr>
            </a:fgClr>
            <a:bgClr>
              <a:schemeClr val="bg1"/>
            </a:bgClr>
          </a:pattFill>
        </p:spPr>
        <p:txBody>
          <a:bodyPr/>
          <a:lstStyle>
            <a:lvl1pPr marL="0" indent="0">
              <a:buNone/>
              <a:defRPr/>
            </a:lvl1pPr>
          </a:lstStyle>
          <a:p>
            <a:endParaRPr lang="en-US" dirty="0"/>
          </a:p>
        </p:txBody>
      </p:sp>
      <p:sp>
        <p:nvSpPr>
          <p:cNvPr id="16" name="Picture Placeholder 5">
            <a:extLst>
              <a:ext uri="{FF2B5EF4-FFF2-40B4-BE49-F238E27FC236}">
                <a16:creationId xmlns:a16="http://schemas.microsoft.com/office/drawing/2014/main" id="{3C2B1066-5BB5-0568-8858-2CB0D9B4228E}"/>
              </a:ext>
            </a:extLst>
          </p:cNvPr>
          <p:cNvSpPr>
            <a:spLocks noGrp="1"/>
          </p:cNvSpPr>
          <p:nvPr>
            <p:ph type="pic" sz="quarter" idx="20"/>
          </p:nvPr>
        </p:nvSpPr>
        <p:spPr>
          <a:xfrm>
            <a:off x="7089648" y="5367528"/>
            <a:ext cx="2889504" cy="1490472"/>
          </a:xfrm>
          <a:pattFill prst="ltVert">
            <a:fgClr>
              <a:schemeClr val="bg1">
                <a:lumMod val="85000"/>
              </a:schemeClr>
            </a:fgClr>
            <a:bgClr>
              <a:schemeClr val="bg1"/>
            </a:bgClr>
          </a:pattFill>
        </p:spPr>
        <p:txBody>
          <a:bodyPr/>
          <a:lstStyle>
            <a:lvl1pPr marL="0" indent="0">
              <a:buNone/>
              <a:defRPr/>
            </a:lvl1pPr>
          </a:lstStyle>
          <a:p>
            <a:endParaRPr lang="en-US" dirty="0"/>
          </a:p>
        </p:txBody>
      </p:sp>
      <p:sp>
        <p:nvSpPr>
          <p:cNvPr id="17" name="Picture Placeholder 5">
            <a:extLst>
              <a:ext uri="{FF2B5EF4-FFF2-40B4-BE49-F238E27FC236}">
                <a16:creationId xmlns:a16="http://schemas.microsoft.com/office/drawing/2014/main" id="{FF5C3002-32AC-881F-5E27-C8BCDAF1B1D8}"/>
              </a:ext>
            </a:extLst>
          </p:cNvPr>
          <p:cNvSpPr>
            <a:spLocks noGrp="1"/>
          </p:cNvSpPr>
          <p:nvPr>
            <p:ph type="pic" sz="quarter" idx="21"/>
          </p:nvPr>
        </p:nvSpPr>
        <p:spPr>
          <a:xfrm>
            <a:off x="10015728" y="3447288"/>
            <a:ext cx="2176272" cy="3410712"/>
          </a:xfrm>
          <a:pattFill prst="ltVert">
            <a:fgClr>
              <a:schemeClr val="bg1">
                <a:lumMod val="85000"/>
              </a:schemeClr>
            </a:fgClr>
            <a:bgClr>
              <a:schemeClr val="bg1"/>
            </a:bgClr>
          </a:pattFill>
        </p:spPr>
        <p:txBody>
          <a:bodyPr/>
          <a:lstStyle>
            <a:lvl1pPr marL="0" indent="0">
              <a:buNone/>
              <a:defRPr/>
            </a:lvl1pPr>
          </a:lstStyle>
          <a:p>
            <a:endParaRPr lang="en-US" dirty="0"/>
          </a:p>
        </p:txBody>
      </p:sp>
    </p:spTree>
    <p:extLst>
      <p:ext uri="{BB962C8B-B14F-4D97-AF65-F5344CB8AC3E}">
        <p14:creationId xmlns:p14="http://schemas.microsoft.com/office/powerpoint/2010/main" val="33208493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8_Photos (gr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C9346-16E7-4927-7640-C7720C273473}"/>
              </a:ext>
            </a:extLst>
          </p:cNvPr>
          <p:cNvSpPr>
            <a:spLocks noGrp="1"/>
          </p:cNvSpPr>
          <p:nvPr>
            <p:ph type="title" hasCustomPrompt="1"/>
          </p:nvPr>
        </p:nvSpPr>
        <p:spPr/>
        <p:txBody>
          <a:bodyPr/>
          <a:lstStyle/>
          <a:p>
            <a:r>
              <a:rPr lang="en-US" dirty="0"/>
              <a:t>Title</a:t>
            </a:r>
          </a:p>
        </p:txBody>
      </p:sp>
      <p:sp>
        <p:nvSpPr>
          <p:cNvPr id="3" name="Footer Placeholder 2">
            <a:extLst>
              <a:ext uri="{FF2B5EF4-FFF2-40B4-BE49-F238E27FC236}">
                <a16:creationId xmlns:a16="http://schemas.microsoft.com/office/drawing/2014/main" id="{374947DB-B498-CF34-09AF-B6614284DC9A}"/>
              </a:ext>
            </a:extLst>
          </p:cNvPr>
          <p:cNvSpPr>
            <a:spLocks noGrp="1"/>
          </p:cNvSpPr>
          <p:nvPr>
            <p:ph type="ftr" sz="quarter" idx="10"/>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B0F3FDFD-46DF-D5CC-E790-7BAA5AC626FB}"/>
              </a:ext>
            </a:extLst>
          </p:cNvPr>
          <p:cNvSpPr>
            <a:spLocks noGrp="1"/>
          </p:cNvSpPr>
          <p:nvPr>
            <p:ph type="sldNum" sz="quarter" idx="11"/>
          </p:nvPr>
        </p:nvSpPr>
        <p:spPr/>
        <p:txBody>
          <a:bodyPr/>
          <a:lstStyle/>
          <a:p>
            <a:fld id="{7695D00A-BA34-4D39-8C84-2534822D6434}" type="slidenum">
              <a:rPr lang="en-GB" smtClean="0"/>
              <a:pPr/>
              <a:t>‹#›</a:t>
            </a:fld>
            <a:endParaRPr lang="en-GB" dirty="0"/>
          </a:p>
        </p:txBody>
      </p:sp>
      <p:sp>
        <p:nvSpPr>
          <p:cNvPr id="5" name="Picture Placeholder 5">
            <a:extLst>
              <a:ext uri="{FF2B5EF4-FFF2-40B4-BE49-F238E27FC236}">
                <a16:creationId xmlns:a16="http://schemas.microsoft.com/office/drawing/2014/main" id="{0596ABFD-015C-806C-9856-96AC29BE6FFA}"/>
              </a:ext>
            </a:extLst>
          </p:cNvPr>
          <p:cNvSpPr>
            <a:spLocks noGrp="1"/>
          </p:cNvSpPr>
          <p:nvPr>
            <p:ph type="pic" sz="quarter" idx="12"/>
          </p:nvPr>
        </p:nvSpPr>
        <p:spPr>
          <a:xfrm>
            <a:off x="0" y="1141286"/>
            <a:ext cx="3022600" cy="1883664"/>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7" name="Picture Placeholder 5">
            <a:extLst>
              <a:ext uri="{FF2B5EF4-FFF2-40B4-BE49-F238E27FC236}">
                <a16:creationId xmlns:a16="http://schemas.microsoft.com/office/drawing/2014/main" id="{8502DD94-4BB1-0DC6-AE34-CFB82A42C15B}"/>
              </a:ext>
            </a:extLst>
          </p:cNvPr>
          <p:cNvSpPr>
            <a:spLocks noGrp="1"/>
          </p:cNvSpPr>
          <p:nvPr>
            <p:ph type="pic" sz="quarter" idx="13"/>
          </p:nvPr>
        </p:nvSpPr>
        <p:spPr>
          <a:xfrm>
            <a:off x="0" y="3062383"/>
            <a:ext cx="3022600" cy="1883664"/>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9" name="Picture Placeholder 5">
            <a:extLst>
              <a:ext uri="{FF2B5EF4-FFF2-40B4-BE49-F238E27FC236}">
                <a16:creationId xmlns:a16="http://schemas.microsoft.com/office/drawing/2014/main" id="{858F61CD-5E98-D551-2689-DC5CFF247EA3}"/>
              </a:ext>
            </a:extLst>
          </p:cNvPr>
          <p:cNvSpPr>
            <a:spLocks noGrp="1"/>
          </p:cNvSpPr>
          <p:nvPr>
            <p:ph type="pic" sz="quarter" idx="14"/>
          </p:nvPr>
        </p:nvSpPr>
        <p:spPr>
          <a:xfrm>
            <a:off x="0" y="4983480"/>
            <a:ext cx="3022600" cy="1874520"/>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18" name="Picture Placeholder 5">
            <a:extLst>
              <a:ext uri="{FF2B5EF4-FFF2-40B4-BE49-F238E27FC236}">
                <a16:creationId xmlns:a16="http://schemas.microsoft.com/office/drawing/2014/main" id="{A7689C61-291D-B091-212A-610005FB0D9F}"/>
              </a:ext>
            </a:extLst>
          </p:cNvPr>
          <p:cNvSpPr>
            <a:spLocks noGrp="1"/>
          </p:cNvSpPr>
          <p:nvPr>
            <p:ph type="pic" sz="quarter" idx="15"/>
          </p:nvPr>
        </p:nvSpPr>
        <p:spPr>
          <a:xfrm>
            <a:off x="3063240" y="1141286"/>
            <a:ext cx="3012440" cy="1883664"/>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19" name="Picture Placeholder 5">
            <a:extLst>
              <a:ext uri="{FF2B5EF4-FFF2-40B4-BE49-F238E27FC236}">
                <a16:creationId xmlns:a16="http://schemas.microsoft.com/office/drawing/2014/main" id="{79023451-7085-EB54-1968-6B9E3D38DBDC}"/>
              </a:ext>
            </a:extLst>
          </p:cNvPr>
          <p:cNvSpPr>
            <a:spLocks noGrp="1"/>
          </p:cNvSpPr>
          <p:nvPr>
            <p:ph type="pic" sz="quarter" idx="16"/>
          </p:nvPr>
        </p:nvSpPr>
        <p:spPr>
          <a:xfrm>
            <a:off x="3063240" y="3062383"/>
            <a:ext cx="3012440" cy="1883664"/>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20" name="Picture Placeholder 5">
            <a:extLst>
              <a:ext uri="{FF2B5EF4-FFF2-40B4-BE49-F238E27FC236}">
                <a16:creationId xmlns:a16="http://schemas.microsoft.com/office/drawing/2014/main" id="{ECF6DA1F-B4C3-B3A3-964A-BC5CF7120090}"/>
              </a:ext>
            </a:extLst>
          </p:cNvPr>
          <p:cNvSpPr>
            <a:spLocks noGrp="1"/>
          </p:cNvSpPr>
          <p:nvPr>
            <p:ph type="pic" sz="quarter" idx="17"/>
          </p:nvPr>
        </p:nvSpPr>
        <p:spPr>
          <a:xfrm>
            <a:off x="3063240" y="4983480"/>
            <a:ext cx="3012440" cy="1874520"/>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21" name="Picture Placeholder 5">
            <a:extLst>
              <a:ext uri="{FF2B5EF4-FFF2-40B4-BE49-F238E27FC236}">
                <a16:creationId xmlns:a16="http://schemas.microsoft.com/office/drawing/2014/main" id="{741D8FD1-C648-CD11-61FA-5F188DC48CBF}"/>
              </a:ext>
            </a:extLst>
          </p:cNvPr>
          <p:cNvSpPr>
            <a:spLocks noGrp="1"/>
          </p:cNvSpPr>
          <p:nvPr>
            <p:ph type="pic" sz="quarter" idx="18"/>
          </p:nvPr>
        </p:nvSpPr>
        <p:spPr>
          <a:xfrm>
            <a:off x="6121400" y="1141286"/>
            <a:ext cx="3012440" cy="1883664"/>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22" name="Picture Placeholder 5">
            <a:extLst>
              <a:ext uri="{FF2B5EF4-FFF2-40B4-BE49-F238E27FC236}">
                <a16:creationId xmlns:a16="http://schemas.microsoft.com/office/drawing/2014/main" id="{0835EF8D-CCDE-FDFD-26C2-366CA61C5542}"/>
              </a:ext>
            </a:extLst>
          </p:cNvPr>
          <p:cNvSpPr>
            <a:spLocks noGrp="1"/>
          </p:cNvSpPr>
          <p:nvPr>
            <p:ph type="pic" sz="quarter" idx="19"/>
          </p:nvPr>
        </p:nvSpPr>
        <p:spPr>
          <a:xfrm>
            <a:off x="6121400" y="3062383"/>
            <a:ext cx="3012440" cy="1883664"/>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23" name="Picture Placeholder 5">
            <a:extLst>
              <a:ext uri="{FF2B5EF4-FFF2-40B4-BE49-F238E27FC236}">
                <a16:creationId xmlns:a16="http://schemas.microsoft.com/office/drawing/2014/main" id="{7C1D5277-229D-5983-6680-7A878940B6E1}"/>
              </a:ext>
            </a:extLst>
          </p:cNvPr>
          <p:cNvSpPr>
            <a:spLocks noGrp="1"/>
          </p:cNvSpPr>
          <p:nvPr>
            <p:ph type="pic" sz="quarter" idx="20"/>
          </p:nvPr>
        </p:nvSpPr>
        <p:spPr>
          <a:xfrm>
            <a:off x="6121400" y="4983480"/>
            <a:ext cx="3012440" cy="1874520"/>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24" name="Picture Placeholder 5">
            <a:extLst>
              <a:ext uri="{FF2B5EF4-FFF2-40B4-BE49-F238E27FC236}">
                <a16:creationId xmlns:a16="http://schemas.microsoft.com/office/drawing/2014/main" id="{21BE7834-0357-992F-33F8-BE60F87BA7C1}"/>
              </a:ext>
            </a:extLst>
          </p:cNvPr>
          <p:cNvSpPr>
            <a:spLocks noGrp="1"/>
          </p:cNvSpPr>
          <p:nvPr>
            <p:ph type="pic" sz="quarter" idx="21"/>
          </p:nvPr>
        </p:nvSpPr>
        <p:spPr>
          <a:xfrm>
            <a:off x="9169400" y="1141286"/>
            <a:ext cx="3022600" cy="1883664"/>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25" name="Picture Placeholder 5">
            <a:extLst>
              <a:ext uri="{FF2B5EF4-FFF2-40B4-BE49-F238E27FC236}">
                <a16:creationId xmlns:a16="http://schemas.microsoft.com/office/drawing/2014/main" id="{71710F9A-6E57-8B37-D7F1-A56AA210846E}"/>
              </a:ext>
            </a:extLst>
          </p:cNvPr>
          <p:cNvSpPr>
            <a:spLocks noGrp="1"/>
          </p:cNvSpPr>
          <p:nvPr>
            <p:ph type="pic" sz="quarter" idx="22"/>
          </p:nvPr>
        </p:nvSpPr>
        <p:spPr>
          <a:xfrm>
            <a:off x="9169400" y="3062383"/>
            <a:ext cx="3022600" cy="1883664"/>
          </a:xfrm>
          <a:pattFill prst="ltVert">
            <a:fgClr>
              <a:schemeClr val="bg1">
                <a:lumMod val="85000"/>
              </a:schemeClr>
            </a:fgClr>
            <a:bgClr>
              <a:schemeClr val="bg1"/>
            </a:bgClr>
          </a:pattFill>
        </p:spPr>
        <p:txBody>
          <a:bodyPr/>
          <a:lstStyle>
            <a:lvl1pPr marL="0" indent="0">
              <a:buNone/>
              <a:defRPr/>
            </a:lvl1pPr>
          </a:lstStyle>
          <a:p>
            <a:endParaRPr lang="en-US"/>
          </a:p>
        </p:txBody>
      </p:sp>
      <p:sp>
        <p:nvSpPr>
          <p:cNvPr id="26" name="Picture Placeholder 5">
            <a:extLst>
              <a:ext uri="{FF2B5EF4-FFF2-40B4-BE49-F238E27FC236}">
                <a16:creationId xmlns:a16="http://schemas.microsoft.com/office/drawing/2014/main" id="{ACAFE5F3-6E6D-7E33-2618-C86CC5B98378}"/>
              </a:ext>
            </a:extLst>
          </p:cNvPr>
          <p:cNvSpPr>
            <a:spLocks noGrp="1"/>
          </p:cNvSpPr>
          <p:nvPr>
            <p:ph type="pic" sz="quarter" idx="23"/>
          </p:nvPr>
        </p:nvSpPr>
        <p:spPr>
          <a:xfrm>
            <a:off x="9169400" y="4983480"/>
            <a:ext cx="3022600" cy="1874520"/>
          </a:xfrm>
          <a:pattFill prst="ltVert">
            <a:fgClr>
              <a:schemeClr val="bg1">
                <a:lumMod val="85000"/>
              </a:schemeClr>
            </a:fgClr>
            <a:bgClr>
              <a:schemeClr val="bg1"/>
            </a:bgClr>
          </a:pattFill>
        </p:spPr>
        <p:txBody>
          <a:bodyPr/>
          <a:lstStyle>
            <a:lvl1pPr marL="0" indent="0">
              <a:buNone/>
              <a:defRPr/>
            </a:lvl1pPr>
          </a:lstStyle>
          <a:p>
            <a:endParaRPr lang="en-US"/>
          </a:p>
        </p:txBody>
      </p:sp>
    </p:spTree>
    <p:extLst>
      <p:ext uri="{BB962C8B-B14F-4D97-AF65-F5344CB8AC3E}">
        <p14:creationId xmlns:p14="http://schemas.microsoft.com/office/powerpoint/2010/main" val="40400630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9_Closing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CC26E2-0848-9996-7D44-349F78948F0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a:off x="0" y="0"/>
            <a:ext cx="12192000" cy="6858000"/>
          </a:xfrm>
          <a:prstGeom prst="rect">
            <a:avLst/>
          </a:prstGeom>
        </p:spPr>
      </p:pic>
      <p:pic>
        <p:nvPicPr>
          <p:cNvPr id="8" name="Picture 7">
            <a:extLst>
              <a:ext uri="{FF2B5EF4-FFF2-40B4-BE49-F238E27FC236}">
                <a16:creationId xmlns:a16="http://schemas.microsoft.com/office/drawing/2014/main" id="{66B5C74D-359F-F488-9007-1E414B29A96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972467" y="1197280"/>
            <a:ext cx="4864567" cy="4816798"/>
          </a:xfrm>
          <a:custGeom>
            <a:avLst/>
            <a:gdLst>
              <a:gd name="connsiteX0" fmla="*/ 4133617 w 4864567"/>
              <a:gd name="connsiteY0" fmla="*/ 502599 h 4816798"/>
              <a:gd name="connsiteX1" fmla="*/ 958516 w 4864567"/>
              <a:gd name="connsiteY1" fmla="*/ 1748897 h 4816798"/>
              <a:gd name="connsiteX2" fmla="*/ 392329 w 4864567"/>
              <a:gd name="connsiteY2" fmla="*/ 3335289 h 4816798"/>
              <a:gd name="connsiteX3" fmla="*/ 490056 w 4864567"/>
              <a:gd name="connsiteY3" fmla="*/ 4219544 h 4816798"/>
              <a:gd name="connsiteX4" fmla="*/ 1279041 w 4864567"/>
              <a:gd name="connsiteY4" fmla="*/ 4130139 h 4816798"/>
              <a:gd name="connsiteX5" fmla="*/ 1342818 w 4864567"/>
              <a:gd name="connsiteY5" fmla="*/ 4130139 h 4816798"/>
              <a:gd name="connsiteX6" fmla="*/ 3083505 w 4864567"/>
              <a:gd name="connsiteY6" fmla="*/ 3563591 h 4816798"/>
              <a:gd name="connsiteX7" fmla="*/ 3669587 w 4864567"/>
              <a:gd name="connsiteY7" fmla="*/ 2089964 h 4816798"/>
              <a:gd name="connsiteX8" fmla="*/ 4133617 w 4864567"/>
              <a:gd name="connsiteY8" fmla="*/ 502599 h 4816798"/>
              <a:gd name="connsiteX9" fmla="*/ 4864567 w 4864567"/>
              <a:gd name="connsiteY9" fmla="*/ 0 h 4816798"/>
              <a:gd name="connsiteX10" fmla="*/ 4657240 w 4864567"/>
              <a:gd name="connsiteY10" fmla="*/ 351483 h 4816798"/>
              <a:gd name="connsiteX11" fmla="*/ 4054908 w 4864567"/>
              <a:gd name="connsiteY11" fmla="*/ 2163940 h 4816798"/>
              <a:gd name="connsiteX12" fmla="*/ 3360980 w 4864567"/>
              <a:gd name="connsiteY12" fmla="*/ 3841099 h 4816798"/>
              <a:gd name="connsiteX13" fmla="*/ 1342428 w 4864567"/>
              <a:gd name="connsiteY13" fmla="*/ 4522601 h 4816798"/>
              <a:gd name="connsiteX14" fmla="*/ 1279041 w 4864567"/>
              <a:gd name="connsiteY14" fmla="*/ 4522601 h 4816798"/>
              <a:gd name="connsiteX15" fmla="*/ 492101 w 4864567"/>
              <a:gd name="connsiteY15" fmla="*/ 4639795 h 4816798"/>
              <a:gd name="connsiteX16" fmla="*/ 296789 w 4864567"/>
              <a:gd name="connsiteY16" fmla="*/ 4780739 h 4816798"/>
              <a:gd name="connsiteX17" fmla="*/ 258068 w 4864567"/>
              <a:gd name="connsiteY17" fmla="*/ 4816798 h 4816798"/>
              <a:gd name="connsiteX18" fmla="*/ 174202 w 4864567"/>
              <a:gd name="connsiteY18" fmla="*/ 4550634 h 4816798"/>
              <a:gd name="connsiteX19" fmla="*/ 0 w 4864567"/>
              <a:gd name="connsiteY19" fmla="*/ 3335289 h 4816798"/>
              <a:gd name="connsiteX20" fmla="*/ 681235 w 4864567"/>
              <a:gd name="connsiteY20" fmla="*/ 1471195 h 4816798"/>
              <a:gd name="connsiteX21" fmla="*/ 4460616 w 4864567"/>
              <a:gd name="connsiteY21" fmla="*/ 57477 h 481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64567" h="4816798">
                <a:moveTo>
                  <a:pt x="4133617" y="502599"/>
                </a:moveTo>
                <a:cubicBezTo>
                  <a:pt x="2592766" y="745355"/>
                  <a:pt x="1553793" y="1153245"/>
                  <a:pt x="958516" y="1748897"/>
                </a:cubicBezTo>
                <a:cubicBezTo>
                  <a:pt x="572221" y="2134689"/>
                  <a:pt x="392329" y="2638795"/>
                  <a:pt x="392329" y="3335289"/>
                </a:cubicBezTo>
                <a:cubicBezTo>
                  <a:pt x="392329" y="3642824"/>
                  <a:pt x="426090" y="3947682"/>
                  <a:pt x="490056" y="4219544"/>
                </a:cubicBezTo>
                <a:cubicBezTo>
                  <a:pt x="734502" y="4145955"/>
                  <a:pt x="1051379" y="4130139"/>
                  <a:pt x="1279041" y="4130139"/>
                </a:cubicBezTo>
                <a:lnTo>
                  <a:pt x="1342818" y="4130139"/>
                </a:lnTo>
                <a:cubicBezTo>
                  <a:pt x="1998122" y="4130870"/>
                  <a:pt x="2516636" y="4131355"/>
                  <a:pt x="3083505" y="3563591"/>
                </a:cubicBezTo>
                <a:cubicBezTo>
                  <a:pt x="3458172" y="3189089"/>
                  <a:pt x="3556145" y="2679725"/>
                  <a:pt x="3669587" y="2089964"/>
                </a:cubicBezTo>
                <a:cubicBezTo>
                  <a:pt x="3761673" y="1611019"/>
                  <a:pt x="3865628" y="1070460"/>
                  <a:pt x="4133617" y="502599"/>
                </a:cubicBezTo>
                <a:close/>
                <a:moveTo>
                  <a:pt x="4864567" y="0"/>
                </a:moveTo>
                <a:lnTo>
                  <a:pt x="4657240" y="351483"/>
                </a:lnTo>
                <a:cubicBezTo>
                  <a:pt x="4280770" y="989573"/>
                  <a:pt x="4160763" y="1613453"/>
                  <a:pt x="4054908" y="2163940"/>
                </a:cubicBezTo>
                <a:cubicBezTo>
                  <a:pt x="3934463" y="2790106"/>
                  <a:pt x="3820729" y="3381524"/>
                  <a:pt x="3360980" y="3841099"/>
                </a:cubicBezTo>
                <a:cubicBezTo>
                  <a:pt x="2678723" y="4524353"/>
                  <a:pt x="2029450" y="4523526"/>
                  <a:pt x="1342428" y="4522601"/>
                </a:cubicBezTo>
                <a:lnTo>
                  <a:pt x="1279041" y="4522601"/>
                </a:lnTo>
                <a:cubicBezTo>
                  <a:pt x="906611" y="4522601"/>
                  <a:pt x="627093" y="4564211"/>
                  <a:pt x="492101" y="4639795"/>
                </a:cubicBezTo>
                <a:cubicBezTo>
                  <a:pt x="383330" y="4700630"/>
                  <a:pt x="297664" y="4779958"/>
                  <a:pt x="296789" y="4780739"/>
                </a:cubicBezTo>
                <a:lnTo>
                  <a:pt x="258068" y="4816798"/>
                </a:lnTo>
                <a:lnTo>
                  <a:pt x="174202" y="4550634"/>
                </a:lnTo>
                <a:cubicBezTo>
                  <a:pt x="60226" y="4188834"/>
                  <a:pt x="0" y="3768582"/>
                  <a:pt x="0" y="3335289"/>
                </a:cubicBezTo>
                <a:cubicBezTo>
                  <a:pt x="0" y="2527735"/>
                  <a:pt x="216474" y="1935394"/>
                  <a:pt x="681235" y="1471195"/>
                </a:cubicBezTo>
                <a:cubicBezTo>
                  <a:pt x="1580500" y="571416"/>
                  <a:pt x="3096396" y="251615"/>
                  <a:pt x="4460616" y="57477"/>
                </a:cubicBezTo>
                <a:close/>
              </a:path>
            </a:pathLst>
          </a:custGeom>
        </p:spPr>
      </p:pic>
      <p:pic>
        <p:nvPicPr>
          <p:cNvPr id="9" name="Graphic 8">
            <a:extLst>
              <a:ext uri="{FF2B5EF4-FFF2-40B4-BE49-F238E27FC236}">
                <a16:creationId xmlns:a16="http://schemas.microsoft.com/office/drawing/2014/main" id="{08FA8E0C-17D6-EE1E-C13F-7DD68F6F294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83179" y="452585"/>
            <a:ext cx="2188564" cy="652315"/>
          </a:xfrm>
          <a:prstGeom prst="rect">
            <a:avLst/>
          </a:prstGeom>
        </p:spPr>
      </p:pic>
    </p:spTree>
    <p:extLst>
      <p:ext uri="{BB962C8B-B14F-4D97-AF65-F5344CB8AC3E}">
        <p14:creationId xmlns:p14="http://schemas.microsoft.com/office/powerpoint/2010/main" val="3702686534"/>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0_Closing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664010F-0902-30A7-EA13-BD4BF34B523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972466" y="1198342"/>
            <a:ext cx="4864567" cy="4814674"/>
          </a:xfrm>
          <a:custGeom>
            <a:avLst/>
            <a:gdLst>
              <a:gd name="connsiteX0" fmla="*/ 4133617 w 4864567"/>
              <a:gd name="connsiteY0" fmla="*/ 502599 h 4816798"/>
              <a:gd name="connsiteX1" fmla="*/ 958516 w 4864567"/>
              <a:gd name="connsiteY1" fmla="*/ 1748897 h 4816798"/>
              <a:gd name="connsiteX2" fmla="*/ 392328 w 4864567"/>
              <a:gd name="connsiteY2" fmla="*/ 3335289 h 4816798"/>
              <a:gd name="connsiteX3" fmla="*/ 490056 w 4864567"/>
              <a:gd name="connsiteY3" fmla="*/ 4219544 h 4816798"/>
              <a:gd name="connsiteX4" fmla="*/ 1279041 w 4864567"/>
              <a:gd name="connsiteY4" fmla="*/ 4130139 h 4816798"/>
              <a:gd name="connsiteX5" fmla="*/ 1342818 w 4864567"/>
              <a:gd name="connsiteY5" fmla="*/ 4130139 h 4816798"/>
              <a:gd name="connsiteX6" fmla="*/ 3083505 w 4864567"/>
              <a:gd name="connsiteY6" fmla="*/ 3563591 h 4816798"/>
              <a:gd name="connsiteX7" fmla="*/ 3669587 w 4864567"/>
              <a:gd name="connsiteY7" fmla="*/ 2089964 h 4816798"/>
              <a:gd name="connsiteX8" fmla="*/ 4133617 w 4864567"/>
              <a:gd name="connsiteY8" fmla="*/ 502599 h 4816798"/>
              <a:gd name="connsiteX9" fmla="*/ 4864567 w 4864567"/>
              <a:gd name="connsiteY9" fmla="*/ 0 h 4816798"/>
              <a:gd name="connsiteX10" fmla="*/ 4657240 w 4864567"/>
              <a:gd name="connsiteY10" fmla="*/ 351483 h 4816798"/>
              <a:gd name="connsiteX11" fmla="*/ 4054908 w 4864567"/>
              <a:gd name="connsiteY11" fmla="*/ 2163940 h 4816798"/>
              <a:gd name="connsiteX12" fmla="*/ 3360980 w 4864567"/>
              <a:gd name="connsiteY12" fmla="*/ 3841099 h 4816798"/>
              <a:gd name="connsiteX13" fmla="*/ 1342428 w 4864567"/>
              <a:gd name="connsiteY13" fmla="*/ 4522601 h 4816798"/>
              <a:gd name="connsiteX14" fmla="*/ 1279041 w 4864567"/>
              <a:gd name="connsiteY14" fmla="*/ 4522601 h 4816798"/>
              <a:gd name="connsiteX15" fmla="*/ 492101 w 4864567"/>
              <a:gd name="connsiteY15" fmla="*/ 4639795 h 4816798"/>
              <a:gd name="connsiteX16" fmla="*/ 296789 w 4864567"/>
              <a:gd name="connsiteY16" fmla="*/ 4780739 h 4816798"/>
              <a:gd name="connsiteX17" fmla="*/ 258068 w 4864567"/>
              <a:gd name="connsiteY17" fmla="*/ 4816798 h 4816798"/>
              <a:gd name="connsiteX18" fmla="*/ 174202 w 4864567"/>
              <a:gd name="connsiteY18" fmla="*/ 4550634 h 4816798"/>
              <a:gd name="connsiteX19" fmla="*/ 0 w 4864567"/>
              <a:gd name="connsiteY19" fmla="*/ 3335289 h 4816798"/>
              <a:gd name="connsiteX20" fmla="*/ 681235 w 4864567"/>
              <a:gd name="connsiteY20" fmla="*/ 1471195 h 4816798"/>
              <a:gd name="connsiteX21" fmla="*/ 4460616 w 4864567"/>
              <a:gd name="connsiteY21" fmla="*/ 57477 h 481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64567" h="4816798">
                <a:moveTo>
                  <a:pt x="4133617" y="502599"/>
                </a:moveTo>
                <a:cubicBezTo>
                  <a:pt x="2592766" y="745355"/>
                  <a:pt x="1553793" y="1153245"/>
                  <a:pt x="958516" y="1748897"/>
                </a:cubicBezTo>
                <a:cubicBezTo>
                  <a:pt x="572221" y="2134689"/>
                  <a:pt x="392328" y="2638795"/>
                  <a:pt x="392328" y="3335289"/>
                </a:cubicBezTo>
                <a:cubicBezTo>
                  <a:pt x="392328" y="3642824"/>
                  <a:pt x="426090" y="3947682"/>
                  <a:pt x="490056" y="4219544"/>
                </a:cubicBezTo>
                <a:cubicBezTo>
                  <a:pt x="734502" y="4145955"/>
                  <a:pt x="1051379" y="4130139"/>
                  <a:pt x="1279041" y="4130139"/>
                </a:cubicBezTo>
                <a:lnTo>
                  <a:pt x="1342818" y="4130139"/>
                </a:lnTo>
                <a:cubicBezTo>
                  <a:pt x="1998122" y="4130870"/>
                  <a:pt x="2516636" y="4131355"/>
                  <a:pt x="3083505" y="3563591"/>
                </a:cubicBezTo>
                <a:cubicBezTo>
                  <a:pt x="3458172" y="3189089"/>
                  <a:pt x="3556145" y="2679725"/>
                  <a:pt x="3669587" y="2089964"/>
                </a:cubicBezTo>
                <a:cubicBezTo>
                  <a:pt x="3761673" y="1611019"/>
                  <a:pt x="3865628" y="1070460"/>
                  <a:pt x="4133617" y="502599"/>
                </a:cubicBezTo>
                <a:close/>
                <a:moveTo>
                  <a:pt x="4864567" y="0"/>
                </a:moveTo>
                <a:lnTo>
                  <a:pt x="4657240" y="351483"/>
                </a:lnTo>
                <a:cubicBezTo>
                  <a:pt x="4280770" y="989573"/>
                  <a:pt x="4160763" y="1613453"/>
                  <a:pt x="4054908" y="2163940"/>
                </a:cubicBezTo>
                <a:cubicBezTo>
                  <a:pt x="3934463" y="2790106"/>
                  <a:pt x="3820729" y="3381524"/>
                  <a:pt x="3360980" y="3841099"/>
                </a:cubicBezTo>
                <a:cubicBezTo>
                  <a:pt x="2678723" y="4524353"/>
                  <a:pt x="2029449" y="4523526"/>
                  <a:pt x="1342428" y="4522601"/>
                </a:cubicBezTo>
                <a:lnTo>
                  <a:pt x="1279041" y="4522601"/>
                </a:lnTo>
                <a:cubicBezTo>
                  <a:pt x="906611" y="4522601"/>
                  <a:pt x="627093" y="4564211"/>
                  <a:pt x="492101" y="4639795"/>
                </a:cubicBezTo>
                <a:cubicBezTo>
                  <a:pt x="383330" y="4700630"/>
                  <a:pt x="297664" y="4779958"/>
                  <a:pt x="296789" y="4780739"/>
                </a:cubicBezTo>
                <a:lnTo>
                  <a:pt x="258068" y="4816798"/>
                </a:lnTo>
                <a:lnTo>
                  <a:pt x="174202" y="4550634"/>
                </a:lnTo>
                <a:cubicBezTo>
                  <a:pt x="60226" y="4188834"/>
                  <a:pt x="0" y="3768582"/>
                  <a:pt x="0" y="3335289"/>
                </a:cubicBezTo>
                <a:cubicBezTo>
                  <a:pt x="0" y="2527735"/>
                  <a:pt x="216474" y="1935394"/>
                  <a:pt x="681235" y="1471195"/>
                </a:cubicBezTo>
                <a:cubicBezTo>
                  <a:pt x="1580500" y="571416"/>
                  <a:pt x="3096396" y="251615"/>
                  <a:pt x="4460616" y="57477"/>
                </a:cubicBezTo>
                <a:close/>
              </a:path>
            </a:pathLst>
          </a:custGeom>
        </p:spPr>
      </p:pic>
      <p:pic>
        <p:nvPicPr>
          <p:cNvPr id="3" name="Graphic 2">
            <a:extLst>
              <a:ext uri="{FF2B5EF4-FFF2-40B4-BE49-F238E27FC236}">
                <a16:creationId xmlns:a16="http://schemas.microsoft.com/office/drawing/2014/main" id="{00015AA8-937D-E97B-8543-2C58C3031FDA}"/>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83180" y="5710413"/>
            <a:ext cx="2188563" cy="652315"/>
          </a:xfrm>
          <a:prstGeom prst="rect">
            <a:avLst/>
          </a:prstGeom>
        </p:spPr>
      </p:pic>
    </p:spTree>
    <p:extLst>
      <p:ext uri="{BB962C8B-B14F-4D97-AF65-F5344CB8AC3E}">
        <p14:creationId xmlns:p14="http://schemas.microsoft.com/office/powerpoint/2010/main" val="2070182687"/>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1_Closing slide">
    <p:bg>
      <p:bgPr>
        <a:solidFill>
          <a:schemeClr val="accent5"/>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5738856-514F-F95B-55CF-B3DA32B96C00}"/>
              </a:ext>
            </a:extLst>
          </p:cNvPr>
          <p:cNvSpPr>
            <a:spLocks noChangeAspect="1"/>
          </p:cNvSpPr>
          <p:nvPr userDrawn="1"/>
        </p:nvSpPr>
        <p:spPr>
          <a:xfrm>
            <a:off x="3972466" y="1197277"/>
            <a:ext cx="4866834" cy="4816800"/>
          </a:xfrm>
          <a:custGeom>
            <a:avLst/>
            <a:gdLst>
              <a:gd name="connsiteX0" fmla="*/ 3768352 w 4434712"/>
              <a:gd name="connsiteY0" fmla="*/ 457973 h 4389120"/>
              <a:gd name="connsiteX1" fmla="*/ 873816 w 4434712"/>
              <a:gd name="connsiteY1" fmla="*/ 1593614 h 4389120"/>
              <a:gd name="connsiteX2" fmla="*/ 357660 w 4434712"/>
              <a:gd name="connsiteY2" fmla="*/ 3039151 h 4389120"/>
              <a:gd name="connsiteX3" fmla="*/ 446752 w 4434712"/>
              <a:gd name="connsiteY3" fmla="*/ 3844894 h 4389120"/>
              <a:gd name="connsiteX4" fmla="*/ 1166019 w 4434712"/>
              <a:gd name="connsiteY4" fmla="*/ 3763428 h 4389120"/>
              <a:gd name="connsiteX5" fmla="*/ 1224159 w 4434712"/>
              <a:gd name="connsiteY5" fmla="*/ 3763428 h 4389120"/>
              <a:gd name="connsiteX6" fmla="*/ 2811032 w 4434712"/>
              <a:gd name="connsiteY6" fmla="*/ 3247183 h 4389120"/>
              <a:gd name="connsiteX7" fmla="*/ 3345325 w 4434712"/>
              <a:gd name="connsiteY7" fmla="*/ 1904398 h 4389120"/>
              <a:gd name="connsiteX8" fmla="*/ 3768352 w 4434712"/>
              <a:gd name="connsiteY8" fmla="*/ 457973 h 4389120"/>
              <a:gd name="connsiteX9" fmla="*/ 4434712 w 4434712"/>
              <a:gd name="connsiteY9" fmla="*/ 0 h 4389120"/>
              <a:gd name="connsiteX10" fmla="*/ 4245705 w 4434712"/>
              <a:gd name="connsiteY10" fmla="*/ 320275 h 4389120"/>
              <a:gd name="connsiteX11" fmla="*/ 3696599 w 4434712"/>
              <a:gd name="connsiteY11" fmla="*/ 1971805 h 4389120"/>
              <a:gd name="connsiteX12" fmla="*/ 3063988 w 4434712"/>
              <a:gd name="connsiteY12" fmla="*/ 3500051 h 4389120"/>
              <a:gd name="connsiteX13" fmla="*/ 1223804 w 4434712"/>
              <a:gd name="connsiteY13" fmla="*/ 4121043 h 4389120"/>
              <a:gd name="connsiteX14" fmla="*/ 1166019 w 4434712"/>
              <a:gd name="connsiteY14" fmla="*/ 4121043 h 4389120"/>
              <a:gd name="connsiteX15" fmla="*/ 448616 w 4434712"/>
              <a:gd name="connsiteY15" fmla="*/ 4227831 h 4389120"/>
              <a:gd name="connsiteX16" fmla="*/ 270563 w 4434712"/>
              <a:gd name="connsiteY16" fmla="*/ 4356261 h 4389120"/>
              <a:gd name="connsiteX17" fmla="*/ 235262 w 4434712"/>
              <a:gd name="connsiteY17" fmla="*/ 4389120 h 4389120"/>
              <a:gd name="connsiteX18" fmla="*/ 158808 w 4434712"/>
              <a:gd name="connsiteY18" fmla="*/ 4146587 h 4389120"/>
              <a:gd name="connsiteX19" fmla="*/ 0 w 4434712"/>
              <a:gd name="connsiteY19" fmla="*/ 3039151 h 4389120"/>
              <a:gd name="connsiteX20" fmla="*/ 621037 w 4434712"/>
              <a:gd name="connsiteY20" fmla="*/ 1340569 h 4389120"/>
              <a:gd name="connsiteX21" fmla="*/ 4066455 w 4434712"/>
              <a:gd name="connsiteY21" fmla="*/ 52374 h 438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34712" h="4389120">
                <a:moveTo>
                  <a:pt x="3768352" y="457973"/>
                </a:moveTo>
                <a:cubicBezTo>
                  <a:pt x="2363657" y="679176"/>
                  <a:pt x="1416492" y="1050849"/>
                  <a:pt x="873816" y="1593614"/>
                </a:cubicBezTo>
                <a:cubicBezTo>
                  <a:pt x="521656" y="1945152"/>
                  <a:pt x="357660" y="2404499"/>
                  <a:pt x="357660" y="3039151"/>
                </a:cubicBezTo>
                <a:cubicBezTo>
                  <a:pt x="357660" y="3319381"/>
                  <a:pt x="388437" y="3597171"/>
                  <a:pt x="446752" y="3844894"/>
                </a:cubicBezTo>
                <a:cubicBezTo>
                  <a:pt x="669598" y="3777840"/>
                  <a:pt x="958474" y="3763428"/>
                  <a:pt x="1166019" y="3763428"/>
                </a:cubicBezTo>
                <a:lnTo>
                  <a:pt x="1224159" y="3763428"/>
                </a:lnTo>
                <a:cubicBezTo>
                  <a:pt x="1821558" y="3764094"/>
                  <a:pt x="2294255" y="3764536"/>
                  <a:pt x="2811032" y="3247183"/>
                </a:cubicBezTo>
                <a:cubicBezTo>
                  <a:pt x="3152592" y="2905932"/>
                  <a:pt x="3241908" y="2441795"/>
                  <a:pt x="3345325" y="1904398"/>
                </a:cubicBezTo>
                <a:cubicBezTo>
                  <a:pt x="3429275" y="1467978"/>
                  <a:pt x="3524043" y="975415"/>
                  <a:pt x="3768352" y="457973"/>
                </a:cubicBezTo>
                <a:close/>
                <a:moveTo>
                  <a:pt x="4434712" y="0"/>
                </a:moveTo>
                <a:lnTo>
                  <a:pt x="4245705" y="320275"/>
                </a:lnTo>
                <a:cubicBezTo>
                  <a:pt x="3902502" y="901710"/>
                  <a:pt x="3793099" y="1470196"/>
                  <a:pt x="3696599" y="1971805"/>
                </a:cubicBezTo>
                <a:cubicBezTo>
                  <a:pt x="3586795" y="2542375"/>
                  <a:pt x="3483111" y="3081281"/>
                  <a:pt x="3063988" y="3500051"/>
                </a:cubicBezTo>
                <a:cubicBezTo>
                  <a:pt x="2442019" y="4122640"/>
                  <a:pt x="1850118" y="4121886"/>
                  <a:pt x="1223804" y="4121043"/>
                </a:cubicBezTo>
                <a:lnTo>
                  <a:pt x="1166019" y="4121043"/>
                </a:lnTo>
                <a:cubicBezTo>
                  <a:pt x="826498" y="4121043"/>
                  <a:pt x="571680" y="4158959"/>
                  <a:pt x="448616" y="4227831"/>
                </a:cubicBezTo>
                <a:cubicBezTo>
                  <a:pt x="349456" y="4283265"/>
                  <a:pt x="271360" y="4355550"/>
                  <a:pt x="270563" y="4356261"/>
                </a:cubicBezTo>
                <a:lnTo>
                  <a:pt x="235262" y="4389120"/>
                </a:lnTo>
                <a:lnTo>
                  <a:pt x="158808" y="4146587"/>
                </a:lnTo>
                <a:cubicBezTo>
                  <a:pt x="54903" y="3816911"/>
                  <a:pt x="0" y="3433973"/>
                  <a:pt x="0" y="3039151"/>
                </a:cubicBezTo>
                <a:cubicBezTo>
                  <a:pt x="0" y="2303300"/>
                  <a:pt x="197345" y="1763552"/>
                  <a:pt x="621037" y="1340569"/>
                </a:cubicBezTo>
                <a:cubicBezTo>
                  <a:pt x="1440839" y="520680"/>
                  <a:pt x="2822784" y="229274"/>
                  <a:pt x="4066455" y="52374"/>
                </a:cubicBezTo>
                <a:close/>
              </a:path>
            </a:pathLst>
          </a:custGeom>
          <a:gradFill>
            <a:gsLst>
              <a:gs pos="25000">
                <a:schemeClr val="bg1"/>
              </a:gs>
              <a:gs pos="90000">
                <a:schemeClr val="bg1">
                  <a:alpha val="7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4" name="Graphic 3">
            <a:extLst>
              <a:ext uri="{FF2B5EF4-FFF2-40B4-BE49-F238E27FC236}">
                <a16:creationId xmlns:a16="http://schemas.microsoft.com/office/drawing/2014/main" id="{5E3FC8FD-4F0B-4ABC-6C9F-DD090211295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83180" y="5710413"/>
            <a:ext cx="2188563" cy="652315"/>
          </a:xfrm>
          <a:prstGeom prst="rect">
            <a:avLst/>
          </a:prstGeom>
        </p:spPr>
      </p:pic>
    </p:spTree>
    <p:extLst>
      <p:ext uri="{BB962C8B-B14F-4D97-AF65-F5344CB8AC3E}">
        <p14:creationId xmlns:p14="http://schemas.microsoft.com/office/powerpoint/2010/main" val="3975925143"/>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2_Closing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7E2B04-AAF5-8911-BC9C-B47E10BF6D1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10" y="-1"/>
            <a:ext cx="12185982" cy="6858000"/>
          </a:xfrm>
          <a:prstGeom prst="rect">
            <a:avLst/>
          </a:prstGeom>
        </p:spPr>
      </p:pic>
      <p:pic>
        <p:nvPicPr>
          <p:cNvPr id="4" name="Graphic 3">
            <a:extLst>
              <a:ext uri="{FF2B5EF4-FFF2-40B4-BE49-F238E27FC236}">
                <a16:creationId xmlns:a16="http://schemas.microsoft.com/office/drawing/2014/main" id="{23462018-9512-2469-6519-B65E8BB4CF4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69397" y="2243285"/>
            <a:ext cx="2253206" cy="671582"/>
          </a:xfrm>
          <a:prstGeom prst="rect">
            <a:avLst/>
          </a:prstGeom>
        </p:spPr>
      </p:pic>
    </p:spTree>
    <p:extLst>
      <p:ext uri="{BB962C8B-B14F-4D97-AF65-F5344CB8AC3E}">
        <p14:creationId xmlns:p14="http://schemas.microsoft.com/office/powerpoint/2010/main" val="3983766826"/>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914077"/>
      </p:ext>
    </p:extLst>
  </p:cSld>
  <p:clrMapOvr>
    <a:masterClrMapping/>
  </p:clrMapOvr>
  <p:extLst>
    <p:ext uri="{DCECCB84-F9BA-43D5-87BE-67443E8EF086}">
      <p15:sldGuideLst xmlns:p15="http://schemas.microsoft.com/office/powerpoint/2012/main">
        <p15:guide id="1" userDrawn="1">
          <p15:clr>
            <a:srgbClr val="FBAE40"/>
          </p15:clr>
        </p15:guide>
        <p15:guide id="2" pos="7680" userDrawn="1">
          <p15:clr>
            <a:srgbClr val="FBAE40"/>
          </p15:clr>
        </p15:guide>
        <p15:guide id="3" pos="192" userDrawn="1">
          <p15:clr>
            <a:srgbClr val="FBAE40"/>
          </p15:clr>
        </p15:guide>
        <p15:guide id="4" pos="7488" userDrawn="1">
          <p15:clr>
            <a:srgbClr val="FBAE40"/>
          </p15:clr>
        </p15:guide>
        <p15:guide id="5" orient="horz" userDrawn="1">
          <p15:clr>
            <a:srgbClr val="FBAE40"/>
          </p15:clr>
        </p15:guide>
        <p15:guide id="6" orient="horz" pos="4320" userDrawn="1">
          <p15:clr>
            <a:srgbClr val="FBAE40"/>
          </p15:clr>
        </p15:guide>
        <p15:guide id="7" orient="horz" pos="144" userDrawn="1">
          <p15:clr>
            <a:srgbClr val="FBAE40"/>
          </p15:clr>
        </p15:guide>
        <p15:guide id="8" orient="horz" pos="393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theme" Target="../theme/theme2.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image" Target="../media/image2.svg"/><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image" Target="../media/image2.svg"/><Relationship Id="rId5" Type="http://schemas.openxmlformats.org/officeDocument/2006/relationships/slideLayout" Target="../slideLayouts/slideLayout47.xml"/><Relationship Id="rId10" Type="http://schemas.openxmlformats.org/officeDocument/2006/relationships/image" Target="../media/image1.png"/><Relationship Id="rId4" Type="http://schemas.openxmlformats.org/officeDocument/2006/relationships/slideLayout" Target="../slideLayouts/slideLayout46.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53.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theme" Target="../theme/theme4.xml"/><Relationship Id="rId5" Type="http://schemas.openxmlformats.org/officeDocument/2006/relationships/slideLayout" Target="../slideLayouts/slideLayout55.xml"/><Relationship Id="rId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9404D-C690-49B1-A383-63A32B9113B2}"/>
              </a:ext>
            </a:extLst>
          </p:cNvPr>
          <p:cNvSpPr>
            <a:spLocks noGrp="1"/>
          </p:cNvSpPr>
          <p:nvPr>
            <p:ph type="title"/>
          </p:nvPr>
        </p:nvSpPr>
        <p:spPr>
          <a:xfrm>
            <a:off x="304800" y="228601"/>
            <a:ext cx="11582400" cy="777240"/>
          </a:xfrm>
          <a:prstGeom prst="rect">
            <a:avLst/>
          </a:prstGeom>
        </p:spPr>
        <p:txBody>
          <a:bodyPr vert="horz" lIns="0" tIns="0" rIns="0" bIns="0" rtlCol="0" anchor="t">
            <a:noAutofit/>
          </a:bodyPr>
          <a:lstStyle/>
          <a:p>
            <a:r>
              <a:rPr lang="en-US" dirty="0"/>
              <a:t>Title</a:t>
            </a:r>
            <a:endParaRPr lang="en-GB" dirty="0"/>
          </a:p>
        </p:txBody>
      </p:sp>
      <p:sp>
        <p:nvSpPr>
          <p:cNvPr id="3" name="Text Placeholder 2">
            <a:extLst>
              <a:ext uri="{FF2B5EF4-FFF2-40B4-BE49-F238E27FC236}">
                <a16:creationId xmlns:a16="http://schemas.microsoft.com/office/drawing/2014/main" id="{EE251720-3CE2-4216-B8AE-F11B1138E562}"/>
              </a:ext>
            </a:extLst>
          </p:cNvPr>
          <p:cNvSpPr>
            <a:spLocks noGrp="1"/>
          </p:cNvSpPr>
          <p:nvPr>
            <p:ph type="body" idx="1"/>
          </p:nvPr>
        </p:nvSpPr>
        <p:spPr>
          <a:xfrm>
            <a:off x="304799" y="1592262"/>
            <a:ext cx="11582399" cy="465613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FC0762D4-5D39-4E50-B84C-130BB9875592}"/>
              </a:ext>
            </a:extLst>
          </p:cNvPr>
          <p:cNvSpPr>
            <a:spLocks noGrp="1"/>
          </p:cNvSpPr>
          <p:nvPr>
            <p:ph type="ftr" sz="quarter" idx="3"/>
          </p:nvPr>
        </p:nvSpPr>
        <p:spPr>
          <a:xfrm>
            <a:off x="304798" y="6435990"/>
            <a:ext cx="2350008" cy="311036"/>
          </a:xfrm>
          <a:custGeom>
            <a:avLst/>
            <a:gdLst>
              <a:gd name="connsiteX0" fmla="*/ 0 w 2350008"/>
              <a:gd name="connsiteY0" fmla="*/ 0 h 311036"/>
              <a:gd name="connsiteX1" fmla="*/ 2350008 w 2350008"/>
              <a:gd name="connsiteY1" fmla="*/ 0 h 311036"/>
              <a:gd name="connsiteX2" fmla="*/ 2350008 w 2350008"/>
              <a:gd name="connsiteY2" fmla="*/ 311036 h 311036"/>
              <a:gd name="connsiteX3" fmla="*/ 0 w 2350008"/>
              <a:gd name="connsiteY3" fmla="*/ 311036 h 311036"/>
              <a:gd name="connsiteX4" fmla="*/ 0 w 2350008"/>
              <a:gd name="connsiteY4" fmla="*/ 0 h 311036"/>
              <a:gd name="connsiteX0" fmla="*/ 0 w 2350008"/>
              <a:gd name="connsiteY0" fmla="*/ 0 h 311036"/>
              <a:gd name="connsiteX1" fmla="*/ 2350008 w 2350008"/>
              <a:gd name="connsiteY1" fmla="*/ 0 h 311036"/>
              <a:gd name="connsiteX2" fmla="*/ 0 w 2350008"/>
              <a:gd name="connsiteY2" fmla="*/ 311036 h 311036"/>
              <a:gd name="connsiteX3" fmla="*/ 0 w 2350008"/>
              <a:gd name="connsiteY3" fmla="*/ 0 h 311036"/>
              <a:gd name="connsiteX0" fmla="*/ 0 w 2350008"/>
              <a:gd name="connsiteY0" fmla="*/ 0 h 0"/>
              <a:gd name="connsiteX1" fmla="*/ 2350008 w 2350008"/>
              <a:gd name="connsiteY1" fmla="*/ 0 h 0"/>
              <a:gd name="connsiteX2" fmla="*/ 0 w 2350008"/>
              <a:gd name="connsiteY2" fmla="*/ 0 h 0"/>
            </a:gdLst>
            <a:ahLst/>
            <a:cxnLst>
              <a:cxn ang="0">
                <a:pos x="connsiteX0" y="connsiteY0"/>
              </a:cxn>
              <a:cxn ang="0">
                <a:pos x="connsiteX1" y="connsiteY1"/>
              </a:cxn>
              <a:cxn ang="0">
                <a:pos x="connsiteX2" y="connsiteY2"/>
              </a:cxn>
            </a:cxnLst>
            <a:rect l="l" t="t" r="r" b="b"/>
            <a:pathLst>
              <a:path w="2350008">
                <a:moveTo>
                  <a:pt x="0" y="0"/>
                </a:moveTo>
                <a:lnTo>
                  <a:pt x="2350008" y="0"/>
                </a:lnTo>
                <a:lnTo>
                  <a:pt x="0" y="0"/>
                </a:lnTo>
                <a:close/>
              </a:path>
            </a:pathLst>
          </a:custGeom>
          <a:ln w="6350">
            <a:solidFill>
              <a:schemeClr val="tx1"/>
            </a:solidFill>
          </a:ln>
        </p:spPr>
        <p:txBody>
          <a:bodyPr vert="horz" lIns="0" tIns="128016" rIns="0" bIns="0" rtlCol="0" anchor="t" anchorCtr="0">
            <a:noAutofit/>
          </a:bodyPr>
          <a:lstStyle>
            <a:lvl1pPr algn="ctr">
              <a:defRPr sz="800">
                <a:solidFill>
                  <a:schemeClr val="tx1"/>
                </a:solidFill>
              </a:defRPr>
            </a:lvl1pPr>
          </a:lstStyle>
          <a:p>
            <a:pPr algn="r"/>
            <a:r>
              <a:rPr lang="en-GB" dirty="0"/>
              <a:t>Classification: Public</a:t>
            </a:r>
          </a:p>
        </p:txBody>
      </p:sp>
      <p:sp>
        <p:nvSpPr>
          <p:cNvPr id="6" name="Slide Number Placeholder 5">
            <a:extLst>
              <a:ext uri="{FF2B5EF4-FFF2-40B4-BE49-F238E27FC236}">
                <a16:creationId xmlns:a16="http://schemas.microsoft.com/office/drawing/2014/main" id="{BC9BA6B3-09C1-4225-B463-2A8C4527BF35}"/>
              </a:ext>
            </a:extLst>
          </p:cNvPr>
          <p:cNvSpPr>
            <a:spLocks noGrp="1"/>
          </p:cNvSpPr>
          <p:nvPr>
            <p:ph type="sldNum" sz="quarter" idx="4"/>
          </p:nvPr>
        </p:nvSpPr>
        <p:spPr>
          <a:xfrm>
            <a:off x="304798" y="6500138"/>
            <a:ext cx="347472" cy="246888"/>
          </a:xfrm>
          <a:prstGeom prst="rect">
            <a:avLst/>
          </a:prstGeom>
        </p:spPr>
        <p:txBody>
          <a:bodyPr vert="horz" lIns="0" tIns="0" rIns="0" bIns="0" rtlCol="0" anchor="ctr">
            <a:noAutofit/>
          </a:bodyPr>
          <a:lstStyle>
            <a:lvl1pPr algn="l">
              <a:defRPr sz="800">
                <a:solidFill>
                  <a:schemeClr val="tx1"/>
                </a:solidFill>
              </a:defRPr>
            </a:lvl1pPr>
          </a:lstStyle>
          <a:p>
            <a:fld id="{7695D00A-BA34-4D39-8C84-2534822D6434}" type="slidenum">
              <a:rPr lang="en-GB" smtClean="0"/>
              <a:pPr/>
              <a:t>‹#›</a:t>
            </a:fld>
            <a:endParaRPr lang="en-GB" dirty="0"/>
          </a:p>
        </p:txBody>
      </p:sp>
      <p:pic>
        <p:nvPicPr>
          <p:cNvPr id="4" name="Graphic 3">
            <a:extLst>
              <a:ext uri="{FF2B5EF4-FFF2-40B4-BE49-F238E27FC236}">
                <a16:creationId xmlns:a16="http://schemas.microsoft.com/office/drawing/2014/main" id="{0E0C843C-FFCF-5CF3-95C4-ABD8C1B9C1D8}"/>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10855960" y="6399515"/>
            <a:ext cx="1031238" cy="307367"/>
          </a:xfrm>
          <a:prstGeom prst="rect">
            <a:avLst/>
          </a:prstGeom>
        </p:spPr>
      </p:pic>
    </p:spTree>
    <p:extLst>
      <p:ext uri="{BB962C8B-B14F-4D97-AF65-F5344CB8AC3E}">
        <p14:creationId xmlns:p14="http://schemas.microsoft.com/office/powerpoint/2010/main" val="283322787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79" r:id="rId5"/>
    <p:sldLayoutId id="2147483819" r:id="rId6"/>
    <p:sldLayoutId id="2147483731" r:id="rId7"/>
    <p:sldLayoutId id="2147483733" r:id="rId8"/>
    <p:sldLayoutId id="2147483736" r:id="rId9"/>
    <p:sldLayoutId id="2147483737" r:id="rId10"/>
    <p:sldLayoutId id="2147483739" r:id="rId11"/>
    <p:sldLayoutId id="2147483740" r:id="rId12"/>
    <p:sldLayoutId id="2147483742" r:id="rId13"/>
    <p:sldLayoutId id="2147483780" r:id="rId14"/>
    <p:sldLayoutId id="2147483781" r:id="rId15"/>
    <p:sldLayoutId id="2147483782" r:id="rId16"/>
    <p:sldLayoutId id="2147483783" r:id="rId17"/>
    <p:sldLayoutId id="2147483746" r:id="rId18"/>
    <p:sldLayoutId id="2147483743" r:id="rId19"/>
    <p:sldLayoutId id="2147483744" r:id="rId20"/>
    <p:sldLayoutId id="2147483821" r:id="rId21"/>
    <p:sldLayoutId id="2147483822" r:id="rId22"/>
  </p:sldLayoutIdLst>
  <p:hf hdr="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92608" indent="-292608" algn="l" defTabSz="914400" rtl="0" eaLnBrk="1" latinLnBrk="0" hangingPunct="1">
        <a:lnSpc>
          <a:spcPct val="100000"/>
        </a:lnSpc>
        <a:spcBef>
          <a:spcPts val="600"/>
        </a:spcBef>
        <a:buSzPct val="80000"/>
        <a:buFont typeface="Arial" panose="020B0604020202020204" pitchFamily="34" charset="0"/>
        <a:buChar char="●"/>
        <a:defRPr sz="1800" kern="1200">
          <a:solidFill>
            <a:schemeClr val="tx1"/>
          </a:solidFill>
          <a:latin typeface="+mn-lt"/>
          <a:ea typeface="+mn-ea"/>
          <a:cs typeface="+mn-cs"/>
        </a:defRPr>
      </a:lvl1pPr>
      <a:lvl2pPr marL="576072" indent="-292608" algn="l" defTabSz="914400" rtl="0" eaLnBrk="1" latinLnBrk="0" hangingPunct="1">
        <a:lnSpc>
          <a:spcPct val="100000"/>
        </a:lnSpc>
        <a:spcBef>
          <a:spcPts val="600"/>
        </a:spcBef>
        <a:buFont typeface="Courier New" panose="02070309020205020404" pitchFamily="49" charset="0"/>
        <a:buChar char="-"/>
        <a:defRPr sz="1800" kern="1200">
          <a:solidFill>
            <a:schemeClr val="tx1"/>
          </a:solidFill>
          <a:latin typeface="+mn-lt"/>
          <a:ea typeface="+mn-ea"/>
          <a:cs typeface="+mn-cs"/>
        </a:defRPr>
      </a:lvl2pPr>
      <a:lvl3pPr marL="868680" indent="-292608"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3pPr>
      <a:lvl4pPr marL="1152144" indent="-292608" algn="l" defTabSz="914400" rtl="0" eaLnBrk="1" latinLnBrk="0" hangingPunct="1">
        <a:lnSpc>
          <a:spcPct val="100000"/>
        </a:lnSpc>
        <a:spcBef>
          <a:spcPts val="600"/>
        </a:spcBef>
        <a:buFont typeface="Courier New" panose="02070309020205020404" pitchFamily="49" charset="0"/>
        <a:buChar char="-"/>
        <a:defRPr sz="1800" kern="1200">
          <a:solidFill>
            <a:schemeClr val="tx1"/>
          </a:solidFill>
          <a:latin typeface="+mn-lt"/>
          <a:ea typeface="+mn-ea"/>
          <a:cs typeface="+mn-cs"/>
        </a:defRPr>
      </a:lvl4pPr>
      <a:lvl5pPr marL="1444752" indent="-292608"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192">
          <p15:clr>
            <a:srgbClr val="F26B43"/>
          </p15:clr>
        </p15:guide>
        <p15:guide id="4" pos="7488">
          <p15:clr>
            <a:srgbClr val="F26B43"/>
          </p15:clr>
        </p15:guide>
        <p15:guide id="5" orient="horz">
          <p15:clr>
            <a:srgbClr val="F26B43"/>
          </p15:clr>
        </p15:guide>
        <p15:guide id="6" orient="horz" pos="4320">
          <p15:clr>
            <a:srgbClr val="F26B43"/>
          </p15:clr>
        </p15:guide>
        <p15:guide id="7" orient="horz" pos="144">
          <p15:clr>
            <a:srgbClr val="F26B43"/>
          </p15:clr>
        </p15:guide>
        <p15:guide id="8" orient="horz" pos="3936">
          <p15:clr>
            <a:srgbClr val="F26B43"/>
          </p15:clr>
        </p15:guide>
        <p15:guide id="9" orient="horz" pos="1003">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9404D-C690-49B1-A383-63A32B9113B2}"/>
              </a:ext>
            </a:extLst>
          </p:cNvPr>
          <p:cNvSpPr>
            <a:spLocks noGrp="1"/>
          </p:cNvSpPr>
          <p:nvPr>
            <p:ph type="title"/>
          </p:nvPr>
        </p:nvSpPr>
        <p:spPr>
          <a:xfrm>
            <a:off x="304800" y="228601"/>
            <a:ext cx="11582400" cy="777240"/>
          </a:xfrm>
          <a:prstGeom prst="rect">
            <a:avLst/>
          </a:prstGeom>
        </p:spPr>
        <p:txBody>
          <a:bodyPr vert="horz" lIns="0" tIns="0" rIns="0" bIns="0" rtlCol="0" anchor="t">
            <a:noAutofit/>
          </a:bodyPr>
          <a:lstStyle/>
          <a:p>
            <a:r>
              <a:rPr lang="en-US" dirty="0"/>
              <a:t>Title</a:t>
            </a:r>
            <a:endParaRPr lang="en-GB" dirty="0"/>
          </a:p>
        </p:txBody>
      </p:sp>
      <p:sp>
        <p:nvSpPr>
          <p:cNvPr id="3" name="Text Placeholder 2">
            <a:extLst>
              <a:ext uri="{FF2B5EF4-FFF2-40B4-BE49-F238E27FC236}">
                <a16:creationId xmlns:a16="http://schemas.microsoft.com/office/drawing/2014/main" id="{EE251720-3CE2-4216-B8AE-F11B1138E562}"/>
              </a:ext>
            </a:extLst>
          </p:cNvPr>
          <p:cNvSpPr>
            <a:spLocks noGrp="1"/>
          </p:cNvSpPr>
          <p:nvPr>
            <p:ph type="body" idx="1"/>
          </p:nvPr>
        </p:nvSpPr>
        <p:spPr>
          <a:xfrm>
            <a:off x="304799" y="1592262"/>
            <a:ext cx="11582399" cy="465613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FC0762D4-5D39-4E50-B84C-130BB9875592}"/>
              </a:ext>
            </a:extLst>
          </p:cNvPr>
          <p:cNvSpPr>
            <a:spLocks noGrp="1"/>
          </p:cNvSpPr>
          <p:nvPr>
            <p:ph type="ftr" sz="quarter" idx="3"/>
          </p:nvPr>
        </p:nvSpPr>
        <p:spPr>
          <a:xfrm>
            <a:off x="304798" y="6435990"/>
            <a:ext cx="2350008" cy="311036"/>
          </a:xfrm>
          <a:custGeom>
            <a:avLst/>
            <a:gdLst>
              <a:gd name="connsiteX0" fmla="*/ 0 w 2350008"/>
              <a:gd name="connsiteY0" fmla="*/ 0 h 311036"/>
              <a:gd name="connsiteX1" fmla="*/ 2350008 w 2350008"/>
              <a:gd name="connsiteY1" fmla="*/ 0 h 311036"/>
              <a:gd name="connsiteX2" fmla="*/ 2350008 w 2350008"/>
              <a:gd name="connsiteY2" fmla="*/ 311036 h 311036"/>
              <a:gd name="connsiteX3" fmla="*/ 0 w 2350008"/>
              <a:gd name="connsiteY3" fmla="*/ 311036 h 311036"/>
              <a:gd name="connsiteX4" fmla="*/ 0 w 2350008"/>
              <a:gd name="connsiteY4" fmla="*/ 0 h 311036"/>
              <a:gd name="connsiteX0" fmla="*/ 0 w 2350008"/>
              <a:gd name="connsiteY0" fmla="*/ 0 h 311036"/>
              <a:gd name="connsiteX1" fmla="*/ 2350008 w 2350008"/>
              <a:gd name="connsiteY1" fmla="*/ 0 h 311036"/>
              <a:gd name="connsiteX2" fmla="*/ 0 w 2350008"/>
              <a:gd name="connsiteY2" fmla="*/ 311036 h 311036"/>
              <a:gd name="connsiteX3" fmla="*/ 0 w 2350008"/>
              <a:gd name="connsiteY3" fmla="*/ 0 h 311036"/>
              <a:gd name="connsiteX0" fmla="*/ 0 w 2350008"/>
              <a:gd name="connsiteY0" fmla="*/ 0 h 0"/>
              <a:gd name="connsiteX1" fmla="*/ 2350008 w 2350008"/>
              <a:gd name="connsiteY1" fmla="*/ 0 h 0"/>
              <a:gd name="connsiteX2" fmla="*/ 0 w 2350008"/>
              <a:gd name="connsiteY2" fmla="*/ 0 h 0"/>
            </a:gdLst>
            <a:ahLst/>
            <a:cxnLst>
              <a:cxn ang="0">
                <a:pos x="connsiteX0" y="connsiteY0"/>
              </a:cxn>
              <a:cxn ang="0">
                <a:pos x="connsiteX1" y="connsiteY1"/>
              </a:cxn>
              <a:cxn ang="0">
                <a:pos x="connsiteX2" y="connsiteY2"/>
              </a:cxn>
            </a:cxnLst>
            <a:rect l="l" t="t" r="r" b="b"/>
            <a:pathLst>
              <a:path w="2350008">
                <a:moveTo>
                  <a:pt x="0" y="0"/>
                </a:moveTo>
                <a:lnTo>
                  <a:pt x="2350008" y="0"/>
                </a:lnTo>
                <a:lnTo>
                  <a:pt x="0" y="0"/>
                </a:lnTo>
                <a:close/>
              </a:path>
            </a:pathLst>
          </a:custGeom>
          <a:ln w="6350">
            <a:solidFill>
              <a:schemeClr val="tx1"/>
            </a:solidFill>
          </a:ln>
        </p:spPr>
        <p:txBody>
          <a:bodyPr vert="horz" lIns="0" tIns="128016" rIns="0" bIns="0" rtlCol="0" anchor="t" anchorCtr="0">
            <a:noAutofit/>
          </a:bodyPr>
          <a:lstStyle>
            <a:lvl1pPr algn="ctr">
              <a:defRPr sz="800">
                <a:solidFill>
                  <a:schemeClr val="tx1"/>
                </a:solidFill>
              </a:defRPr>
            </a:lvl1pPr>
          </a:lstStyle>
          <a:p>
            <a:pPr algn="r"/>
            <a:r>
              <a:rPr lang="en-GB" dirty="0"/>
              <a:t>Classification: Public</a:t>
            </a:r>
          </a:p>
        </p:txBody>
      </p:sp>
      <p:sp>
        <p:nvSpPr>
          <p:cNvPr id="6" name="Slide Number Placeholder 5">
            <a:extLst>
              <a:ext uri="{FF2B5EF4-FFF2-40B4-BE49-F238E27FC236}">
                <a16:creationId xmlns:a16="http://schemas.microsoft.com/office/drawing/2014/main" id="{BC9BA6B3-09C1-4225-B463-2A8C4527BF35}"/>
              </a:ext>
            </a:extLst>
          </p:cNvPr>
          <p:cNvSpPr>
            <a:spLocks noGrp="1"/>
          </p:cNvSpPr>
          <p:nvPr>
            <p:ph type="sldNum" sz="quarter" idx="4"/>
          </p:nvPr>
        </p:nvSpPr>
        <p:spPr>
          <a:xfrm>
            <a:off x="304798" y="6500138"/>
            <a:ext cx="347472" cy="246888"/>
          </a:xfrm>
          <a:prstGeom prst="rect">
            <a:avLst/>
          </a:prstGeom>
        </p:spPr>
        <p:txBody>
          <a:bodyPr vert="horz" lIns="0" tIns="0" rIns="0" bIns="0" rtlCol="0" anchor="ctr">
            <a:noAutofit/>
          </a:bodyPr>
          <a:lstStyle>
            <a:lvl1pPr algn="l">
              <a:defRPr sz="800">
                <a:solidFill>
                  <a:schemeClr val="tx1"/>
                </a:solidFill>
              </a:defRPr>
            </a:lvl1pPr>
          </a:lstStyle>
          <a:p>
            <a:fld id="{7695D00A-BA34-4D39-8C84-2534822D6434}" type="slidenum">
              <a:rPr lang="en-GB" smtClean="0"/>
              <a:pPr/>
              <a:t>‹#›</a:t>
            </a:fld>
            <a:endParaRPr lang="en-GB" dirty="0"/>
          </a:p>
        </p:txBody>
      </p:sp>
      <p:pic>
        <p:nvPicPr>
          <p:cNvPr id="4" name="Graphic 3">
            <a:extLst>
              <a:ext uri="{FF2B5EF4-FFF2-40B4-BE49-F238E27FC236}">
                <a16:creationId xmlns:a16="http://schemas.microsoft.com/office/drawing/2014/main" id="{0E0C843C-FFCF-5CF3-95C4-ABD8C1B9C1D8}"/>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0855960" y="6399515"/>
            <a:ext cx="1031238" cy="307367"/>
          </a:xfrm>
          <a:prstGeom prst="rect">
            <a:avLst/>
          </a:prstGeom>
        </p:spPr>
      </p:pic>
    </p:spTree>
    <p:extLst>
      <p:ext uri="{BB962C8B-B14F-4D97-AF65-F5344CB8AC3E}">
        <p14:creationId xmlns:p14="http://schemas.microsoft.com/office/powerpoint/2010/main" val="1390745166"/>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820"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 id="2147483800" r:id="rId17"/>
    <p:sldLayoutId id="2147483801" r:id="rId18"/>
    <p:sldLayoutId id="2147483802" r:id="rId19"/>
    <p:sldLayoutId id="2147483803" r:id="rId20"/>
  </p:sldLayoutIdLst>
  <p:hf hdr="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92608" indent="-292608" algn="l" defTabSz="914400" rtl="0" eaLnBrk="1" latinLnBrk="0" hangingPunct="1">
        <a:lnSpc>
          <a:spcPct val="100000"/>
        </a:lnSpc>
        <a:spcBef>
          <a:spcPts val="600"/>
        </a:spcBef>
        <a:buSzPct val="80000"/>
        <a:buFont typeface="Arial" panose="020B0604020202020204" pitchFamily="34" charset="0"/>
        <a:buChar char="●"/>
        <a:defRPr sz="1800" kern="1200">
          <a:solidFill>
            <a:schemeClr val="tx1"/>
          </a:solidFill>
          <a:latin typeface="+mn-lt"/>
          <a:ea typeface="+mn-ea"/>
          <a:cs typeface="+mn-cs"/>
        </a:defRPr>
      </a:lvl1pPr>
      <a:lvl2pPr marL="576072" indent="-292608" algn="l" defTabSz="914400" rtl="0" eaLnBrk="1" latinLnBrk="0" hangingPunct="1">
        <a:lnSpc>
          <a:spcPct val="100000"/>
        </a:lnSpc>
        <a:spcBef>
          <a:spcPts val="600"/>
        </a:spcBef>
        <a:buFont typeface="Courier New" panose="02070309020205020404" pitchFamily="49" charset="0"/>
        <a:buChar char="-"/>
        <a:defRPr sz="1800" kern="1200">
          <a:solidFill>
            <a:schemeClr val="tx1"/>
          </a:solidFill>
          <a:latin typeface="+mn-lt"/>
          <a:ea typeface="+mn-ea"/>
          <a:cs typeface="+mn-cs"/>
        </a:defRPr>
      </a:lvl2pPr>
      <a:lvl3pPr marL="868680" indent="-292608"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3pPr>
      <a:lvl4pPr marL="1152144" indent="-292608" algn="l" defTabSz="914400" rtl="0" eaLnBrk="1" latinLnBrk="0" hangingPunct="1">
        <a:lnSpc>
          <a:spcPct val="100000"/>
        </a:lnSpc>
        <a:spcBef>
          <a:spcPts val="600"/>
        </a:spcBef>
        <a:buFont typeface="Courier New" panose="02070309020205020404" pitchFamily="49" charset="0"/>
        <a:buChar char="-"/>
        <a:defRPr sz="1800" kern="1200">
          <a:solidFill>
            <a:schemeClr val="tx1"/>
          </a:solidFill>
          <a:latin typeface="+mn-lt"/>
          <a:ea typeface="+mn-ea"/>
          <a:cs typeface="+mn-cs"/>
        </a:defRPr>
      </a:lvl4pPr>
      <a:lvl5pPr marL="1444752" indent="-292608"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192">
          <p15:clr>
            <a:srgbClr val="F26B43"/>
          </p15:clr>
        </p15:guide>
        <p15:guide id="4" pos="7488">
          <p15:clr>
            <a:srgbClr val="F26B43"/>
          </p15:clr>
        </p15:guide>
        <p15:guide id="5" orient="horz">
          <p15:clr>
            <a:srgbClr val="F26B43"/>
          </p15:clr>
        </p15:guide>
        <p15:guide id="6" orient="horz" pos="4320">
          <p15:clr>
            <a:srgbClr val="F26B43"/>
          </p15:clr>
        </p15:guide>
        <p15:guide id="7" orient="horz" pos="144">
          <p15:clr>
            <a:srgbClr val="F26B43"/>
          </p15:clr>
        </p15:guide>
        <p15:guide id="8" orient="horz" pos="3936">
          <p15:clr>
            <a:srgbClr val="F26B43"/>
          </p15:clr>
        </p15:guide>
        <p15:guide id="9" orient="horz" pos="1003">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9404D-C690-49B1-A383-63A32B9113B2}"/>
              </a:ext>
            </a:extLst>
          </p:cNvPr>
          <p:cNvSpPr>
            <a:spLocks noGrp="1"/>
          </p:cNvSpPr>
          <p:nvPr>
            <p:ph type="title"/>
          </p:nvPr>
        </p:nvSpPr>
        <p:spPr>
          <a:xfrm>
            <a:off x="304800" y="228601"/>
            <a:ext cx="11582400" cy="777240"/>
          </a:xfrm>
          <a:prstGeom prst="rect">
            <a:avLst/>
          </a:prstGeom>
        </p:spPr>
        <p:txBody>
          <a:bodyPr vert="horz" lIns="0" tIns="0" rIns="0" bIns="0" rtlCol="0" anchor="t">
            <a:noAutofit/>
          </a:bodyPr>
          <a:lstStyle/>
          <a:p>
            <a:r>
              <a:rPr lang="en-US" dirty="0"/>
              <a:t>Title</a:t>
            </a:r>
            <a:endParaRPr lang="en-GB" dirty="0"/>
          </a:p>
        </p:txBody>
      </p:sp>
      <p:sp>
        <p:nvSpPr>
          <p:cNvPr id="3" name="Text Placeholder 2">
            <a:extLst>
              <a:ext uri="{FF2B5EF4-FFF2-40B4-BE49-F238E27FC236}">
                <a16:creationId xmlns:a16="http://schemas.microsoft.com/office/drawing/2014/main" id="{EE251720-3CE2-4216-B8AE-F11B1138E562}"/>
              </a:ext>
            </a:extLst>
          </p:cNvPr>
          <p:cNvSpPr>
            <a:spLocks noGrp="1"/>
          </p:cNvSpPr>
          <p:nvPr>
            <p:ph type="body" idx="1"/>
          </p:nvPr>
        </p:nvSpPr>
        <p:spPr>
          <a:xfrm>
            <a:off x="304799" y="1403960"/>
            <a:ext cx="11582399" cy="484444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FC0762D4-5D39-4E50-B84C-130BB9875592}"/>
              </a:ext>
            </a:extLst>
          </p:cNvPr>
          <p:cNvSpPr>
            <a:spLocks noGrp="1"/>
          </p:cNvSpPr>
          <p:nvPr>
            <p:ph type="ftr" sz="quarter" idx="3"/>
          </p:nvPr>
        </p:nvSpPr>
        <p:spPr>
          <a:xfrm>
            <a:off x="304798" y="6435990"/>
            <a:ext cx="2350008" cy="307366"/>
          </a:xfrm>
          <a:custGeom>
            <a:avLst/>
            <a:gdLst>
              <a:gd name="connsiteX0" fmla="*/ 0 w 2350008"/>
              <a:gd name="connsiteY0" fmla="*/ 0 h 311036"/>
              <a:gd name="connsiteX1" fmla="*/ 2350008 w 2350008"/>
              <a:gd name="connsiteY1" fmla="*/ 0 h 311036"/>
              <a:gd name="connsiteX2" fmla="*/ 2350008 w 2350008"/>
              <a:gd name="connsiteY2" fmla="*/ 311036 h 311036"/>
              <a:gd name="connsiteX3" fmla="*/ 0 w 2350008"/>
              <a:gd name="connsiteY3" fmla="*/ 311036 h 311036"/>
              <a:gd name="connsiteX4" fmla="*/ 0 w 2350008"/>
              <a:gd name="connsiteY4" fmla="*/ 0 h 311036"/>
              <a:gd name="connsiteX0" fmla="*/ 0 w 2350008"/>
              <a:gd name="connsiteY0" fmla="*/ 0 h 311036"/>
              <a:gd name="connsiteX1" fmla="*/ 2350008 w 2350008"/>
              <a:gd name="connsiteY1" fmla="*/ 0 h 311036"/>
              <a:gd name="connsiteX2" fmla="*/ 0 w 2350008"/>
              <a:gd name="connsiteY2" fmla="*/ 311036 h 311036"/>
              <a:gd name="connsiteX3" fmla="*/ 0 w 2350008"/>
              <a:gd name="connsiteY3" fmla="*/ 0 h 311036"/>
              <a:gd name="connsiteX0" fmla="*/ 0 w 2350008"/>
              <a:gd name="connsiteY0" fmla="*/ 0 h 0"/>
              <a:gd name="connsiteX1" fmla="*/ 2350008 w 2350008"/>
              <a:gd name="connsiteY1" fmla="*/ 0 h 0"/>
              <a:gd name="connsiteX2" fmla="*/ 0 w 2350008"/>
              <a:gd name="connsiteY2" fmla="*/ 0 h 0"/>
            </a:gdLst>
            <a:ahLst/>
            <a:cxnLst>
              <a:cxn ang="0">
                <a:pos x="connsiteX0" y="connsiteY0"/>
              </a:cxn>
              <a:cxn ang="0">
                <a:pos x="connsiteX1" y="connsiteY1"/>
              </a:cxn>
              <a:cxn ang="0">
                <a:pos x="connsiteX2" y="connsiteY2"/>
              </a:cxn>
            </a:cxnLst>
            <a:rect l="l" t="t" r="r" b="b"/>
            <a:pathLst>
              <a:path w="2350008">
                <a:moveTo>
                  <a:pt x="0" y="0"/>
                </a:moveTo>
                <a:lnTo>
                  <a:pt x="2350008" y="0"/>
                </a:lnTo>
                <a:lnTo>
                  <a:pt x="0" y="0"/>
                </a:lnTo>
                <a:close/>
              </a:path>
            </a:pathLst>
          </a:custGeom>
          <a:ln w="6350">
            <a:solidFill>
              <a:schemeClr val="tx1"/>
            </a:solidFill>
          </a:ln>
        </p:spPr>
        <p:txBody>
          <a:bodyPr vert="horz" lIns="0" tIns="128016" rIns="0" bIns="0" rtlCol="0" anchor="t">
            <a:noAutofit/>
          </a:bodyPr>
          <a:lstStyle>
            <a:lvl1pPr algn="ctr">
              <a:defRPr sz="800">
                <a:solidFill>
                  <a:schemeClr val="tx1"/>
                </a:solidFill>
              </a:defRPr>
            </a:lvl1pPr>
          </a:lstStyle>
          <a:p>
            <a:pPr algn="r"/>
            <a:r>
              <a:rPr lang="en-GB" dirty="0"/>
              <a:t>Classification: Public</a:t>
            </a:r>
          </a:p>
        </p:txBody>
      </p:sp>
      <p:sp>
        <p:nvSpPr>
          <p:cNvPr id="6" name="Slide Number Placeholder 5">
            <a:extLst>
              <a:ext uri="{FF2B5EF4-FFF2-40B4-BE49-F238E27FC236}">
                <a16:creationId xmlns:a16="http://schemas.microsoft.com/office/drawing/2014/main" id="{BC9BA6B3-09C1-4225-B463-2A8C4527BF35}"/>
              </a:ext>
            </a:extLst>
          </p:cNvPr>
          <p:cNvSpPr>
            <a:spLocks noGrp="1"/>
          </p:cNvSpPr>
          <p:nvPr>
            <p:ph type="sldNum" sz="quarter" idx="4"/>
          </p:nvPr>
        </p:nvSpPr>
        <p:spPr>
          <a:xfrm>
            <a:off x="304798" y="6500138"/>
            <a:ext cx="347472" cy="246888"/>
          </a:xfrm>
          <a:prstGeom prst="rect">
            <a:avLst/>
          </a:prstGeom>
        </p:spPr>
        <p:txBody>
          <a:bodyPr vert="horz" lIns="0" tIns="0" rIns="0" bIns="0" rtlCol="0" anchor="ctr">
            <a:noAutofit/>
          </a:bodyPr>
          <a:lstStyle>
            <a:lvl1pPr algn="l">
              <a:defRPr sz="800">
                <a:solidFill>
                  <a:schemeClr val="tx1"/>
                </a:solidFill>
              </a:defRPr>
            </a:lvl1pPr>
          </a:lstStyle>
          <a:p>
            <a:fld id="{7695D00A-BA34-4D39-8C84-2534822D6434}" type="slidenum">
              <a:rPr lang="en-GB" smtClean="0"/>
              <a:pPr/>
              <a:t>‹#›</a:t>
            </a:fld>
            <a:endParaRPr lang="en-GB" dirty="0"/>
          </a:p>
        </p:txBody>
      </p:sp>
      <p:pic>
        <p:nvPicPr>
          <p:cNvPr id="8" name="Graphic 7">
            <a:extLst>
              <a:ext uri="{FF2B5EF4-FFF2-40B4-BE49-F238E27FC236}">
                <a16:creationId xmlns:a16="http://schemas.microsoft.com/office/drawing/2014/main" id="{027BE518-6424-B04B-AC74-2A66ED2EF156}"/>
              </a:ext>
            </a:extLst>
          </p:cNvPr>
          <p:cNvPicPr>
            <a:picLocks noChangeAspect="1"/>
          </p:cNvPicPr>
          <p:nvPr userDrawn="1"/>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855960" y="6399515"/>
            <a:ext cx="1031238" cy="307367"/>
          </a:xfrm>
          <a:prstGeom prst="rect">
            <a:avLst/>
          </a:prstGeom>
        </p:spPr>
      </p:pic>
    </p:spTree>
    <p:extLst>
      <p:ext uri="{BB962C8B-B14F-4D97-AF65-F5344CB8AC3E}">
        <p14:creationId xmlns:p14="http://schemas.microsoft.com/office/powerpoint/2010/main" val="2285850215"/>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Lst>
  <p:hf hdr="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92608" indent="-292608" algn="l" defTabSz="914400" rtl="0" eaLnBrk="1" latinLnBrk="0" hangingPunct="1">
        <a:lnSpc>
          <a:spcPct val="100000"/>
        </a:lnSpc>
        <a:spcBef>
          <a:spcPts val="600"/>
        </a:spcBef>
        <a:buSzPct val="80000"/>
        <a:buFont typeface="Arial" panose="020B0604020202020204" pitchFamily="34" charset="0"/>
        <a:buChar char="●"/>
        <a:defRPr sz="1800" kern="1200">
          <a:solidFill>
            <a:schemeClr val="tx1"/>
          </a:solidFill>
          <a:latin typeface="+mn-lt"/>
          <a:ea typeface="+mn-ea"/>
          <a:cs typeface="+mn-cs"/>
        </a:defRPr>
      </a:lvl1pPr>
      <a:lvl2pPr marL="576072" indent="-292608" algn="l" defTabSz="914400" rtl="0" eaLnBrk="1" latinLnBrk="0" hangingPunct="1">
        <a:lnSpc>
          <a:spcPct val="100000"/>
        </a:lnSpc>
        <a:spcBef>
          <a:spcPts val="600"/>
        </a:spcBef>
        <a:buFont typeface="Courier New" panose="02070309020205020404" pitchFamily="49" charset="0"/>
        <a:buChar char="-"/>
        <a:defRPr sz="1800" kern="1200">
          <a:solidFill>
            <a:schemeClr val="tx1"/>
          </a:solidFill>
          <a:latin typeface="+mn-lt"/>
          <a:ea typeface="+mn-ea"/>
          <a:cs typeface="+mn-cs"/>
        </a:defRPr>
      </a:lvl2pPr>
      <a:lvl3pPr marL="868680" indent="-292608"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3pPr>
      <a:lvl4pPr marL="1152144" indent="-292608" algn="l" defTabSz="914400" rtl="0" eaLnBrk="1" latinLnBrk="0" hangingPunct="1">
        <a:lnSpc>
          <a:spcPct val="100000"/>
        </a:lnSpc>
        <a:spcBef>
          <a:spcPts val="600"/>
        </a:spcBef>
        <a:buFont typeface="Courier New" panose="02070309020205020404" pitchFamily="49" charset="0"/>
        <a:buChar char="-"/>
        <a:defRPr sz="1800" kern="1200">
          <a:solidFill>
            <a:schemeClr val="tx1"/>
          </a:solidFill>
          <a:latin typeface="+mn-lt"/>
          <a:ea typeface="+mn-ea"/>
          <a:cs typeface="+mn-cs"/>
        </a:defRPr>
      </a:lvl4pPr>
      <a:lvl5pPr marL="1444752" indent="-292608"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1904">
          <p15:clr>
            <a:srgbClr val="F26B43"/>
          </p15:clr>
        </p15:guide>
        <p15:guide id="4" pos="1928">
          <p15:clr>
            <a:srgbClr val="F26B43"/>
          </p15:clr>
        </p15:guide>
        <p15:guide id="5" pos="3832">
          <p15:clr>
            <a:srgbClr val="F26B43"/>
          </p15:clr>
        </p15:guide>
        <p15:guide id="6" pos="3856">
          <p15:clr>
            <a:srgbClr val="F26B43"/>
          </p15:clr>
        </p15:guide>
        <p15:guide id="7" pos="5752">
          <p15:clr>
            <a:srgbClr val="F26B43"/>
          </p15:clr>
        </p15:guide>
        <p15:guide id="8" pos="5776">
          <p15:clr>
            <a:srgbClr val="F26B43"/>
          </p15:clr>
        </p15:guide>
        <p15:guide id="9" orient="horz">
          <p15:clr>
            <a:srgbClr val="F26B43"/>
          </p15:clr>
        </p15:guide>
        <p15:guide id="10" orient="horz" pos="4320">
          <p15:clr>
            <a:srgbClr val="F26B43"/>
          </p15:clr>
        </p15:guide>
        <p15:guide id="11" orient="horz" pos="720">
          <p15:clr>
            <a:srgbClr val="F26B43"/>
          </p15:clr>
        </p15:guide>
        <p15:guide id="12" orient="horz" pos="1904">
          <p15:clr>
            <a:srgbClr val="F26B43"/>
          </p15:clr>
        </p15:guide>
        <p15:guide id="13" orient="horz" pos="1928">
          <p15:clr>
            <a:srgbClr val="F26B43"/>
          </p15:clr>
        </p15:guide>
        <p15:guide id="14" orient="horz" pos="3112">
          <p15:clr>
            <a:srgbClr val="F26B43"/>
          </p15:clr>
        </p15:guide>
        <p15:guide id="15" orient="horz" pos="313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138621"/>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Lst>
  <p:hf hdr="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1"/>
          </a:solidFill>
          <a:latin typeface="+mn-lt"/>
          <a:ea typeface="+mn-ea"/>
          <a:cs typeface="+mn-cs"/>
        </a:defRPr>
      </a:lvl1pPr>
      <a:lvl2pPr marL="2286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457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3pPr>
      <a:lvl4pPr marL="6858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ssau.co.uk/spray-drift-model"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hyperlink" Target="https://en.wikipedia.org/wiki/Intersection_(set_theory)" TargetMode="External"/><Relationship Id="rId5" Type="http://schemas.openxmlformats.org/officeDocument/2006/relationships/image" Target="../media/image16.sv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png"/><Relationship Id="rId7" Type="http://schemas.openxmlformats.org/officeDocument/2006/relationships/image" Target="../media/image19.png"/><Relationship Id="rId12"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1.xml"/><Relationship Id="rId6" Type="http://schemas.openxmlformats.org/officeDocument/2006/relationships/image" Target="../media/image14.png"/><Relationship Id="rId11" Type="http://schemas.openxmlformats.org/officeDocument/2006/relationships/image" Target="../media/image35.png"/><Relationship Id="rId5" Type="http://schemas.openxmlformats.org/officeDocument/2006/relationships/image" Target="../media/image18.svg"/><Relationship Id="rId10" Type="http://schemas.openxmlformats.org/officeDocument/2006/relationships/image" Target="../media/image34.png"/><Relationship Id="rId4" Type="http://schemas.openxmlformats.org/officeDocument/2006/relationships/image" Target="../media/image17.png"/><Relationship Id="rId9" Type="http://schemas.openxmlformats.org/officeDocument/2006/relationships/image" Target="../media/image33.png"/></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1.xml"/><Relationship Id="rId6" Type="http://schemas.openxmlformats.org/officeDocument/2006/relationships/image" Target="../media/image40.png"/><Relationship Id="rId5" Type="http://schemas.openxmlformats.org/officeDocument/2006/relationships/image" Target="../media/image20.png"/><Relationship Id="rId4" Type="http://schemas.openxmlformats.org/officeDocument/2006/relationships/image" Target="../media/image38.png"/></Relationships>
</file>

<file path=ppt/slides/_rels/slide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48.png"/><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200.png"/></Relationships>
</file>

<file path=ppt/slides/_rels/slide11.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0.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Layout" Target="../slideLayouts/slideLayout7.xml"/><Relationship Id="rId7" Type="http://schemas.openxmlformats.org/officeDocument/2006/relationships/image" Target="../media/image3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https://github.com/syngenta/PrecisionAgDriftCalculator" TargetMode="External"/><Relationship Id="rId5" Type="http://schemas.openxmlformats.org/officeDocument/2006/relationships/hyperlink" Target="https://syngenta.shinyapps.io/Precision_Ag_Drift_Refinement/"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2.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182E8-DED8-3746-2804-B46242C6283C}"/>
              </a:ext>
            </a:extLst>
          </p:cNvPr>
          <p:cNvSpPr>
            <a:spLocks noGrp="1"/>
          </p:cNvSpPr>
          <p:nvPr>
            <p:ph type="title"/>
          </p:nvPr>
        </p:nvSpPr>
        <p:spPr>
          <a:xfrm>
            <a:off x="304800" y="3318510"/>
            <a:ext cx="4324952" cy="777240"/>
          </a:xfrm>
        </p:spPr>
        <p:txBody>
          <a:bodyPr/>
          <a:lstStyle/>
          <a:p>
            <a:r>
              <a:rPr lang="en-US" sz="4000" dirty="0"/>
              <a:t>Spray Drift from Banded and Regular Spot Applications</a:t>
            </a:r>
          </a:p>
        </p:txBody>
      </p:sp>
      <p:sp>
        <p:nvSpPr>
          <p:cNvPr id="3" name="Subtitle 2">
            <a:extLst>
              <a:ext uri="{FF2B5EF4-FFF2-40B4-BE49-F238E27FC236}">
                <a16:creationId xmlns:a16="http://schemas.microsoft.com/office/drawing/2014/main" id="{2706F3F0-5513-7B50-0E6C-AF1CA9C88E1D}"/>
              </a:ext>
            </a:extLst>
          </p:cNvPr>
          <p:cNvSpPr>
            <a:spLocks noGrp="1"/>
          </p:cNvSpPr>
          <p:nvPr>
            <p:ph type="subTitle" idx="1"/>
          </p:nvPr>
        </p:nvSpPr>
        <p:spPr/>
        <p:txBody>
          <a:bodyPr/>
          <a:lstStyle/>
          <a:p>
            <a:r>
              <a:rPr lang="en-US" dirty="0"/>
              <a:t>Michael Bird and David Patterson</a:t>
            </a:r>
          </a:p>
          <a:p>
            <a:endParaRPr lang="en-US" dirty="0"/>
          </a:p>
        </p:txBody>
      </p:sp>
      <p:sp>
        <p:nvSpPr>
          <p:cNvPr id="4" name="Text Placeholder 3">
            <a:extLst>
              <a:ext uri="{FF2B5EF4-FFF2-40B4-BE49-F238E27FC236}">
                <a16:creationId xmlns:a16="http://schemas.microsoft.com/office/drawing/2014/main" id="{EF450C3F-3C70-8ECE-A9F9-493C3AC7A0A6}"/>
              </a:ext>
            </a:extLst>
          </p:cNvPr>
          <p:cNvSpPr>
            <a:spLocks noGrp="1"/>
          </p:cNvSpPr>
          <p:nvPr>
            <p:ph type="body" sz="quarter" idx="14"/>
          </p:nvPr>
        </p:nvSpPr>
        <p:spPr/>
        <p:txBody>
          <a:bodyPr/>
          <a:lstStyle/>
          <a:p>
            <a:pPr marL="0" indent="0">
              <a:buNone/>
            </a:pPr>
            <a:r>
              <a:rPr lang="pl-PL" dirty="0"/>
              <a:t>Date</a:t>
            </a:r>
            <a:r>
              <a:rPr lang="en-GB" dirty="0"/>
              <a:t>: 9</a:t>
            </a:r>
            <a:r>
              <a:rPr lang="en-GB" baseline="30000" dirty="0"/>
              <a:t>th</a:t>
            </a:r>
            <a:r>
              <a:rPr lang="en-GB" dirty="0"/>
              <a:t> June 2025</a:t>
            </a:r>
          </a:p>
        </p:txBody>
      </p:sp>
      <p:sp>
        <p:nvSpPr>
          <p:cNvPr id="5" name="Footer Placeholder 4">
            <a:extLst>
              <a:ext uri="{FF2B5EF4-FFF2-40B4-BE49-F238E27FC236}">
                <a16:creationId xmlns:a16="http://schemas.microsoft.com/office/drawing/2014/main" id="{617567CD-DA66-7671-6998-37ECEEBE477E}"/>
              </a:ext>
            </a:extLst>
          </p:cNvPr>
          <p:cNvSpPr>
            <a:spLocks noGrp="1"/>
          </p:cNvSpPr>
          <p:nvPr>
            <p:ph type="ftr" sz="quarter" idx="10"/>
          </p:nvPr>
        </p:nvSpPr>
        <p:spPr/>
        <p:txBody>
          <a:bodyPr/>
          <a:lstStyle/>
          <a:p>
            <a:r>
              <a:rPr lang="en-GB" dirty="0"/>
              <a:t>Classification: Public</a:t>
            </a:r>
          </a:p>
        </p:txBody>
      </p:sp>
    </p:spTree>
    <p:extLst>
      <p:ext uri="{BB962C8B-B14F-4D97-AF65-F5344CB8AC3E}">
        <p14:creationId xmlns:p14="http://schemas.microsoft.com/office/powerpoint/2010/main" val="350125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77F7F-3DE4-35B3-00EE-AAB850769711}"/>
              </a:ext>
            </a:extLst>
          </p:cNvPr>
          <p:cNvSpPr>
            <a:spLocks noGrp="1"/>
          </p:cNvSpPr>
          <p:nvPr>
            <p:ph type="title"/>
          </p:nvPr>
        </p:nvSpPr>
        <p:spPr/>
        <p:txBody>
          <a:bodyPr/>
          <a:lstStyle/>
          <a:p>
            <a:r>
              <a:rPr lang="en-US" dirty="0"/>
              <a:t>Agenda</a:t>
            </a:r>
          </a:p>
        </p:txBody>
      </p:sp>
      <p:sp>
        <p:nvSpPr>
          <p:cNvPr id="3" name="Footer Placeholder 2">
            <a:extLst>
              <a:ext uri="{FF2B5EF4-FFF2-40B4-BE49-F238E27FC236}">
                <a16:creationId xmlns:a16="http://schemas.microsoft.com/office/drawing/2014/main" id="{F8277D65-A2B2-0CBD-FEE8-1F85014436F4}"/>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B9C5ED73-DA20-8D9B-CB98-77E7DB47374D}"/>
              </a:ext>
            </a:extLst>
          </p:cNvPr>
          <p:cNvSpPr>
            <a:spLocks noGrp="1"/>
          </p:cNvSpPr>
          <p:nvPr>
            <p:ph type="sldNum" sz="quarter" idx="12"/>
          </p:nvPr>
        </p:nvSpPr>
        <p:spPr/>
        <p:txBody>
          <a:bodyPr/>
          <a:lstStyle/>
          <a:p>
            <a:fld id="{7695D00A-BA34-4D39-8C84-2534822D6434}" type="slidenum">
              <a:rPr lang="en-GB" smtClean="0"/>
              <a:pPr/>
              <a:t>2</a:t>
            </a:fld>
            <a:endParaRPr lang="en-GB" dirty="0"/>
          </a:p>
        </p:txBody>
      </p:sp>
      <p:sp>
        <p:nvSpPr>
          <p:cNvPr id="5" name="Text Placeholder 4">
            <a:extLst>
              <a:ext uri="{FF2B5EF4-FFF2-40B4-BE49-F238E27FC236}">
                <a16:creationId xmlns:a16="http://schemas.microsoft.com/office/drawing/2014/main" id="{6C4415CE-4999-945A-90A5-BA51B2C7A18E}"/>
              </a:ext>
            </a:extLst>
          </p:cNvPr>
          <p:cNvSpPr>
            <a:spLocks noGrp="1"/>
          </p:cNvSpPr>
          <p:nvPr>
            <p:ph type="body" sz="quarter" idx="13"/>
          </p:nvPr>
        </p:nvSpPr>
        <p:spPr/>
        <p:txBody>
          <a:bodyPr/>
          <a:lstStyle/>
          <a:p>
            <a:r>
              <a:rPr lang="en-GB" dirty="0"/>
              <a:t>Context</a:t>
            </a:r>
          </a:p>
          <a:p>
            <a:r>
              <a:rPr lang="en-GB" dirty="0"/>
              <a:t>Theory</a:t>
            </a:r>
          </a:p>
          <a:p>
            <a:r>
              <a:rPr lang="en-GB" dirty="0"/>
              <a:t>Exploration</a:t>
            </a:r>
          </a:p>
          <a:p>
            <a:r>
              <a:rPr lang="en-GB" dirty="0"/>
              <a:t>Next steps</a:t>
            </a:r>
          </a:p>
        </p:txBody>
      </p:sp>
    </p:spTree>
    <p:extLst>
      <p:ext uri="{BB962C8B-B14F-4D97-AF65-F5344CB8AC3E}">
        <p14:creationId xmlns:p14="http://schemas.microsoft.com/office/powerpoint/2010/main" val="420850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A3A19AE-76E8-4268-D881-1052D43A33D4}"/>
              </a:ext>
            </a:extLst>
          </p:cNvPr>
          <p:cNvSpPr>
            <a:spLocks noGrp="1"/>
          </p:cNvSpPr>
          <p:nvPr>
            <p:ph type="title"/>
          </p:nvPr>
        </p:nvSpPr>
        <p:spPr/>
        <p:txBody>
          <a:bodyPr/>
          <a:lstStyle/>
          <a:p>
            <a:r>
              <a:rPr lang="en-GB"/>
              <a:t>Context - Inspiration</a:t>
            </a:r>
          </a:p>
        </p:txBody>
      </p:sp>
      <p:sp>
        <p:nvSpPr>
          <p:cNvPr id="6" name="Footer Placeholder 2">
            <a:extLst>
              <a:ext uri="{FF2B5EF4-FFF2-40B4-BE49-F238E27FC236}">
                <a16:creationId xmlns:a16="http://schemas.microsoft.com/office/drawing/2014/main" id="{0B1AB274-1993-B443-1EA1-AF7D90E54594}"/>
              </a:ext>
            </a:extLst>
          </p:cNvPr>
          <p:cNvSpPr>
            <a:spLocks noGrp="1"/>
          </p:cNvSpPr>
          <p:nvPr>
            <p:ph type="ftr" sz="quarter" idx="11"/>
          </p:nvPr>
        </p:nvSpPr>
        <p:spPr/>
        <p:txBody>
          <a:bodyPr/>
          <a:lstStyle/>
          <a:p>
            <a:pPr algn="r"/>
            <a:r>
              <a:rPr lang="en-GB" dirty="0"/>
              <a:t>Classification: Public</a:t>
            </a:r>
          </a:p>
        </p:txBody>
      </p:sp>
      <p:sp>
        <p:nvSpPr>
          <p:cNvPr id="7" name="Slide Number Placeholder 3">
            <a:extLst>
              <a:ext uri="{FF2B5EF4-FFF2-40B4-BE49-F238E27FC236}">
                <a16:creationId xmlns:a16="http://schemas.microsoft.com/office/drawing/2014/main" id="{4352223A-6F1F-F207-6067-8F7E20CB7D8C}"/>
              </a:ext>
            </a:extLst>
          </p:cNvPr>
          <p:cNvSpPr>
            <a:spLocks noGrp="1"/>
          </p:cNvSpPr>
          <p:nvPr>
            <p:ph type="sldNum" sz="quarter" idx="12"/>
          </p:nvPr>
        </p:nvSpPr>
        <p:spPr/>
        <p:txBody>
          <a:bodyPr/>
          <a:lstStyle/>
          <a:p>
            <a:fld id="{7695D00A-BA34-4D39-8C84-2534822D6434}" type="slidenum">
              <a:rPr lang="en-GB" smtClean="0"/>
              <a:pPr/>
              <a:t>3</a:t>
            </a:fld>
            <a:endParaRPr lang="en-GB"/>
          </a:p>
        </p:txBody>
      </p:sp>
      <p:sp>
        <p:nvSpPr>
          <p:cNvPr id="9" name="Text Placeholder 4">
            <a:extLst>
              <a:ext uri="{FF2B5EF4-FFF2-40B4-BE49-F238E27FC236}">
                <a16:creationId xmlns:a16="http://schemas.microsoft.com/office/drawing/2014/main" id="{E7C08147-BDD3-A766-F1BB-6F44CD15E4FD}"/>
              </a:ext>
            </a:extLst>
          </p:cNvPr>
          <p:cNvSpPr>
            <a:spLocks noGrp="1"/>
          </p:cNvSpPr>
          <p:nvPr>
            <p:ph type="body" sz="quarter" idx="13"/>
          </p:nvPr>
        </p:nvSpPr>
        <p:spPr>
          <a:xfrm>
            <a:off x="304800" y="1581958"/>
            <a:ext cx="5602514" cy="4666441"/>
          </a:xfrm>
        </p:spPr>
        <p:txBody>
          <a:bodyPr/>
          <a:lstStyle/>
          <a:p>
            <a:pPr marL="285750" indent="-285750">
              <a:buFont typeface="Arial" panose="020B0604020202020204" pitchFamily="34" charset="0"/>
              <a:buChar char="•"/>
            </a:pPr>
            <a:r>
              <a:rPr lang="en-GB" dirty="0"/>
              <a:t>This work was inspired and builds upon the work of Anastasiia Bolekhan, Andrew Chapple, Johannes Witt, and Prakash Srinivasan presented on behalf of Bayer in Piacenza, September 2024.</a:t>
            </a:r>
          </a:p>
          <a:p>
            <a:pPr marL="514350" lvl="1" indent="-285750">
              <a:buFont typeface="Arial" panose="020B0604020202020204" pitchFamily="34" charset="0"/>
              <a:buChar char="•"/>
            </a:pPr>
            <a:r>
              <a:rPr lang="en-GB" dirty="0"/>
              <a:t>Drift was estimated from spraying 1x1m patches using </a:t>
            </a:r>
            <a:r>
              <a:rPr lang="en-GB" dirty="0" err="1"/>
              <a:t>SiMOD</a:t>
            </a:r>
            <a:r>
              <a:rPr lang="en-GB" dirty="0"/>
              <a:t> (</a:t>
            </a:r>
            <a:r>
              <a:rPr lang="en-GB" dirty="0">
                <a:hlinkClick r:id="rId3"/>
              </a:rPr>
              <a:t>Silsoe Spray Drift Model</a:t>
            </a:r>
            <a:r>
              <a:rPr lang="en-GB" dirty="0"/>
              <a:t>)</a:t>
            </a:r>
          </a:p>
          <a:p>
            <a:pPr marL="514350" lvl="1" indent="-285750">
              <a:buFont typeface="Arial" panose="020B0604020202020204" pitchFamily="34" charset="0"/>
              <a:buChar char="•"/>
            </a:pPr>
            <a:r>
              <a:rPr lang="en-GB" dirty="0"/>
              <a:t>Drift from patches summed over rows perpendicular to water body</a:t>
            </a:r>
          </a:p>
          <a:p>
            <a:pPr marL="514350" lvl="1" indent="-285750">
              <a:buFont typeface="Arial" panose="020B0604020202020204" pitchFamily="34" charset="0"/>
              <a:buChar char="•"/>
            </a:pPr>
            <a:r>
              <a:rPr lang="en-GB" dirty="0"/>
              <a:t>These spatially explicit loadings are then loaded into TOXSWA to investigate dispersion along the ditch and impact on aquatic risk assessment at different tiers (</a:t>
            </a:r>
            <a:r>
              <a:rPr lang="en-GB" dirty="0" err="1"/>
              <a:t>PEC</a:t>
            </a:r>
            <a:r>
              <a:rPr lang="en-GB" baseline="-25000" dirty="0" err="1"/>
              <a:t>max</a:t>
            </a:r>
            <a:r>
              <a:rPr lang="en-GB" dirty="0"/>
              <a:t>, TWA</a:t>
            </a:r>
            <a:r>
              <a:rPr lang="en-GB" baseline="-25000" dirty="0"/>
              <a:t>7</a:t>
            </a:r>
            <a:r>
              <a:rPr lang="en-GB" dirty="0"/>
              <a:t>,</a:t>
            </a:r>
            <a:r>
              <a:rPr lang="en-GB" baseline="30000" dirty="0"/>
              <a:t> </a:t>
            </a:r>
            <a:r>
              <a:rPr lang="en-GB" dirty="0"/>
              <a:t>eco. Modelling)</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grpSp>
        <p:nvGrpSpPr>
          <p:cNvPr id="10" name="Group 9">
            <a:extLst>
              <a:ext uri="{FF2B5EF4-FFF2-40B4-BE49-F238E27FC236}">
                <a16:creationId xmlns:a16="http://schemas.microsoft.com/office/drawing/2014/main" id="{CC64CDC6-09E2-3A62-8507-F81F0B7ECAB7}"/>
              </a:ext>
            </a:extLst>
          </p:cNvPr>
          <p:cNvGrpSpPr/>
          <p:nvPr/>
        </p:nvGrpSpPr>
        <p:grpSpPr>
          <a:xfrm>
            <a:off x="6157222" y="680811"/>
            <a:ext cx="4383312" cy="2899805"/>
            <a:chOff x="7018615" y="1581958"/>
            <a:chExt cx="4383312" cy="2899805"/>
          </a:xfrm>
        </p:grpSpPr>
        <p:graphicFrame>
          <p:nvGraphicFramePr>
            <p:cNvPr id="11" name="Object 10">
              <a:extLst>
                <a:ext uri="{FF2B5EF4-FFF2-40B4-BE49-F238E27FC236}">
                  <a16:creationId xmlns:a16="http://schemas.microsoft.com/office/drawing/2014/main" id="{2E8DEC40-028C-B959-C5BC-64A12113DD79}"/>
                </a:ext>
              </a:extLst>
            </p:cNvPr>
            <p:cNvGraphicFramePr>
              <a:graphicFrameLocks noChangeAspect="1"/>
            </p:cNvGraphicFramePr>
            <p:nvPr>
              <p:extLst>
                <p:ext uri="{D42A27DB-BD31-4B8C-83A1-F6EECF244321}">
                  <p14:modId xmlns:p14="http://schemas.microsoft.com/office/powerpoint/2010/main" val="2281072024"/>
                </p:ext>
              </p:extLst>
            </p:nvPr>
          </p:nvGraphicFramePr>
          <p:xfrm>
            <a:off x="7018615" y="1581958"/>
            <a:ext cx="4383312" cy="2465613"/>
          </p:xfrm>
          <a:graphic>
            <a:graphicData uri="http://schemas.openxmlformats.org/presentationml/2006/ole">
              <mc:AlternateContent xmlns:mc="http://schemas.openxmlformats.org/markup-compatibility/2006">
                <mc:Choice xmlns:v="urn:schemas-microsoft-com:vml" Requires="v">
                  <p:oleObj name="Acrobat Document" r:id="rId4" imgW="9143796" imgH="5143500" progId="AcroExch.Document.DC">
                    <p:embed/>
                  </p:oleObj>
                </mc:Choice>
                <mc:Fallback>
                  <p:oleObj name="Acrobat Document" r:id="rId4" imgW="9143796" imgH="5143500" progId="AcroExch.Document.DC">
                    <p:embed/>
                    <p:pic>
                      <p:nvPicPr>
                        <p:cNvPr id="11" name="Object 10">
                          <a:extLst>
                            <a:ext uri="{FF2B5EF4-FFF2-40B4-BE49-F238E27FC236}">
                              <a16:creationId xmlns:a16="http://schemas.microsoft.com/office/drawing/2014/main" id="{2E8DEC40-028C-B959-C5BC-64A12113DD79}"/>
                            </a:ext>
                          </a:extLst>
                        </p:cNvPr>
                        <p:cNvPicPr/>
                        <p:nvPr/>
                      </p:nvPicPr>
                      <p:blipFill>
                        <a:blip r:embed="rId5"/>
                        <a:stretch>
                          <a:fillRect/>
                        </a:stretch>
                      </p:blipFill>
                      <p:spPr>
                        <a:xfrm>
                          <a:off x="7018615" y="1581958"/>
                          <a:ext cx="4383312" cy="2465613"/>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7AC2F3BA-58C0-7B2B-F739-FF83805D2443}"/>
                </a:ext>
              </a:extLst>
            </p:cNvPr>
            <p:cNvSpPr txBox="1"/>
            <p:nvPr/>
          </p:nvSpPr>
          <p:spPr>
            <a:xfrm>
              <a:off x="7026441" y="4066674"/>
              <a:ext cx="4375485" cy="415089"/>
            </a:xfrm>
            <a:prstGeom prst="rect">
              <a:avLst/>
            </a:prstGeom>
          </p:spPr>
          <p:txBody>
            <a:bodyPr vert="horz" wrap="square" lIns="0" tIns="0" rIns="0" bIns="0" rtlCol="0">
              <a:noAutofit/>
            </a:bodyPr>
            <a:lstStyle/>
            <a:p>
              <a:pPr algn="l">
                <a:spcBef>
                  <a:spcPts val="600"/>
                </a:spcBef>
              </a:pPr>
              <a:r>
                <a:rPr lang="en-GB" sz="1100" dirty="0">
                  <a:solidFill>
                    <a:schemeClr val="bg1">
                      <a:lumMod val="50000"/>
                    </a:schemeClr>
                  </a:solidFill>
                </a:rPr>
                <a:t>Embedded PDF of Bolekhan 2024 – Slide 5 details their drift deposition methodology</a:t>
              </a:r>
            </a:p>
          </p:txBody>
        </p:sp>
      </p:grpSp>
      <p:grpSp>
        <p:nvGrpSpPr>
          <p:cNvPr id="13" name="Group 12">
            <a:extLst>
              <a:ext uri="{FF2B5EF4-FFF2-40B4-BE49-F238E27FC236}">
                <a16:creationId xmlns:a16="http://schemas.microsoft.com/office/drawing/2014/main" id="{761188BB-46FD-95B5-0D72-225377579A04}"/>
              </a:ext>
            </a:extLst>
          </p:cNvPr>
          <p:cNvGrpSpPr/>
          <p:nvPr/>
        </p:nvGrpSpPr>
        <p:grpSpPr>
          <a:xfrm>
            <a:off x="6157222" y="3658025"/>
            <a:ext cx="5411926" cy="2726708"/>
            <a:chOff x="6157222" y="3658025"/>
            <a:chExt cx="5411926" cy="2726708"/>
          </a:xfrm>
        </p:grpSpPr>
        <p:grpSp>
          <p:nvGrpSpPr>
            <p:cNvPr id="14" name="Group 13">
              <a:extLst>
                <a:ext uri="{FF2B5EF4-FFF2-40B4-BE49-F238E27FC236}">
                  <a16:creationId xmlns:a16="http://schemas.microsoft.com/office/drawing/2014/main" id="{C65A6CC7-38BC-713D-8CF5-1D8A673C4B1D}"/>
                </a:ext>
              </a:extLst>
            </p:cNvPr>
            <p:cNvGrpSpPr/>
            <p:nvPr/>
          </p:nvGrpSpPr>
          <p:grpSpPr>
            <a:xfrm>
              <a:off x="6157222" y="3658025"/>
              <a:ext cx="4383311" cy="2726708"/>
              <a:chOff x="7018615" y="3658025"/>
              <a:chExt cx="4383311" cy="2726708"/>
            </a:xfrm>
          </p:grpSpPr>
          <p:pic>
            <p:nvPicPr>
              <p:cNvPr id="17" name="Picture 16">
                <a:extLst>
                  <a:ext uri="{FF2B5EF4-FFF2-40B4-BE49-F238E27FC236}">
                    <a16:creationId xmlns:a16="http://schemas.microsoft.com/office/drawing/2014/main" id="{6C3AC26E-1EF9-740A-5E5A-39DEC352AEFE}"/>
                  </a:ext>
                </a:extLst>
              </p:cNvPr>
              <p:cNvPicPr>
                <a:picLocks noChangeAspect="1"/>
              </p:cNvPicPr>
              <p:nvPr/>
            </p:nvPicPr>
            <p:blipFill>
              <a:blip r:embed="rId6"/>
              <a:srcRect l="3856" r="3671"/>
              <a:stretch/>
            </p:blipFill>
            <p:spPr>
              <a:xfrm>
                <a:off x="7026441" y="3658025"/>
                <a:ext cx="4375485" cy="2217027"/>
              </a:xfrm>
              <a:prstGeom prst="rect">
                <a:avLst/>
              </a:prstGeom>
              <a:ln>
                <a:noFill/>
              </a:ln>
              <a:effectLst>
                <a:outerShdw blurRad="292100" dist="139700" dir="2700000" algn="tl" rotWithShape="0">
                  <a:srgbClr val="333333">
                    <a:alpha val="65000"/>
                  </a:srgbClr>
                </a:outerShdw>
              </a:effectLst>
            </p:spPr>
          </p:pic>
          <p:sp>
            <p:nvSpPr>
              <p:cNvPr id="18" name="TextBox 17">
                <a:extLst>
                  <a:ext uri="{FF2B5EF4-FFF2-40B4-BE49-F238E27FC236}">
                    <a16:creationId xmlns:a16="http://schemas.microsoft.com/office/drawing/2014/main" id="{98A3BC51-1298-E748-843B-A0CE4E57BD1F}"/>
                  </a:ext>
                </a:extLst>
              </p:cNvPr>
              <p:cNvSpPr txBox="1"/>
              <p:nvPr/>
            </p:nvSpPr>
            <p:spPr>
              <a:xfrm>
                <a:off x="7018615" y="5969644"/>
                <a:ext cx="4375485" cy="415089"/>
              </a:xfrm>
              <a:prstGeom prst="rect">
                <a:avLst/>
              </a:prstGeom>
            </p:spPr>
            <p:txBody>
              <a:bodyPr vert="horz" wrap="square" lIns="0" tIns="0" rIns="0" bIns="0" rtlCol="0">
                <a:noAutofit/>
              </a:bodyPr>
              <a:lstStyle/>
              <a:p>
                <a:pPr algn="l">
                  <a:spcBef>
                    <a:spcPts val="600"/>
                  </a:spcBef>
                </a:pPr>
                <a:r>
                  <a:rPr lang="en-GB" sz="1100">
                    <a:solidFill>
                      <a:schemeClr val="bg1">
                        <a:lumMod val="50000"/>
                      </a:schemeClr>
                    </a:solidFill>
                  </a:rPr>
                  <a:t>Screenshot of Bayer developed tool showing 1 x 1m grid resolution and horizontally summed drift.</a:t>
                </a:r>
              </a:p>
            </p:txBody>
          </p:sp>
        </p:grpSp>
        <p:sp>
          <p:nvSpPr>
            <p:cNvPr id="15" name="Right Brace 14">
              <a:extLst>
                <a:ext uri="{FF2B5EF4-FFF2-40B4-BE49-F238E27FC236}">
                  <a16:creationId xmlns:a16="http://schemas.microsoft.com/office/drawing/2014/main" id="{927F0826-AE56-0E68-E049-5946004CDA8B}"/>
                </a:ext>
              </a:extLst>
            </p:cNvPr>
            <p:cNvSpPr/>
            <p:nvPr/>
          </p:nvSpPr>
          <p:spPr>
            <a:xfrm>
              <a:off x="10614991" y="3658025"/>
              <a:ext cx="318052" cy="2217027"/>
            </a:xfrm>
            <a:prstGeom prst="rightBrace">
              <a:avLst>
                <a:gd name="adj1" fmla="val 75000"/>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6" name="Rectangle 15">
              <a:extLst>
                <a:ext uri="{FF2B5EF4-FFF2-40B4-BE49-F238E27FC236}">
                  <a16:creationId xmlns:a16="http://schemas.microsoft.com/office/drawing/2014/main" id="{08C07E71-EE50-1CF8-FCD8-C84A2F9C123E}"/>
                </a:ext>
              </a:extLst>
            </p:cNvPr>
            <p:cNvSpPr/>
            <p:nvPr/>
          </p:nvSpPr>
          <p:spPr>
            <a:xfrm>
              <a:off x="11118574" y="3658025"/>
              <a:ext cx="450574" cy="2217027"/>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400">
                  <a:solidFill>
                    <a:schemeClr val="tx1"/>
                  </a:solidFill>
                </a:rPr>
                <a:t>TOXSWA Ditch</a:t>
              </a:r>
            </a:p>
          </p:txBody>
        </p:sp>
      </p:grpSp>
    </p:spTree>
    <p:extLst>
      <p:ext uri="{BB962C8B-B14F-4D97-AF65-F5344CB8AC3E}">
        <p14:creationId xmlns:p14="http://schemas.microsoft.com/office/powerpoint/2010/main" val="1098657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8939B-7390-D011-8C37-4803B1B43F6F}"/>
              </a:ext>
            </a:extLst>
          </p:cNvPr>
          <p:cNvSpPr>
            <a:spLocks noGrp="1"/>
          </p:cNvSpPr>
          <p:nvPr>
            <p:ph type="title"/>
          </p:nvPr>
        </p:nvSpPr>
        <p:spPr/>
        <p:txBody>
          <a:bodyPr/>
          <a:lstStyle/>
          <a:p>
            <a:r>
              <a:rPr lang="en-GB"/>
              <a:t>Context - Objectives</a:t>
            </a:r>
          </a:p>
        </p:txBody>
      </p:sp>
      <p:sp>
        <p:nvSpPr>
          <p:cNvPr id="3" name="Footer Placeholder 2">
            <a:extLst>
              <a:ext uri="{FF2B5EF4-FFF2-40B4-BE49-F238E27FC236}">
                <a16:creationId xmlns:a16="http://schemas.microsoft.com/office/drawing/2014/main" id="{5BF6ED87-A101-FC07-F2E3-A9FFBAC5A375}"/>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95E19CEC-2820-F526-A600-B0B335028CBF}"/>
              </a:ext>
            </a:extLst>
          </p:cNvPr>
          <p:cNvSpPr>
            <a:spLocks noGrp="1"/>
          </p:cNvSpPr>
          <p:nvPr>
            <p:ph type="sldNum" sz="quarter" idx="12"/>
          </p:nvPr>
        </p:nvSpPr>
        <p:spPr/>
        <p:txBody>
          <a:bodyPr/>
          <a:lstStyle/>
          <a:p>
            <a:fld id="{7695D00A-BA34-4D39-8C84-2534822D6434}" type="slidenum">
              <a:rPr lang="en-GB" smtClean="0"/>
              <a:pPr/>
              <a:t>4</a:t>
            </a:fld>
            <a:endParaRPr lang="en-GB"/>
          </a:p>
        </p:txBody>
      </p:sp>
      <p:sp>
        <p:nvSpPr>
          <p:cNvPr id="5" name="Text Placeholder 4">
            <a:extLst>
              <a:ext uri="{FF2B5EF4-FFF2-40B4-BE49-F238E27FC236}">
                <a16:creationId xmlns:a16="http://schemas.microsoft.com/office/drawing/2014/main" id="{5A85430C-254B-732A-FB41-139BEED9996E}"/>
              </a:ext>
            </a:extLst>
          </p:cNvPr>
          <p:cNvSpPr>
            <a:spLocks noGrp="1"/>
          </p:cNvSpPr>
          <p:nvPr>
            <p:ph type="body" sz="quarter" idx="13"/>
          </p:nvPr>
        </p:nvSpPr>
        <p:spPr>
          <a:xfrm>
            <a:off x="304798" y="1616539"/>
            <a:ext cx="4286252" cy="4666441"/>
          </a:xfrm>
        </p:spPr>
        <p:txBody>
          <a:bodyPr/>
          <a:lstStyle/>
          <a:p>
            <a:pPr marL="285750" indent="-285750">
              <a:buFont typeface="Arial" panose="020B0604020202020204" pitchFamily="34" charset="0"/>
              <a:buChar char="•"/>
            </a:pPr>
            <a:r>
              <a:rPr lang="en-GB"/>
              <a:t>Can we:</a:t>
            </a:r>
          </a:p>
          <a:p>
            <a:pPr marL="514350" lvl="1" indent="-285750">
              <a:buFont typeface="Arial" panose="020B0604020202020204" pitchFamily="34" charset="0"/>
              <a:buChar char="•"/>
            </a:pPr>
            <a:r>
              <a:rPr lang="en-GB"/>
              <a:t>Adapt this idea to </a:t>
            </a:r>
            <a:r>
              <a:rPr lang="en-GB" b="1"/>
              <a:t>Banded</a:t>
            </a:r>
            <a:r>
              <a:rPr lang="en-GB"/>
              <a:t> and </a:t>
            </a:r>
            <a:r>
              <a:rPr lang="en-GB" b="1"/>
              <a:t>Regular Spot</a:t>
            </a:r>
            <a:r>
              <a:rPr lang="en-GB"/>
              <a:t> applications </a:t>
            </a:r>
          </a:p>
          <a:p>
            <a:pPr marL="514350" lvl="1" indent="-285750">
              <a:buFont typeface="Arial" panose="020B0604020202020204" pitchFamily="34" charset="0"/>
              <a:buChar char="•"/>
            </a:pPr>
            <a:r>
              <a:rPr lang="en-GB"/>
              <a:t>Make a “</a:t>
            </a:r>
            <a:r>
              <a:rPr lang="en-GB" b="1"/>
              <a:t>drift curve agnostic</a:t>
            </a:r>
            <a:r>
              <a:rPr lang="en-GB"/>
              <a:t>” approach</a:t>
            </a:r>
          </a:p>
          <a:p>
            <a:pPr marL="514350" lvl="1" indent="-285750">
              <a:buFont typeface="Arial" panose="020B0604020202020204" pitchFamily="34" charset="0"/>
              <a:buChar char="•"/>
            </a:pPr>
            <a:r>
              <a:rPr lang="en-GB"/>
              <a:t>Calculate drift without having to limit to a fixed resolution.</a:t>
            </a:r>
          </a:p>
          <a:p>
            <a:pPr marL="514350" lvl="1" indent="-285750">
              <a:buFont typeface="Arial" panose="020B0604020202020204" pitchFamily="34" charset="0"/>
              <a:buChar char="•"/>
            </a:pPr>
            <a:r>
              <a:rPr lang="en-GB"/>
              <a:t>Explore the drift reduction for </a:t>
            </a:r>
            <a:r>
              <a:rPr lang="en-GB" b="1"/>
              <a:t>various geometries</a:t>
            </a:r>
            <a:r>
              <a:rPr lang="en-GB"/>
              <a:t> (row and inter-row widths)</a:t>
            </a:r>
          </a:p>
          <a:p>
            <a:pPr marL="514350" lvl="1" indent="-285750">
              <a:buFont typeface="Arial" panose="020B0604020202020204" pitchFamily="34" charset="0"/>
              <a:buChar char="•"/>
            </a:pPr>
            <a:r>
              <a:rPr lang="en-GB"/>
              <a:t>Provide information and tools for Risk Assessors and Regulators for </a:t>
            </a:r>
            <a:r>
              <a:rPr lang="en-GB" b="1"/>
              <a:t>evaluation</a:t>
            </a:r>
          </a:p>
          <a:p>
            <a:pPr marL="514350" lvl="1" indent="-285750">
              <a:buFont typeface="Arial" panose="020B0604020202020204" pitchFamily="34" charset="0"/>
              <a:buChar char="•"/>
            </a:pPr>
            <a:endParaRPr lang="en-GB"/>
          </a:p>
        </p:txBody>
      </p:sp>
      <p:grpSp>
        <p:nvGrpSpPr>
          <p:cNvPr id="10" name="Group 9">
            <a:extLst>
              <a:ext uri="{FF2B5EF4-FFF2-40B4-BE49-F238E27FC236}">
                <a16:creationId xmlns:a16="http://schemas.microsoft.com/office/drawing/2014/main" id="{68F20463-1846-FB36-20BF-40F44CFE838D}"/>
              </a:ext>
            </a:extLst>
          </p:cNvPr>
          <p:cNvGrpSpPr/>
          <p:nvPr/>
        </p:nvGrpSpPr>
        <p:grpSpPr>
          <a:xfrm>
            <a:off x="6455815" y="342901"/>
            <a:ext cx="2787486" cy="2786151"/>
            <a:chOff x="14306364" y="6858000"/>
            <a:chExt cx="5660745" cy="5658036"/>
          </a:xfrm>
        </p:grpSpPr>
        <p:sp>
          <p:nvSpPr>
            <p:cNvPr id="11" name="Rectangle 10">
              <a:extLst>
                <a:ext uri="{FF2B5EF4-FFF2-40B4-BE49-F238E27FC236}">
                  <a16:creationId xmlns:a16="http://schemas.microsoft.com/office/drawing/2014/main" id="{A380FEC6-3BB4-FC87-EC95-9AB3C8945254}"/>
                </a:ext>
              </a:extLst>
            </p:cNvPr>
            <p:cNvSpPr/>
            <p:nvPr/>
          </p:nvSpPr>
          <p:spPr>
            <a:xfrm>
              <a:off x="14306364" y="6858000"/>
              <a:ext cx="5658036" cy="565803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2" name="Rectangle 11">
              <a:extLst>
                <a:ext uri="{FF2B5EF4-FFF2-40B4-BE49-F238E27FC236}">
                  <a16:creationId xmlns:a16="http://schemas.microsoft.com/office/drawing/2014/main" id="{31DE3D36-1E24-DC28-C544-93DE82D0AF65}"/>
                </a:ext>
              </a:extLst>
            </p:cNvPr>
            <p:cNvSpPr/>
            <p:nvPr/>
          </p:nvSpPr>
          <p:spPr>
            <a:xfrm>
              <a:off x="19662596" y="6858000"/>
              <a:ext cx="304513" cy="5658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3" name="Rectangle 12">
              <a:extLst>
                <a:ext uri="{FF2B5EF4-FFF2-40B4-BE49-F238E27FC236}">
                  <a16:creationId xmlns:a16="http://schemas.microsoft.com/office/drawing/2014/main" id="{ECF70BDE-DAE2-6E05-138A-3F65E729BD78}"/>
                </a:ext>
              </a:extLst>
            </p:cNvPr>
            <p:cNvSpPr/>
            <p:nvPr/>
          </p:nvSpPr>
          <p:spPr>
            <a:xfrm>
              <a:off x="18365284"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Rectangle 13">
              <a:extLst>
                <a:ext uri="{FF2B5EF4-FFF2-40B4-BE49-F238E27FC236}">
                  <a16:creationId xmlns:a16="http://schemas.microsoft.com/office/drawing/2014/main" id="{F298EAE8-32A8-7567-8F0C-079AB8AA7282}"/>
                </a:ext>
              </a:extLst>
            </p:cNvPr>
            <p:cNvSpPr/>
            <p:nvPr/>
          </p:nvSpPr>
          <p:spPr>
            <a:xfrm>
              <a:off x="17122361"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5" name="Rectangle 14">
              <a:extLst>
                <a:ext uri="{FF2B5EF4-FFF2-40B4-BE49-F238E27FC236}">
                  <a16:creationId xmlns:a16="http://schemas.microsoft.com/office/drawing/2014/main" id="{82002AEA-F2A0-38AF-6843-8B26CB0E27DC}"/>
                </a:ext>
              </a:extLst>
            </p:cNvPr>
            <p:cNvSpPr/>
            <p:nvPr/>
          </p:nvSpPr>
          <p:spPr>
            <a:xfrm>
              <a:off x="15879437"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6" name="Rectangle 15">
              <a:extLst>
                <a:ext uri="{FF2B5EF4-FFF2-40B4-BE49-F238E27FC236}">
                  <a16:creationId xmlns:a16="http://schemas.microsoft.com/office/drawing/2014/main" id="{D8129617-2B4E-A0BB-7089-76A6502694A9}"/>
                </a:ext>
              </a:extLst>
            </p:cNvPr>
            <p:cNvSpPr/>
            <p:nvPr/>
          </p:nvSpPr>
          <p:spPr>
            <a:xfrm>
              <a:off x="14636513"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17" name="Group 16">
            <a:extLst>
              <a:ext uri="{FF2B5EF4-FFF2-40B4-BE49-F238E27FC236}">
                <a16:creationId xmlns:a16="http://schemas.microsoft.com/office/drawing/2014/main" id="{2555C0F5-545F-72CF-7C51-E6124C6BDC45}"/>
              </a:ext>
            </a:extLst>
          </p:cNvPr>
          <p:cNvGrpSpPr/>
          <p:nvPr/>
        </p:nvGrpSpPr>
        <p:grpSpPr>
          <a:xfrm>
            <a:off x="6455815" y="3340329"/>
            <a:ext cx="2787485" cy="2786151"/>
            <a:chOff x="7489773" y="277426"/>
            <a:chExt cx="5660745" cy="5658036"/>
          </a:xfrm>
        </p:grpSpPr>
        <p:sp>
          <p:nvSpPr>
            <p:cNvPr id="18" name="Rectangle 17">
              <a:extLst>
                <a:ext uri="{FF2B5EF4-FFF2-40B4-BE49-F238E27FC236}">
                  <a16:creationId xmlns:a16="http://schemas.microsoft.com/office/drawing/2014/main" id="{F0A83FFD-3A69-ADEA-AD79-678DFD2C30D1}"/>
                </a:ext>
              </a:extLst>
            </p:cNvPr>
            <p:cNvSpPr/>
            <p:nvPr/>
          </p:nvSpPr>
          <p:spPr>
            <a:xfrm>
              <a:off x="7489773" y="277426"/>
              <a:ext cx="5658036" cy="565803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9" name="Rectangle 18">
              <a:extLst>
                <a:ext uri="{FF2B5EF4-FFF2-40B4-BE49-F238E27FC236}">
                  <a16:creationId xmlns:a16="http://schemas.microsoft.com/office/drawing/2014/main" id="{FB5C5399-DA82-AE9B-9BB3-053975DCCE9C}"/>
                </a:ext>
              </a:extLst>
            </p:cNvPr>
            <p:cNvSpPr/>
            <p:nvPr/>
          </p:nvSpPr>
          <p:spPr>
            <a:xfrm>
              <a:off x="12846005" y="277426"/>
              <a:ext cx="304513" cy="5658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nvGrpSpPr>
            <p:cNvPr id="20" name="Group 19">
              <a:extLst>
                <a:ext uri="{FF2B5EF4-FFF2-40B4-BE49-F238E27FC236}">
                  <a16:creationId xmlns:a16="http://schemas.microsoft.com/office/drawing/2014/main" id="{7915211E-6F59-2C68-15D6-6390FF8C03FC}"/>
                </a:ext>
              </a:extLst>
            </p:cNvPr>
            <p:cNvGrpSpPr/>
            <p:nvPr/>
          </p:nvGrpSpPr>
          <p:grpSpPr>
            <a:xfrm>
              <a:off x="11851587" y="508944"/>
              <a:ext cx="597172" cy="5106100"/>
              <a:chOff x="11851587" y="514000"/>
              <a:chExt cx="597172" cy="5106100"/>
            </a:xfrm>
          </p:grpSpPr>
          <p:sp>
            <p:nvSpPr>
              <p:cNvPr id="45" name="Rectangle 44">
                <a:extLst>
                  <a:ext uri="{FF2B5EF4-FFF2-40B4-BE49-F238E27FC236}">
                    <a16:creationId xmlns:a16="http://schemas.microsoft.com/office/drawing/2014/main" id="{7C7E1C2B-C3F0-EF4B-30D0-731D80C95D8E}"/>
                  </a:ext>
                </a:extLst>
              </p:cNvPr>
              <p:cNvSpPr/>
              <p:nvPr/>
            </p:nvSpPr>
            <p:spPr>
              <a:xfrm>
                <a:off x="11851587" y="50225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6" name="Rectangle 45">
                <a:extLst>
                  <a:ext uri="{FF2B5EF4-FFF2-40B4-BE49-F238E27FC236}">
                    <a16:creationId xmlns:a16="http://schemas.microsoft.com/office/drawing/2014/main" id="{C8FFFD1B-B054-1056-88DB-E2D80EBBC3C9}"/>
                  </a:ext>
                </a:extLst>
              </p:cNvPr>
              <p:cNvSpPr/>
              <p:nvPr/>
            </p:nvSpPr>
            <p:spPr>
              <a:xfrm>
                <a:off x="11851587" y="5140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7" name="Rectangle 46">
                <a:extLst>
                  <a:ext uri="{FF2B5EF4-FFF2-40B4-BE49-F238E27FC236}">
                    <a16:creationId xmlns:a16="http://schemas.microsoft.com/office/drawing/2014/main" id="{B337FC8C-0433-786A-1F73-A65BA788EA6E}"/>
                  </a:ext>
                </a:extLst>
              </p:cNvPr>
              <p:cNvSpPr/>
              <p:nvPr/>
            </p:nvSpPr>
            <p:spPr>
              <a:xfrm>
                <a:off x="11851587" y="164112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8" name="Rectangle 47">
                <a:extLst>
                  <a:ext uri="{FF2B5EF4-FFF2-40B4-BE49-F238E27FC236}">
                    <a16:creationId xmlns:a16="http://schemas.microsoft.com/office/drawing/2014/main" id="{A1352B54-6939-5582-8623-1313252DF010}"/>
                  </a:ext>
                </a:extLst>
              </p:cNvPr>
              <p:cNvSpPr/>
              <p:nvPr/>
            </p:nvSpPr>
            <p:spPr>
              <a:xfrm>
                <a:off x="11851587" y="276825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9" name="Rectangle 48">
                <a:extLst>
                  <a:ext uri="{FF2B5EF4-FFF2-40B4-BE49-F238E27FC236}">
                    <a16:creationId xmlns:a16="http://schemas.microsoft.com/office/drawing/2014/main" id="{9F5D2D81-103F-50A4-13AA-59E23A0A232B}"/>
                  </a:ext>
                </a:extLst>
              </p:cNvPr>
              <p:cNvSpPr/>
              <p:nvPr/>
            </p:nvSpPr>
            <p:spPr>
              <a:xfrm>
                <a:off x="11851587" y="389537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21" name="Group 20">
              <a:extLst>
                <a:ext uri="{FF2B5EF4-FFF2-40B4-BE49-F238E27FC236}">
                  <a16:creationId xmlns:a16="http://schemas.microsoft.com/office/drawing/2014/main" id="{4411CD5A-97A5-D70C-B166-F5190A042200}"/>
                </a:ext>
              </a:extLst>
            </p:cNvPr>
            <p:cNvGrpSpPr/>
            <p:nvPr/>
          </p:nvGrpSpPr>
          <p:grpSpPr>
            <a:xfrm>
              <a:off x="7791264" y="508944"/>
              <a:ext cx="597172" cy="5106100"/>
              <a:chOff x="7791264" y="514000"/>
              <a:chExt cx="597172" cy="5106100"/>
            </a:xfrm>
          </p:grpSpPr>
          <p:sp>
            <p:nvSpPr>
              <p:cNvPr id="40" name="Rectangle 39">
                <a:extLst>
                  <a:ext uri="{FF2B5EF4-FFF2-40B4-BE49-F238E27FC236}">
                    <a16:creationId xmlns:a16="http://schemas.microsoft.com/office/drawing/2014/main" id="{115C9236-B8DB-CA8B-4E10-F498AA309256}"/>
                  </a:ext>
                </a:extLst>
              </p:cNvPr>
              <p:cNvSpPr/>
              <p:nvPr/>
            </p:nvSpPr>
            <p:spPr>
              <a:xfrm>
                <a:off x="7791264" y="50225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1" name="Rectangle 40">
                <a:extLst>
                  <a:ext uri="{FF2B5EF4-FFF2-40B4-BE49-F238E27FC236}">
                    <a16:creationId xmlns:a16="http://schemas.microsoft.com/office/drawing/2014/main" id="{71F7A281-59B2-E0DD-CD8E-256816C3DC20}"/>
                  </a:ext>
                </a:extLst>
              </p:cNvPr>
              <p:cNvSpPr/>
              <p:nvPr/>
            </p:nvSpPr>
            <p:spPr>
              <a:xfrm>
                <a:off x="7791264" y="5140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2" name="Rectangle 41">
                <a:extLst>
                  <a:ext uri="{FF2B5EF4-FFF2-40B4-BE49-F238E27FC236}">
                    <a16:creationId xmlns:a16="http://schemas.microsoft.com/office/drawing/2014/main" id="{3A5D7EEC-27B8-9F68-670D-06631C8A14C1}"/>
                  </a:ext>
                </a:extLst>
              </p:cNvPr>
              <p:cNvSpPr/>
              <p:nvPr/>
            </p:nvSpPr>
            <p:spPr>
              <a:xfrm>
                <a:off x="7791264" y="164112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3" name="Rectangle 42">
                <a:extLst>
                  <a:ext uri="{FF2B5EF4-FFF2-40B4-BE49-F238E27FC236}">
                    <a16:creationId xmlns:a16="http://schemas.microsoft.com/office/drawing/2014/main" id="{0B9BC79A-6336-09D8-3789-A19C86DA2C89}"/>
                  </a:ext>
                </a:extLst>
              </p:cNvPr>
              <p:cNvSpPr/>
              <p:nvPr/>
            </p:nvSpPr>
            <p:spPr>
              <a:xfrm>
                <a:off x="7791264" y="276825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4" name="Rectangle 43">
                <a:extLst>
                  <a:ext uri="{FF2B5EF4-FFF2-40B4-BE49-F238E27FC236}">
                    <a16:creationId xmlns:a16="http://schemas.microsoft.com/office/drawing/2014/main" id="{FF8E9867-7088-28F3-930B-EB785C37A862}"/>
                  </a:ext>
                </a:extLst>
              </p:cNvPr>
              <p:cNvSpPr/>
              <p:nvPr/>
            </p:nvSpPr>
            <p:spPr>
              <a:xfrm>
                <a:off x="7791264" y="389537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22" name="Group 21">
              <a:extLst>
                <a:ext uri="{FF2B5EF4-FFF2-40B4-BE49-F238E27FC236}">
                  <a16:creationId xmlns:a16="http://schemas.microsoft.com/office/drawing/2014/main" id="{E0A813D7-E529-D5D7-9911-19EC231ECC12}"/>
                </a:ext>
              </a:extLst>
            </p:cNvPr>
            <p:cNvGrpSpPr/>
            <p:nvPr/>
          </p:nvGrpSpPr>
          <p:grpSpPr>
            <a:xfrm>
              <a:off x="8806345" y="508944"/>
              <a:ext cx="597172" cy="5106100"/>
              <a:chOff x="11851587" y="514000"/>
              <a:chExt cx="597172" cy="5106100"/>
            </a:xfrm>
          </p:grpSpPr>
          <p:sp>
            <p:nvSpPr>
              <p:cNvPr id="35" name="Rectangle 34">
                <a:extLst>
                  <a:ext uri="{FF2B5EF4-FFF2-40B4-BE49-F238E27FC236}">
                    <a16:creationId xmlns:a16="http://schemas.microsoft.com/office/drawing/2014/main" id="{CAABFF52-017E-C07A-3EA6-DF023C3B7CA7}"/>
                  </a:ext>
                </a:extLst>
              </p:cNvPr>
              <p:cNvSpPr/>
              <p:nvPr/>
            </p:nvSpPr>
            <p:spPr>
              <a:xfrm>
                <a:off x="11851587" y="50225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6" name="Rectangle 35">
                <a:extLst>
                  <a:ext uri="{FF2B5EF4-FFF2-40B4-BE49-F238E27FC236}">
                    <a16:creationId xmlns:a16="http://schemas.microsoft.com/office/drawing/2014/main" id="{08E0AF8D-58F7-9D04-F9D3-D864BC1AC0A9}"/>
                  </a:ext>
                </a:extLst>
              </p:cNvPr>
              <p:cNvSpPr/>
              <p:nvPr/>
            </p:nvSpPr>
            <p:spPr>
              <a:xfrm>
                <a:off x="11851587" y="5140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7" name="Rectangle 36">
                <a:extLst>
                  <a:ext uri="{FF2B5EF4-FFF2-40B4-BE49-F238E27FC236}">
                    <a16:creationId xmlns:a16="http://schemas.microsoft.com/office/drawing/2014/main" id="{DEB72007-6CF8-C5F6-C121-8EBCDE8D15B4}"/>
                  </a:ext>
                </a:extLst>
              </p:cNvPr>
              <p:cNvSpPr/>
              <p:nvPr/>
            </p:nvSpPr>
            <p:spPr>
              <a:xfrm>
                <a:off x="11851587" y="164112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8" name="Rectangle 37">
                <a:extLst>
                  <a:ext uri="{FF2B5EF4-FFF2-40B4-BE49-F238E27FC236}">
                    <a16:creationId xmlns:a16="http://schemas.microsoft.com/office/drawing/2014/main" id="{1DEF910A-36D0-CC30-F9A7-FD69E913610E}"/>
                  </a:ext>
                </a:extLst>
              </p:cNvPr>
              <p:cNvSpPr/>
              <p:nvPr/>
            </p:nvSpPr>
            <p:spPr>
              <a:xfrm>
                <a:off x="11851587" y="276825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9" name="Rectangle 38">
                <a:extLst>
                  <a:ext uri="{FF2B5EF4-FFF2-40B4-BE49-F238E27FC236}">
                    <a16:creationId xmlns:a16="http://schemas.microsoft.com/office/drawing/2014/main" id="{9B311998-85FA-9F3E-99A2-539162332A2A}"/>
                  </a:ext>
                </a:extLst>
              </p:cNvPr>
              <p:cNvSpPr/>
              <p:nvPr/>
            </p:nvSpPr>
            <p:spPr>
              <a:xfrm>
                <a:off x="11851587" y="389537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23" name="Group 22">
              <a:extLst>
                <a:ext uri="{FF2B5EF4-FFF2-40B4-BE49-F238E27FC236}">
                  <a16:creationId xmlns:a16="http://schemas.microsoft.com/office/drawing/2014/main" id="{46DE6523-FB61-D2C5-93E9-31B1C4506081}"/>
                </a:ext>
              </a:extLst>
            </p:cNvPr>
            <p:cNvGrpSpPr/>
            <p:nvPr/>
          </p:nvGrpSpPr>
          <p:grpSpPr>
            <a:xfrm>
              <a:off x="9821426" y="508944"/>
              <a:ext cx="597172" cy="5106100"/>
              <a:chOff x="11851587" y="514000"/>
              <a:chExt cx="597172" cy="5106100"/>
            </a:xfrm>
          </p:grpSpPr>
          <p:sp>
            <p:nvSpPr>
              <p:cNvPr id="30" name="Rectangle 29">
                <a:extLst>
                  <a:ext uri="{FF2B5EF4-FFF2-40B4-BE49-F238E27FC236}">
                    <a16:creationId xmlns:a16="http://schemas.microsoft.com/office/drawing/2014/main" id="{E7B70BCD-2EF9-B562-8BA2-E7684DD3878A}"/>
                  </a:ext>
                </a:extLst>
              </p:cNvPr>
              <p:cNvSpPr/>
              <p:nvPr/>
            </p:nvSpPr>
            <p:spPr>
              <a:xfrm>
                <a:off x="11851587" y="50225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1" name="Rectangle 30">
                <a:extLst>
                  <a:ext uri="{FF2B5EF4-FFF2-40B4-BE49-F238E27FC236}">
                    <a16:creationId xmlns:a16="http://schemas.microsoft.com/office/drawing/2014/main" id="{B4442853-BEA7-422B-410D-832585F5077C}"/>
                  </a:ext>
                </a:extLst>
              </p:cNvPr>
              <p:cNvSpPr/>
              <p:nvPr/>
            </p:nvSpPr>
            <p:spPr>
              <a:xfrm>
                <a:off x="11851587" y="5140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2" name="Rectangle 31">
                <a:extLst>
                  <a:ext uri="{FF2B5EF4-FFF2-40B4-BE49-F238E27FC236}">
                    <a16:creationId xmlns:a16="http://schemas.microsoft.com/office/drawing/2014/main" id="{68D48246-1DC6-39CA-CAAB-72C659455D87}"/>
                  </a:ext>
                </a:extLst>
              </p:cNvPr>
              <p:cNvSpPr/>
              <p:nvPr/>
            </p:nvSpPr>
            <p:spPr>
              <a:xfrm>
                <a:off x="11851587" y="164112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3" name="Rectangle 32">
                <a:extLst>
                  <a:ext uri="{FF2B5EF4-FFF2-40B4-BE49-F238E27FC236}">
                    <a16:creationId xmlns:a16="http://schemas.microsoft.com/office/drawing/2014/main" id="{538CADC4-2BC8-3D4A-2EEC-848780F4DD22}"/>
                  </a:ext>
                </a:extLst>
              </p:cNvPr>
              <p:cNvSpPr/>
              <p:nvPr/>
            </p:nvSpPr>
            <p:spPr>
              <a:xfrm>
                <a:off x="11851587" y="276825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4" name="Rectangle 33">
                <a:extLst>
                  <a:ext uri="{FF2B5EF4-FFF2-40B4-BE49-F238E27FC236}">
                    <a16:creationId xmlns:a16="http://schemas.microsoft.com/office/drawing/2014/main" id="{A081B313-C17F-7073-AF18-E974DFA94412}"/>
                  </a:ext>
                </a:extLst>
              </p:cNvPr>
              <p:cNvSpPr/>
              <p:nvPr/>
            </p:nvSpPr>
            <p:spPr>
              <a:xfrm>
                <a:off x="11851587" y="389537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24" name="Group 23">
              <a:extLst>
                <a:ext uri="{FF2B5EF4-FFF2-40B4-BE49-F238E27FC236}">
                  <a16:creationId xmlns:a16="http://schemas.microsoft.com/office/drawing/2014/main" id="{1B382A7D-0DEE-4214-8DFA-A47A8FE54680}"/>
                </a:ext>
              </a:extLst>
            </p:cNvPr>
            <p:cNvGrpSpPr/>
            <p:nvPr/>
          </p:nvGrpSpPr>
          <p:grpSpPr>
            <a:xfrm>
              <a:off x="10836507" y="508944"/>
              <a:ext cx="597172" cy="5106100"/>
              <a:chOff x="11851587" y="514000"/>
              <a:chExt cx="597172" cy="5106100"/>
            </a:xfrm>
          </p:grpSpPr>
          <p:sp>
            <p:nvSpPr>
              <p:cNvPr id="25" name="Rectangle 24">
                <a:extLst>
                  <a:ext uri="{FF2B5EF4-FFF2-40B4-BE49-F238E27FC236}">
                    <a16:creationId xmlns:a16="http://schemas.microsoft.com/office/drawing/2014/main" id="{1B2EF354-1BE6-6E39-DD18-40AFB26C48B9}"/>
                  </a:ext>
                </a:extLst>
              </p:cNvPr>
              <p:cNvSpPr/>
              <p:nvPr/>
            </p:nvSpPr>
            <p:spPr>
              <a:xfrm>
                <a:off x="11851587" y="50225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6" name="Rectangle 25">
                <a:extLst>
                  <a:ext uri="{FF2B5EF4-FFF2-40B4-BE49-F238E27FC236}">
                    <a16:creationId xmlns:a16="http://schemas.microsoft.com/office/drawing/2014/main" id="{5A9F9629-9DE9-598E-F3D5-2C97428AA344}"/>
                  </a:ext>
                </a:extLst>
              </p:cNvPr>
              <p:cNvSpPr/>
              <p:nvPr/>
            </p:nvSpPr>
            <p:spPr>
              <a:xfrm>
                <a:off x="11851587" y="5140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7" name="Rectangle 26">
                <a:extLst>
                  <a:ext uri="{FF2B5EF4-FFF2-40B4-BE49-F238E27FC236}">
                    <a16:creationId xmlns:a16="http://schemas.microsoft.com/office/drawing/2014/main" id="{93E840E1-C3CB-592A-5B87-4DACF3B8E43E}"/>
                  </a:ext>
                </a:extLst>
              </p:cNvPr>
              <p:cNvSpPr/>
              <p:nvPr/>
            </p:nvSpPr>
            <p:spPr>
              <a:xfrm>
                <a:off x="11851587" y="164112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8" name="Rectangle 27">
                <a:extLst>
                  <a:ext uri="{FF2B5EF4-FFF2-40B4-BE49-F238E27FC236}">
                    <a16:creationId xmlns:a16="http://schemas.microsoft.com/office/drawing/2014/main" id="{5BC0E09F-DD71-0680-8A3A-D69666FD1DB9}"/>
                  </a:ext>
                </a:extLst>
              </p:cNvPr>
              <p:cNvSpPr/>
              <p:nvPr/>
            </p:nvSpPr>
            <p:spPr>
              <a:xfrm>
                <a:off x="11851587" y="276825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9" name="Rectangle 28">
                <a:extLst>
                  <a:ext uri="{FF2B5EF4-FFF2-40B4-BE49-F238E27FC236}">
                    <a16:creationId xmlns:a16="http://schemas.microsoft.com/office/drawing/2014/main" id="{88B449D5-AB3E-0D48-4FC6-ED9A1F721BA3}"/>
                  </a:ext>
                </a:extLst>
              </p:cNvPr>
              <p:cNvSpPr/>
              <p:nvPr/>
            </p:nvSpPr>
            <p:spPr>
              <a:xfrm>
                <a:off x="11851587" y="389537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sp>
        <p:nvSpPr>
          <p:cNvPr id="50" name="Left Brace 49">
            <a:extLst>
              <a:ext uri="{FF2B5EF4-FFF2-40B4-BE49-F238E27FC236}">
                <a16:creationId xmlns:a16="http://schemas.microsoft.com/office/drawing/2014/main" id="{C33AAD43-EDF3-5E13-6DE7-D279FC271353}"/>
              </a:ext>
            </a:extLst>
          </p:cNvPr>
          <p:cNvSpPr/>
          <p:nvPr/>
        </p:nvSpPr>
        <p:spPr>
          <a:xfrm>
            <a:off x="5791751" y="342901"/>
            <a:ext cx="553019" cy="2786151"/>
          </a:xfrm>
          <a:prstGeom prst="leftBrace">
            <a:avLst>
              <a:gd name="adj1" fmla="val 40024"/>
              <a:gd name="adj2" fmla="val 5000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52" name="TextBox 51">
            <a:extLst>
              <a:ext uri="{FF2B5EF4-FFF2-40B4-BE49-F238E27FC236}">
                <a16:creationId xmlns:a16="http://schemas.microsoft.com/office/drawing/2014/main" id="{26E1C2DB-819B-85C9-5275-E21B4E6B9F1C}"/>
              </a:ext>
            </a:extLst>
          </p:cNvPr>
          <p:cNvSpPr txBox="1"/>
          <p:nvPr/>
        </p:nvSpPr>
        <p:spPr>
          <a:xfrm>
            <a:off x="4793130" y="1543858"/>
            <a:ext cx="1287780" cy="923330"/>
          </a:xfrm>
          <a:prstGeom prst="rect">
            <a:avLst/>
          </a:prstGeom>
          <a:noFill/>
        </p:spPr>
        <p:txBody>
          <a:bodyPr wrap="square">
            <a:spAutoFit/>
          </a:bodyPr>
          <a:lstStyle/>
          <a:p>
            <a:r>
              <a:rPr lang="en-GB" b="1"/>
              <a:t>Banded (parallel)</a:t>
            </a:r>
          </a:p>
          <a:p>
            <a:endParaRPr lang="en-GB"/>
          </a:p>
        </p:txBody>
      </p:sp>
      <p:pic>
        <p:nvPicPr>
          <p:cNvPr id="54" name="Picture 53" descr="A machine with pipes on it&#10;&#10;AI-generated content may be incorrect.">
            <a:extLst>
              <a:ext uri="{FF2B5EF4-FFF2-40B4-BE49-F238E27FC236}">
                <a16:creationId xmlns:a16="http://schemas.microsoft.com/office/drawing/2014/main" id="{688813A5-D3A3-9589-396A-D303E8AE53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7188037" y="1573626"/>
            <a:ext cx="922834" cy="2496568"/>
          </a:xfrm>
          <a:prstGeom prst="rect">
            <a:avLst/>
          </a:prstGeom>
        </p:spPr>
      </p:pic>
      <p:pic>
        <p:nvPicPr>
          <p:cNvPr id="55" name="Picture 54" descr="A machine with pipes on it&#10;&#10;AI-generated content may be incorrect.">
            <a:extLst>
              <a:ext uri="{FF2B5EF4-FFF2-40B4-BE49-F238E27FC236}">
                <a16:creationId xmlns:a16="http://schemas.microsoft.com/office/drawing/2014/main" id="{2F986E7E-3B36-5000-91ED-CC59CABB9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7223419" y="4573279"/>
            <a:ext cx="922834" cy="2496568"/>
          </a:xfrm>
          <a:prstGeom prst="rect">
            <a:avLst/>
          </a:prstGeom>
        </p:spPr>
      </p:pic>
      <p:sp>
        <p:nvSpPr>
          <p:cNvPr id="56" name="TextBox 55">
            <a:extLst>
              <a:ext uri="{FF2B5EF4-FFF2-40B4-BE49-F238E27FC236}">
                <a16:creationId xmlns:a16="http://schemas.microsoft.com/office/drawing/2014/main" id="{1AD06726-2A89-9D32-BF9B-1FF17F84161E}"/>
              </a:ext>
            </a:extLst>
          </p:cNvPr>
          <p:cNvSpPr txBox="1"/>
          <p:nvPr/>
        </p:nvSpPr>
        <p:spPr>
          <a:xfrm>
            <a:off x="4870784" y="4388350"/>
            <a:ext cx="1287780" cy="646331"/>
          </a:xfrm>
          <a:prstGeom prst="rect">
            <a:avLst/>
          </a:prstGeom>
          <a:noFill/>
        </p:spPr>
        <p:txBody>
          <a:bodyPr wrap="square">
            <a:spAutoFit/>
          </a:bodyPr>
          <a:lstStyle/>
          <a:p>
            <a:r>
              <a:rPr lang="en-GB" b="1"/>
              <a:t>Regular Spot</a:t>
            </a:r>
            <a:endParaRPr lang="en-GB"/>
          </a:p>
        </p:txBody>
      </p:sp>
      <p:sp>
        <p:nvSpPr>
          <p:cNvPr id="57" name="Left Brace 56">
            <a:extLst>
              <a:ext uri="{FF2B5EF4-FFF2-40B4-BE49-F238E27FC236}">
                <a16:creationId xmlns:a16="http://schemas.microsoft.com/office/drawing/2014/main" id="{48FBC45D-6ABD-3C4C-A2B6-56E06AB203B4}"/>
              </a:ext>
            </a:extLst>
          </p:cNvPr>
          <p:cNvSpPr/>
          <p:nvPr/>
        </p:nvSpPr>
        <p:spPr>
          <a:xfrm>
            <a:off x="5791751" y="3347948"/>
            <a:ext cx="553019" cy="2786151"/>
          </a:xfrm>
          <a:prstGeom prst="leftBrace">
            <a:avLst>
              <a:gd name="adj1" fmla="val 40024"/>
              <a:gd name="adj2" fmla="val 5000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59" name="Rectangle: Rounded Corners 58">
            <a:extLst>
              <a:ext uri="{FF2B5EF4-FFF2-40B4-BE49-F238E27FC236}">
                <a16:creationId xmlns:a16="http://schemas.microsoft.com/office/drawing/2014/main" id="{4B26AF0E-3892-70B0-7354-04125548DD3E}"/>
              </a:ext>
            </a:extLst>
          </p:cNvPr>
          <p:cNvSpPr/>
          <p:nvPr/>
        </p:nvSpPr>
        <p:spPr>
          <a:xfrm>
            <a:off x="3881226" y="378432"/>
            <a:ext cx="1979116" cy="116542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GB" sz="1400">
                <a:solidFill>
                  <a:schemeClr val="tx2">
                    <a:lumMod val="75000"/>
                  </a:schemeClr>
                </a:solidFill>
              </a:rPr>
              <a:t>Row (Spray)</a:t>
            </a:r>
          </a:p>
          <a:p>
            <a:pPr>
              <a:spcBef>
                <a:spcPts val="600"/>
              </a:spcBef>
            </a:pPr>
            <a:r>
              <a:rPr lang="en-GB" sz="1400">
                <a:solidFill>
                  <a:schemeClr val="accent1">
                    <a:lumMod val="75000"/>
                  </a:schemeClr>
                </a:solidFill>
              </a:rPr>
              <a:t>Inter-row (No Spray)</a:t>
            </a:r>
          </a:p>
          <a:p>
            <a:pPr>
              <a:spcBef>
                <a:spcPts val="600"/>
              </a:spcBef>
            </a:pPr>
            <a:r>
              <a:rPr lang="en-GB" sz="1400">
                <a:solidFill>
                  <a:schemeClr val="bg2">
                    <a:lumMod val="75000"/>
                  </a:schemeClr>
                </a:solidFill>
              </a:rPr>
              <a:t>Water body</a:t>
            </a:r>
          </a:p>
        </p:txBody>
      </p:sp>
      <p:grpSp>
        <p:nvGrpSpPr>
          <p:cNvPr id="65" name="Group 64">
            <a:extLst>
              <a:ext uri="{FF2B5EF4-FFF2-40B4-BE49-F238E27FC236}">
                <a16:creationId xmlns:a16="http://schemas.microsoft.com/office/drawing/2014/main" id="{F9CAC0D7-5C1C-935E-4FB5-F30585EF6F9D}"/>
              </a:ext>
            </a:extLst>
          </p:cNvPr>
          <p:cNvGrpSpPr/>
          <p:nvPr/>
        </p:nvGrpSpPr>
        <p:grpSpPr>
          <a:xfrm>
            <a:off x="9387538" y="342901"/>
            <a:ext cx="2551793" cy="2803931"/>
            <a:chOff x="-6953437" y="1061301"/>
            <a:chExt cx="5660746" cy="5658036"/>
          </a:xfrm>
        </p:grpSpPr>
        <p:sp>
          <p:nvSpPr>
            <p:cNvPr id="66" name="Rectangle 65">
              <a:extLst>
                <a:ext uri="{FF2B5EF4-FFF2-40B4-BE49-F238E27FC236}">
                  <a16:creationId xmlns:a16="http://schemas.microsoft.com/office/drawing/2014/main" id="{09FBEC1C-6C41-D6B4-6B6B-757FD7CB02A5}"/>
                </a:ext>
              </a:extLst>
            </p:cNvPr>
            <p:cNvSpPr/>
            <p:nvPr/>
          </p:nvSpPr>
          <p:spPr>
            <a:xfrm>
              <a:off x="-6953436" y="1061301"/>
              <a:ext cx="5658036" cy="565803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67" name="Rectangle 66">
              <a:extLst>
                <a:ext uri="{FF2B5EF4-FFF2-40B4-BE49-F238E27FC236}">
                  <a16:creationId xmlns:a16="http://schemas.microsoft.com/office/drawing/2014/main" id="{0E96DFCE-0B8B-BC6C-AA46-69AB20BEE8D6}"/>
                </a:ext>
              </a:extLst>
            </p:cNvPr>
            <p:cNvSpPr/>
            <p:nvPr/>
          </p:nvSpPr>
          <p:spPr>
            <a:xfrm>
              <a:off x="-1597204" y="1061301"/>
              <a:ext cx="304513" cy="5658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nvGrpSpPr>
            <p:cNvPr id="68" name="Group 67">
              <a:extLst>
                <a:ext uri="{FF2B5EF4-FFF2-40B4-BE49-F238E27FC236}">
                  <a16:creationId xmlns:a16="http://schemas.microsoft.com/office/drawing/2014/main" id="{002D9750-A579-57E9-5B6F-C02A66C0F3C4}"/>
                </a:ext>
              </a:extLst>
            </p:cNvPr>
            <p:cNvGrpSpPr/>
            <p:nvPr/>
          </p:nvGrpSpPr>
          <p:grpSpPr>
            <a:xfrm rot="16200000">
              <a:off x="-6782129" y="905129"/>
              <a:ext cx="4325943" cy="4668559"/>
              <a:chOff x="-6623287" y="1061301"/>
              <a:chExt cx="4325943" cy="5658036"/>
            </a:xfrm>
          </p:grpSpPr>
          <p:sp>
            <p:nvSpPr>
              <p:cNvPr id="74" name="Rectangle 73">
                <a:extLst>
                  <a:ext uri="{FF2B5EF4-FFF2-40B4-BE49-F238E27FC236}">
                    <a16:creationId xmlns:a16="http://schemas.microsoft.com/office/drawing/2014/main" id="{2553B413-3718-CB29-2CF8-062B870CA9B3}"/>
                  </a:ext>
                </a:extLst>
              </p:cNvPr>
              <p:cNvSpPr/>
              <p:nvPr/>
            </p:nvSpPr>
            <p:spPr>
              <a:xfrm>
                <a:off x="-2894516"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75" name="Rectangle 74">
                <a:extLst>
                  <a:ext uri="{FF2B5EF4-FFF2-40B4-BE49-F238E27FC236}">
                    <a16:creationId xmlns:a16="http://schemas.microsoft.com/office/drawing/2014/main" id="{B23CF22A-325B-BE7B-4D78-19A0A161374A}"/>
                  </a:ext>
                </a:extLst>
              </p:cNvPr>
              <p:cNvSpPr/>
              <p:nvPr/>
            </p:nvSpPr>
            <p:spPr>
              <a:xfrm>
                <a:off x="-4137439"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76" name="Rectangle 75">
                <a:extLst>
                  <a:ext uri="{FF2B5EF4-FFF2-40B4-BE49-F238E27FC236}">
                    <a16:creationId xmlns:a16="http://schemas.microsoft.com/office/drawing/2014/main" id="{898EFF17-2D9E-4A43-B3FC-CB90719DF0F0}"/>
                  </a:ext>
                </a:extLst>
              </p:cNvPr>
              <p:cNvSpPr/>
              <p:nvPr/>
            </p:nvSpPr>
            <p:spPr>
              <a:xfrm>
                <a:off x="-5380363"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77" name="Rectangle 76">
                <a:extLst>
                  <a:ext uri="{FF2B5EF4-FFF2-40B4-BE49-F238E27FC236}">
                    <a16:creationId xmlns:a16="http://schemas.microsoft.com/office/drawing/2014/main" id="{33B405E7-E6E7-9C22-D713-F78B2E71921A}"/>
                  </a:ext>
                </a:extLst>
              </p:cNvPr>
              <p:cNvSpPr/>
              <p:nvPr/>
            </p:nvSpPr>
            <p:spPr>
              <a:xfrm>
                <a:off x="-6623287"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69" name="Group 68">
              <a:extLst>
                <a:ext uri="{FF2B5EF4-FFF2-40B4-BE49-F238E27FC236}">
                  <a16:creationId xmlns:a16="http://schemas.microsoft.com/office/drawing/2014/main" id="{39DEA7D1-43F3-754D-474F-32E03EE47BA4}"/>
                </a:ext>
              </a:extLst>
            </p:cNvPr>
            <p:cNvGrpSpPr/>
            <p:nvPr/>
          </p:nvGrpSpPr>
          <p:grpSpPr>
            <a:xfrm rot="16200000">
              <a:off x="-6774509" y="2168046"/>
              <a:ext cx="4325943" cy="4668559"/>
              <a:chOff x="-6623287" y="1061301"/>
              <a:chExt cx="4325943" cy="5658036"/>
            </a:xfrm>
          </p:grpSpPr>
          <p:sp>
            <p:nvSpPr>
              <p:cNvPr id="70" name="Rectangle 69">
                <a:extLst>
                  <a:ext uri="{FF2B5EF4-FFF2-40B4-BE49-F238E27FC236}">
                    <a16:creationId xmlns:a16="http://schemas.microsoft.com/office/drawing/2014/main" id="{BF9E3E8B-4383-4300-E827-4B7A59C4107E}"/>
                  </a:ext>
                </a:extLst>
              </p:cNvPr>
              <p:cNvSpPr/>
              <p:nvPr/>
            </p:nvSpPr>
            <p:spPr>
              <a:xfrm>
                <a:off x="-2894516"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71" name="Rectangle 70">
                <a:extLst>
                  <a:ext uri="{FF2B5EF4-FFF2-40B4-BE49-F238E27FC236}">
                    <a16:creationId xmlns:a16="http://schemas.microsoft.com/office/drawing/2014/main" id="{86CD27B2-3BB2-9820-0AC2-A9E68AE9EE82}"/>
                  </a:ext>
                </a:extLst>
              </p:cNvPr>
              <p:cNvSpPr/>
              <p:nvPr/>
            </p:nvSpPr>
            <p:spPr>
              <a:xfrm>
                <a:off x="-4137439"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72" name="Rectangle 71">
                <a:extLst>
                  <a:ext uri="{FF2B5EF4-FFF2-40B4-BE49-F238E27FC236}">
                    <a16:creationId xmlns:a16="http://schemas.microsoft.com/office/drawing/2014/main" id="{D5B6FAA8-26B3-0554-2577-D73AACEA330F}"/>
                  </a:ext>
                </a:extLst>
              </p:cNvPr>
              <p:cNvSpPr/>
              <p:nvPr/>
            </p:nvSpPr>
            <p:spPr>
              <a:xfrm>
                <a:off x="-5380363"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73" name="Rectangle 72">
                <a:extLst>
                  <a:ext uri="{FF2B5EF4-FFF2-40B4-BE49-F238E27FC236}">
                    <a16:creationId xmlns:a16="http://schemas.microsoft.com/office/drawing/2014/main" id="{4BE24ACA-057B-841D-6517-C4610D539340}"/>
                  </a:ext>
                </a:extLst>
              </p:cNvPr>
              <p:cNvSpPr/>
              <p:nvPr/>
            </p:nvSpPr>
            <p:spPr>
              <a:xfrm>
                <a:off x="-6623287"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pic>
        <p:nvPicPr>
          <p:cNvPr id="78" name="Picture 77" descr="A machine with pipes on it&#10;&#10;AI-generated content may be incorrect.">
            <a:extLst>
              <a:ext uri="{FF2B5EF4-FFF2-40B4-BE49-F238E27FC236}">
                <a16:creationId xmlns:a16="http://schemas.microsoft.com/office/drawing/2014/main" id="{C4036ED0-6CC2-BA70-8081-C97893501C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13233" y="481989"/>
            <a:ext cx="922834" cy="2496568"/>
          </a:xfrm>
          <a:prstGeom prst="rect">
            <a:avLst/>
          </a:prstGeom>
        </p:spPr>
      </p:pic>
      <p:sp>
        <p:nvSpPr>
          <p:cNvPr id="79" name="Left Brace 78">
            <a:extLst>
              <a:ext uri="{FF2B5EF4-FFF2-40B4-BE49-F238E27FC236}">
                <a16:creationId xmlns:a16="http://schemas.microsoft.com/office/drawing/2014/main" id="{FF168F74-ADFF-F2D6-17B5-157D113B5AA6}"/>
              </a:ext>
            </a:extLst>
          </p:cNvPr>
          <p:cNvSpPr/>
          <p:nvPr/>
        </p:nvSpPr>
        <p:spPr>
          <a:xfrm rot="16200000">
            <a:off x="10381978" y="2181818"/>
            <a:ext cx="553019" cy="2559244"/>
          </a:xfrm>
          <a:prstGeom prst="leftBrace">
            <a:avLst>
              <a:gd name="adj1" fmla="val 40024"/>
              <a:gd name="adj2" fmla="val 5000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80" name="TextBox 79">
            <a:extLst>
              <a:ext uri="{FF2B5EF4-FFF2-40B4-BE49-F238E27FC236}">
                <a16:creationId xmlns:a16="http://schemas.microsoft.com/office/drawing/2014/main" id="{3A16EDA1-8D81-13A2-B2B3-E151B8D27C65}"/>
              </a:ext>
            </a:extLst>
          </p:cNvPr>
          <p:cNvSpPr txBox="1"/>
          <p:nvPr/>
        </p:nvSpPr>
        <p:spPr>
          <a:xfrm>
            <a:off x="9778843" y="3669294"/>
            <a:ext cx="1968766" cy="923330"/>
          </a:xfrm>
          <a:prstGeom prst="rect">
            <a:avLst/>
          </a:prstGeom>
          <a:noFill/>
        </p:spPr>
        <p:txBody>
          <a:bodyPr wrap="square">
            <a:spAutoFit/>
          </a:bodyPr>
          <a:lstStyle/>
          <a:p>
            <a:r>
              <a:rPr lang="en-GB" b="1"/>
              <a:t>Banded (perpendicular)</a:t>
            </a:r>
          </a:p>
          <a:p>
            <a:endParaRPr lang="en-GB"/>
          </a:p>
        </p:txBody>
      </p:sp>
      <p:pic>
        <p:nvPicPr>
          <p:cNvPr id="9" name="Graphic 8">
            <a:extLst>
              <a:ext uri="{FF2B5EF4-FFF2-40B4-BE49-F238E27FC236}">
                <a16:creationId xmlns:a16="http://schemas.microsoft.com/office/drawing/2014/main" id="{923793A5-1E70-84CB-D399-E602C079B63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43818" y="4392693"/>
            <a:ext cx="1738829" cy="1267896"/>
          </a:xfrm>
          <a:prstGeom prst="rect">
            <a:avLst/>
          </a:prstGeom>
        </p:spPr>
      </p:pic>
      <p:sp>
        <p:nvSpPr>
          <p:cNvPr id="51" name="TextBox 50">
            <a:extLst>
              <a:ext uri="{FF2B5EF4-FFF2-40B4-BE49-F238E27FC236}">
                <a16:creationId xmlns:a16="http://schemas.microsoft.com/office/drawing/2014/main" id="{2FAC3DFB-FF81-1057-F1CD-BF1B0C5DD5E4}"/>
              </a:ext>
            </a:extLst>
          </p:cNvPr>
          <p:cNvSpPr txBox="1"/>
          <p:nvPr/>
        </p:nvSpPr>
        <p:spPr>
          <a:xfrm>
            <a:off x="9347532" y="5761154"/>
            <a:ext cx="2648880" cy="521826"/>
          </a:xfrm>
          <a:prstGeom prst="rect">
            <a:avLst/>
          </a:prstGeom>
        </p:spPr>
        <p:txBody>
          <a:bodyPr vert="horz" wrap="square" lIns="0" tIns="0" rIns="0" bIns="0" rtlCol="0">
            <a:noAutofit/>
          </a:bodyPr>
          <a:lstStyle/>
          <a:p>
            <a:pPr algn="l">
              <a:spcBef>
                <a:spcPts val="600"/>
              </a:spcBef>
            </a:pPr>
            <a:r>
              <a:rPr lang="en-GB" sz="1100" dirty="0">
                <a:solidFill>
                  <a:schemeClr val="bg1">
                    <a:lumMod val="50000"/>
                  </a:schemeClr>
                </a:solidFill>
              </a:rPr>
              <a:t>Regular Spot application is the </a:t>
            </a:r>
            <a:r>
              <a:rPr lang="en-GB" sz="1100" dirty="0">
                <a:solidFill>
                  <a:schemeClr val="bg1">
                    <a:lumMod val="50000"/>
                  </a:schemeClr>
                </a:solidFill>
                <a:hlinkClick r:id="rId6"/>
              </a:rPr>
              <a:t>intersection</a:t>
            </a:r>
            <a:r>
              <a:rPr lang="en-GB" sz="1100" dirty="0">
                <a:solidFill>
                  <a:schemeClr val="bg1">
                    <a:lumMod val="50000"/>
                  </a:schemeClr>
                </a:solidFill>
              </a:rPr>
              <a:t> of parallel and perpendicular banded application</a:t>
            </a:r>
          </a:p>
        </p:txBody>
      </p:sp>
    </p:spTree>
    <p:extLst>
      <p:ext uri="{BB962C8B-B14F-4D97-AF65-F5344CB8AC3E}">
        <p14:creationId xmlns:p14="http://schemas.microsoft.com/office/powerpoint/2010/main" val="381375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3.75E-6 -2.59259E-6 L -3.75E-6 -0.30463 " pathEditMode="relative" rAng="0" ptsTypes="AA">
                                      <p:cBhvr>
                                        <p:cTn id="6" dur="5000" fill="hold"/>
                                        <p:tgtEl>
                                          <p:spTgt spid="54"/>
                                        </p:tgtEl>
                                        <p:attrNameLst>
                                          <p:attrName>ppt_x</p:attrName>
                                          <p:attrName>ppt_y</p:attrName>
                                        </p:attrNameLst>
                                      </p:cBhvr>
                                      <p:rCtr x="0" y="-15231"/>
                                    </p:animMotion>
                                  </p:childTnLst>
                                </p:cTn>
                              </p:par>
                              <p:par>
                                <p:cTn id="7" presetID="42" presetClass="path" presetSubtype="0" accel="50000" decel="50000" fill="hold" nodeType="withEffect">
                                  <p:stCondLst>
                                    <p:cond delay="0"/>
                                  </p:stCondLst>
                                  <p:childTnLst>
                                    <p:animMotion origin="layout" path="M 1.66667E-6 -2.59259E-6 L 1.66667E-6 -0.30231 " pathEditMode="relative" rAng="0" ptsTypes="AA">
                                      <p:cBhvr>
                                        <p:cTn id="8" dur="5000" fill="hold"/>
                                        <p:tgtEl>
                                          <p:spTgt spid="55"/>
                                        </p:tgtEl>
                                        <p:attrNameLst>
                                          <p:attrName>ppt_x</p:attrName>
                                          <p:attrName>ppt_y</p:attrName>
                                        </p:attrNameLst>
                                      </p:cBhvr>
                                      <p:rCtr x="0" y="-15116"/>
                                    </p:animMotion>
                                  </p:childTnLst>
                                </p:cTn>
                              </p:par>
                              <p:par>
                                <p:cTn id="9" presetID="42" presetClass="path" presetSubtype="0" accel="50000" decel="50000" fill="hold" nodeType="withEffect">
                                  <p:stCondLst>
                                    <p:cond delay="0"/>
                                  </p:stCondLst>
                                  <p:childTnLst>
                                    <p:animMotion origin="layout" path="M -3.33333E-6 -4.81481E-6 L -0.10455 0.00093 " pathEditMode="relative" rAng="0" ptsTypes="AA">
                                      <p:cBhvr>
                                        <p:cTn id="10" dur="5000" fill="hold"/>
                                        <p:tgtEl>
                                          <p:spTgt spid="78"/>
                                        </p:tgtEl>
                                        <p:attrNameLst>
                                          <p:attrName>ppt_x</p:attrName>
                                          <p:attrName>ppt_y</p:attrName>
                                        </p:attrNameLst>
                                      </p:cBhvr>
                                      <p:rCtr x="-5234" y="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C15439A9-D5BE-3DBC-3156-CD5BD81A8A45}"/>
              </a:ext>
            </a:extLst>
          </p:cNvPr>
          <p:cNvGrpSpPr/>
          <p:nvPr/>
        </p:nvGrpSpPr>
        <p:grpSpPr>
          <a:xfrm>
            <a:off x="6093912" y="3899263"/>
            <a:ext cx="2959408" cy="1287470"/>
            <a:chOff x="8072935" y="2532901"/>
            <a:chExt cx="2893333" cy="1524678"/>
          </a:xfrm>
        </p:grpSpPr>
        <p:sp>
          <p:nvSpPr>
            <p:cNvPr id="36" name="Right Triangle 35">
              <a:extLst>
                <a:ext uri="{FF2B5EF4-FFF2-40B4-BE49-F238E27FC236}">
                  <a16:creationId xmlns:a16="http://schemas.microsoft.com/office/drawing/2014/main" id="{7A27A9EA-B38E-1EC4-F998-54308EE61CDB}"/>
                </a:ext>
              </a:extLst>
            </p:cNvPr>
            <p:cNvSpPr/>
            <p:nvPr/>
          </p:nvSpPr>
          <p:spPr>
            <a:xfrm>
              <a:off x="8072935" y="2532901"/>
              <a:ext cx="2893332" cy="444138"/>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7" name="Rectangle 36">
              <a:extLst>
                <a:ext uri="{FF2B5EF4-FFF2-40B4-BE49-F238E27FC236}">
                  <a16:creationId xmlns:a16="http://schemas.microsoft.com/office/drawing/2014/main" id="{1590AD28-FEF5-5A3A-5F77-F749C7CBE886}"/>
                </a:ext>
              </a:extLst>
            </p:cNvPr>
            <p:cNvSpPr/>
            <p:nvPr/>
          </p:nvSpPr>
          <p:spPr>
            <a:xfrm>
              <a:off x="8072936" y="2977039"/>
              <a:ext cx="2893332" cy="108054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cxnSp>
        <p:nvCxnSpPr>
          <p:cNvPr id="32" name="Straight Arrow Connector 31">
            <a:extLst>
              <a:ext uri="{FF2B5EF4-FFF2-40B4-BE49-F238E27FC236}">
                <a16:creationId xmlns:a16="http://schemas.microsoft.com/office/drawing/2014/main" id="{13C3B168-0210-52B1-1203-69B207580CF2}"/>
              </a:ext>
            </a:extLst>
          </p:cNvPr>
          <p:cNvCxnSpPr>
            <a:cxnSpLocks/>
          </p:cNvCxnSpPr>
          <p:nvPr/>
        </p:nvCxnSpPr>
        <p:spPr>
          <a:xfrm>
            <a:off x="5530697" y="3690730"/>
            <a:ext cx="0" cy="1496003"/>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A83002C-757A-E526-DE4B-574956A8460F}"/>
              </a:ext>
            </a:extLst>
          </p:cNvPr>
          <p:cNvSpPr>
            <a:spLocks noGrp="1"/>
          </p:cNvSpPr>
          <p:nvPr>
            <p:ph type="title"/>
          </p:nvPr>
        </p:nvSpPr>
        <p:spPr>
          <a:xfrm>
            <a:off x="304800" y="220981"/>
            <a:ext cx="11582400" cy="777240"/>
          </a:xfrm>
        </p:spPr>
        <p:txBody>
          <a:bodyPr/>
          <a:lstStyle/>
          <a:p>
            <a:r>
              <a:rPr lang="en-GB"/>
              <a:t>Theory – Drift Deposition Curves</a:t>
            </a:r>
          </a:p>
        </p:txBody>
      </p:sp>
      <p:sp>
        <p:nvSpPr>
          <p:cNvPr id="3" name="Footer Placeholder 2">
            <a:extLst>
              <a:ext uri="{FF2B5EF4-FFF2-40B4-BE49-F238E27FC236}">
                <a16:creationId xmlns:a16="http://schemas.microsoft.com/office/drawing/2014/main" id="{C7873DD2-BD31-6A3C-1862-BADBAF0FF12D}"/>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E09FBB5E-34D6-B0EF-1911-A718D937F8CC}"/>
              </a:ext>
            </a:extLst>
          </p:cNvPr>
          <p:cNvSpPr>
            <a:spLocks noGrp="1"/>
          </p:cNvSpPr>
          <p:nvPr>
            <p:ph type="sldNum" sz="quarter" idx="12"/>
          </p:nvPr>
        </p:nvSpPr>
        <p:spPr/>
        <p:txBody>
          <a:bodyPr/>
          <a:lstStyle/>
          <a:p>
            <a:fld id="{7695D00A-BA34-4D39-8C84-2534822D6434}" type="slidenum">
              <a:rPr lang="en-GB" smtClean="0"/>
              <a:pPr/>
              <a:t>5</a:t>
            </a:fld>
            <a:endParaRPr lang="en-GB"/>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409384D-3686-96BD-117B-D88EC21B90A5}"/>
                  </a:ext>
                </a:extLst>
              </p:cNvPr>
              <p:cNvSpPr txBox="1"/>
              <p:nvPr/>
            </p:nvSpPr>
            <p:spPr>
              <a:xfrm>
                <a:off x="6093912" y="1279757"/>
                <a:ext cx="1522662" cy="362007"/>
              </a:xfrm>
              <a:prstGeom prst="rect">
                <a:avLst/>
              </a:prstGeom>
            </p:spPr>
            <p:txBody>
              <a:bodyPr vert="horz" wrap="none" lIns="0" tIns="0" rIns="0" bIns="0" rtlCol="0">
                <a:noAutofit/>
              </a:bodyPr>
              <a:lstStyle/>
              <a:p>
                <a:pPr algn="l">
                  <a:spcBef>
                    <a:spcPts val="600"/>
                  </a:spcBef>
                </a:pPr>
                <a14:m>
                  <m:oMathPara xmlns:m="http://schemas.openxmlformats.org/officeDocument/2006/math">
                    <m:oMathParaPr>
                      <m:jc m:val="center"/>
                    </m:oMathParaPr>
                    <m:oMath xmlns:m="http://schemas.openxmlformats.org/officeDocument/2006/math">
                      <m:r>
                        <a:rPr lang="en-GB" sz="2800" b="0" i="1" smtClean="0">
                          <a:solidFill>
                            <a:schemeClr val="accent2">
                              <a:lumMod val="75000"/>
                            </a:schemeClr>
                          </a:solidFill>
                          <a:latin typeface="Cambria Math" panose="02040503050406030204" pitchFamily="18" charset="0"/>
                        </a:rPr>
                        <m:t>𝐷𝑟𝑖𝑓𝑡</m:t>
                      </m:r>
                      <m:d>
                        <m:dPr>
                          <m:ctrlPr>
                            <a:rPr lang="en-GB" sz="2800" b="0" i="1" smtClean="0">
                              <a:solidFill>
                                <a:schemeClr val="accent2">
                                  <a:lumMod val="75000"/>
                                </a:schemeClr>
                              </a:solidFill>
                              <a:latin typeface="Cambria Math" panose="02040503050406030204" pitchFamily="18" charset="0"/>
                            </a:rPr>
                          </m:ctrlPr>
                        </m:dPr>
                        <m:e>
                          <m:r>
                            <a:rPr lang="en-GB" sz="2800" b="0" i="1" smtClean="0">
                              <a:solidFill>
                                <a:schemeClr val="accent2">
                                  <a:lumMod val="75000"/>
                                </a:schemeClr>
                              </a:solidFill>
                              <a:latin typeface="Cambria Math" panose="02040503050406030204" pitchFamily="18" charset="0"/>
                            </a:rPr>
                            <m:t>𝑧</m:t>
                          </m:r>
                        </m:e>
                      </m:d>
                      <m:r>
                        <a:rPr lang="en-GB" sz="2800" b="0" i="1" smtClean="0">
                          <a:solidFill>
                            <a:schemeClr val="accent2">
                              <a:lumMod val="75000"/>
                            </a:schemeClr>
                          </a:solidFill>
                          <a:latin typeface="Cambria Math" panose="02040503050406030204" pitchFamily="18" charset="0"/>
                        </a:rPr>
                        <m:t>=</m:t>
                      </m:r>
                      <m:r>
                        <a:rPr lang="en-GB" sz="2800" b="0" i="1" smtClean="0">
                          <a:solidFill>
                            <a:schemeClr val="accent2">
                              <a:lumMod val="75000"/>
                            </a:schemeClr>
                          </a:solidFill>
                          <a:latin typeface="Cambria Math" panose="02040503050406030204" pitchFamily="18" charset="0"/>
                        </a:rPr>
                        <m:t>𝑓</m:t>
                      </m:r>
                      <m:r>
                        <a:rPr lang="en-GB" sz="2800" b="0" i="1" smtClean="0">
                          <a:solidFill>
                            <a:schemeClr val="accent2">
                              <a:lumMod val="75000"/>
                            </a:schemeClr>
                          </a:solidFill>
                          <a:latin typeface="Cambria Math" panose="02040503050406030204" pitchFamily="18" charset="0"/>
                        </a:rPr>
                        <m:t>(</m:t>
                      </m:r>
                      <m:r>
                        <a:rPr lang="en-GB" sz="2800" b="0" i="1" smtClean="0">
                          <a:solidFill>
                            <a:schemeClr val="accent2">
                              <a:lumMod val="75000"/>
                            </a:schemeClr>
                          </a:solidFill>
                          <a:latin typeface="Cambria Math" panose="02040503050406030204" pitchFamily="18" charset="0"/>
                        </a:rPr>
                        <m:t>𝑧</m:t>
                      </m:r>
                      <m:r>
                        <a:rPr lang="en-GB" sz="2800" b="0" i="1" smtClean="0">
                          <a:solidFill>
                            <a:schemeClr val="accent2">
                              <a:lumMod val="75000"/>
                            </a:schemeClr>
                          </a:solidFill>
                          <a:latin typeface="Cambria Math" panose="02040503050406030204" pitchFamily="18" charset="0"/>
                        </a:rPr>
                        <m:t>)</m:t>
                      </m:r>
                    </m:oMath>
                  </m:oMathPara>
                </a14:m>
                <a:endParaRPr lang="en-GB" sz="2800" err="1">
                  <a:solidFill>
                    <a:schemeClr val="accent2">
                      <a:lumMod val="75000"/>
                    </a:schemeClr>
                  </a:solidFill>
                </a:endParaRPr>
              </a:p>
            </p:txBody>
          </p:sp>
        </mc:Choice>
        <mc:Fallback xmlns="">
          <p:sp>
            <p:nvSpPr>
              <p:cNvPr id="24" name="TextBox 23">
                <a:extLst>
                  <a:ext uri="{FF2B5EF4-FFF2-40B4-BE49-F238E27FC236}">
                    <a16:creationId xmlns:a16="http://schemas.microsoft.com/office/drawing/2014/main" id="{8409384D-3686-96BD-117B-D88EC21B90A5}"/>
                  </a:ext>
                </a:extLst>
              </p:cNvPr>
              <p:cNvSpPr txBox="1">
                <a:spLocks noRot="1" noChangeAspect="1" noMove="1" noResize="1" noEditPoints="1" noAdjustHandles="1" noChangeArrowheads="1" noChangeShapeType="1" noTextEdit="1"/>
              </p:cNvSpPr>
              <p:nvPr/>
            </p:nvSpPr>
            <p:spPr>
              <a:xfrm>
                <a:off x="6093912" y="1279757"/>
                <a:ext cx="1522662" cy="362007"/>
              </a:xfrm>
              <a:prstGeom prst="rect">
                <a:avLst/>
              </a:prstGeom>
              <a:blipFill>
                <a:blip r:embed="rId3"/>
                <a:stretch>
                  <a:fillRect r="-61847" b="-18644"/>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958F67B0-C1AB-DC39-0BF5-094F306776F7}"/>
              </a:ext>
            </a:extLst>
          </p:cNvPr>
          <p:cNvGrpSpPr/>
          <p:nvPr/>
        </p:nvGrpSpPr>
        <p:grpSpPr>
          <a:xfrm>
            <a:off x="945961" y="1099931"/>
            <a:ext cx="9452009" cy="4679048"/>
            <a:chOff x="945961" y="1099931"/>
            <a:chExt cx="9452009" cy="4679048"/>
          </a:xfrm>
        </p:grpSpPr>
        <p:sp>
          <p:nvSpPr>
            <p:cNvPr id="15" name="Rectangle 14">
              <a:extLst>
                <a:ext uri="{FF2B5EF4-FFF2-40B4-BE49-F238E27FC236}">
                  <a16:creationId xmlns:a16="http://schemas.microsoft.com/office/drawing/2014/main" id="{75ABB091-96B6-39C1-2C15-9CA406385A8E}"/>
                </a:ext>
              </a:extLst>
            </p:cNvPr>
            <p:cNvSpPr/>
            <p:nvPr/>
          </p:nvSpPr>
          <p:spPr>
            <a:xfrm>
              <a:off x="1150724" y="5186733"/>
              <a:ext cx="8143061" cy="59224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rapezoid 13">
              <a:extLst>
                <a:ext uri="{FF2B5EF4-FFF2-40B4-BE49-F238E27FC236}">
                  <a16:creationId xmlns:a16="http://schemas.microsoft.com/office/drawing/2014/main" id="{587B1009-E924-E8BB-D1E1-7C8DD115099C}"/>
                </a:ext>
              </a:extLst>
            </p:cNvPr>
            <p:cNvSpPr/>
            <p:nvPr/>
          </p:nvSpPr>
          <p:spPr>
            <a:xfrm rot="10800000">
              <a:off x="6093913" y="5186733"/>
              <a:ext cx="2959409" cy="494681"/>
            </a:xfrm>
            <a:prstGeom prst="trapezoid">
              <a:avLst>
                <a:gd name="adj" fmla="val 57098"/>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pic>
          <p:nvPicPr>
            <p:cNvPr id="17" name="Graphic 16" descr="Plant with solid fill">
              <a:extLst>
                <a:ext uri="{FF2B5EF4-FFF2-40B4-BE49-F238E27FC236}">
                  <a16:creationId xmlns:a16="http://schemas.microsoft.com/office/drawing/2014/main" id="{33529C4B-C9A2-39D1-1A83-9F20E708186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98428" y="4492951"/>
              <a:ext cx="747983" cy="747983"/>
            </a:xfrm>
            <a:prstGeom prst="rect">
              <a:avLst/>
            </a:prstGeom>
          </p:spPr>
        </p:pic>
        <p:pic>
          <p:nvPicPr>
            <p:cNvPr id="18" name="Graphic 17" descr="Plant with solid fill">
              <a:extLst>
                <a:ext uri="{FF2B5EF4-FFF2-40B4-BE49-F238E27FC236}">
                  <a16:creationId xmlns:a16="http://schemas.microsoft.com/office/drawing/2014/main" id="{560C51D1-1D70-4685-97EC-2DF790372A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14273" y="4503793"/>
              <a:ext cx="747983" cy="747983"/>
            </a:xfrm>
            <a:prstGeom prst="rect">
              <a:avLst/>
            </a:prstGeom>
          </p:spPr>
        </p:pic>
        <p:pic>
          <p:nvPicPr>
            <p:cNvPr id="20" name="Graphic 19" descr="Plant with solid fill">
              <a:extLst>
                <a:ext uri="{FF2B5EF4-FFF2-40B4-BE49-F238E27FC236}">
                  <a16:creationId xmlns:a16="http://schemas.microsoft.com/office/drawing/2014/main" id="{37425D50-50F1-FECC-114F-1B100C6696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5961" y="4503793"/>
              <a:ext cx="747983" cy="747983"/>
            </a:xfrm>
            <a:prstGeom prst="rect">
              <a:avLst/>
            </a:prstGeom>
          </p:spPr>
        </p:pic>
        <p:pic>
          <p:nvPicPr>
            <p:cNvPr id="21" name="Graphic 20" descr="Plant with solid fill">
              <a:extLst>
                <a:ext uri="{FF2B5EF4-FFF2-40B4-BE49-F238E27FC236}">
                  <a16:creationId xmlns:a16="http://schemas.microsoft.com/office/drawing/2014/main" id="{C4441C0F-D8CD-C66B-3CCB-CB9819B81EE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30117" y="4492951"/>
              <a:ext cx="747983" cy="747983"/>
            </a:xfrm>
            <a:prstGeom prst="rect">
              <a:avLst/>
            </a:prstGeom>
          </p:spPr>
        </p:pic>
        <p:pic>
          <p:nvPicPr>
            <p:cNvPr id="23" name="Picture 22" descr="A machine with pipes on it&#10;&#10;AI-generated content may be incorrect.">
              <a:extLst>
                <a:ext uri="{FF2B5EF4-FFF2-40B4-BE49-F238E27FC236}">
                  <a16:creationId xmlns:a16="http://schemas.microsoft.com/office/drawing/2014/main" id="{09FEAFDF-7427-343F-41E8-C66276825E2F}"/>
                </a:ext>
              </a:extLst>
            </p:cNvPr>
            <p:cNvPicPr>
              <a:picLocks noChangeAspect="1"/>
            </p:cNvPicPr>
            <p:nvPr/>
          </p:nvPicPr>
          <p:blipFill>
            <a:blip r:embed="rId6">
              <a:extLst>
                <a:ext uri="{28A0092B-C50C-407E-A947-70E740481C1C}">
                  <a14:useLocalDpi xmlns:a14="http://schemas.microsoft.com/office/drawing/2010/main" val="0"/>
                </a:ext>
              </a:extLst>
            </a:blip>
            <a:srcRect l="45962" r="16292" b="63288"/>
            <a:stretch/>
          </p:blipFill>
          <p:spPr>
            <a:xfrm rot="5400000">
              <a:off x="1950473" y="2995457"/>
              <a:ext cx="747986" cy="2347480"/>
            </a:xfrm>
            <a:prstGeom prst="rect">
              <a:avLst/>
            </a:prstGeom>
          </p:spPr>
        </p:pic>
        <p:sp>
          <p:nvSpPr>
            <p:cNvPr id="25" name="TextBox 24">
              <a:extLst>
                <a:ext uri="{FF2B5EF4-FFF2-40B4-BE49-F238E27FC236}">
                  <a16:creationId xmlns:a16="http://schemas.microsoft.com/office/drawing/2014/main" id="{655C7853-6C06-0B4F-3C16-922532A8B131}"/>
                </a:ext>
              </a:extLst>
            </p:cNvPr>
            <p:cNvSpPr txBox="1"/>
            <p:nvPr/>
          </p:nvSpPr>
          <p:spPr>
            <a:xfrm>
              <a:off x="1238041" y="1143617"/>
              <a:ext cx="1040059" cy="584155"/>
            </a:xfrm>
            <a:prstGeom prst="rect">
              <a:avLst/>
            </a:prstGeom>
          </p:spPr>
          <p:txBody>
            <a:bodyPr vert="horz" wrap="none" lIns="0" tIns="0" rIns="0" bIns="0" rtlCol="0">
              <a:noAutofit/>
            </a:bodyPr>
            <a:lstStyle/>
            <a:p>
              <a:pPr algn="l">
                <a:spcBef>
                  <a:spcPts val="600"/>
                </a:spcBef>
              </a:pPr>
              <a:r>
                <a:rPr lang="en-GB" sz="1400"/>
                <a:t>% App. Rate</a:t>
              </a:r>
            </a:p>
          </p:txBody>
        </p:sp>
        <p:sp>
          <p:nvSpPr>
            <p:cNvPr id="27" name="TextBox 26">
              <a:extLst>
                <a:ext uri="{FF2B5EF4-FFF2-40B4-BE49-F238E27FC236}">
                  <a16:creationId xmlns:a16="http://schemas.microsoft.com/office/drawing/2014/main" id="{49596D93-2129-23D3-8B22-FFC7BB9ED4F5}"/>
                </a:ext>
              </a:extLst>
            </p:cNvPr>
            <p:cNvSpPr txBox="1"/>
            <p:nvPr/>
          </p:nvSpPr>
          <p:spPr>
            <a:xfrm>
              <a:off x="9357911" y="5186733"/>
              <a:ext cx="1040059" cy="584155"/>
            </a:xfrm>
            <a:prstGeom prst="rect">
              <a:avLst/>
            </a:prstGeom>
          </p:spPr>
          <p:txBody>
            <a:bodyPr vert="horz" wrap="none" lIns="0" tIns="0" rIns="0" bIns="0" rtlCol="0">
              <a:noAutofit/>
            </a:bodyPr>
            <a:lstStyle/>
            <a:p>
              <a:pPr algn="l">
                <a:spcBef>
                  <a:spcPts val="600"/>
                </a:spcBef>
              </a:pPr>
              <a:r>
                <a:rPr lang="en-GB" sz="1400"/>
                <a:t>Distance Downwind (z)</a:t>
              </a:r>
            </a:p>
          </p:txBody>
        </p:sp>
        <p:pic>
          <p:nvPicPr>
            <p:cNvPr id="13" name="Picture 12" descr="A graph with numbers and lines&#10;&#10;AI-generated content may be incorrect.">
              <a:extLst>
                <a:ext uri="{FF2B5EF4-FFF2-40B4-BE49-F238E27FC236}">
                  <a16:creationId xmlns:a16="http://schemas.microsoft.com/office/drawing/2014/main" id="{A8E0D13D-8D1E-7282-9B55-6B795A0E54A8}"/>
                </a:ext>
              </a:extLst>
            </p:cNvPr>
            <p:cNvPicPr>
              <a:picLocks noChangeAspect="1"/>
            </p:cNvPicPr>
            <p:nvPr/>
          </p:nvPicPr>
          <p:blipFill>
            <a:blip r:embed="rId7">
              <a:extLst>
                <a:ext uri="{28A0092B-C50C-407E-A947-70E740481C1C}">
                  <a14:useLocalDpi xmlns:a14="http://schemas.microsoft.com/office/drawing/2010/main" val="0"/>
                </a:ext>
              </a:extLst>
            </a:blip>
            <a:srcRect l="6819" t="15656" r="2651" b="7576"/>
            <a:stretch/>
          </p:blipFill>
          <p:spPr>
            <a:xfrm>
              <a:off x="2237161" y="1099931"/>
              <a:ext cx="7056625" cy="4487897"/>
            </a:xfrm>
            <a:prstGeom prst="rect">
              <a:avLst/>
            </a:prstGeom>
          </p:spPr>
        </p:pic>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2A508A0-769B-7143-AEE7-65B576B191F3}"/>
                  </a:ext>
                </a:extLst>
              </p:cNvPr>
              <p:cNvSpPr txBox="1"/>
              <p:nvPr/>
            </p:nvSpPr>
            <p:spPr>
              <a:xfrm>
                <a:off x="6610393" y="1941012"/>
                <a:ext cx="1752181" cy="49740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bg2">
                                <a:lumMod val="75000"/>
                              </a:schemeClr>
                            </a:solidFill>
                            <a:latin typeface="Cambria Math" panose="02040503050406030204" pitchFamily="18" charset="0"/>
                          </a:rPr>
                        </m:ctrlPr>
                      </m:accPr>
                      <m:e>
                        <m:r>
                          <a:rPr lang="en-GB" sz="2800" b="0" i="1" smtClean="0">
                            <a:solidFill>
                              <a:schemeClr val="bg2">
                                <a:lumMod val="75000"/>
                              </a:schemeClr>
                            </a:solidFill>
                            <a:latin typeface="Cambria Math" panose="02040503050406030204" pitchFamily="18" charset="0"/>
                          </a:rPr>
                          <m:t>𝐷𝑟𝑖𝑓𝑡</m:t>
                        </m:r>
                      </m:e>
                    </m:acc>
                  </m:oMath>
                </a14:m>
                <a:r>
                  <a:rPr lang="en-GB" sz="2800" b="0" i="1">
                    <a:solidFill>
                      <a:schemeClr val="bg2">
                        <a:lumMod val="75000"/>
                      </a:schemeClr>
                    </a:solidFill>
                    <a:latin typeface="Cambria Math" panose="02040503050406030204" pitchFamily="18" charset="0"/>
                  </a:rPr>
                  <a:t> = </a:t>
                </a:r>
                <a14:m>
                  <m:oMath xmlns:m="http://schemas.openxmlformats.org/officeDocument/2006/math">
                    <m:nary>
                      <m:naryPr>
                        <m:ctrlPr>
                          <a:rPr lang="en-GB" sz="2800" b="0" i="1" smtClean="0">
                            <a:solidFill>
                              <a:schemeClr val="bg2">
                                <a:lumMod val="75000"/>
                              </a:schemeClr>
                            </a:solidFill>
                            <a:latin typeface="Cambria Math" panose="02040503050406030204" pitchFamily="18" charset="0"/>
                          </a:rPr>
                        </m:ctrlPr>
                      </m:naryPr>
                      <m:sub>
                        <m:r>
                          <m:rPr>
                            <m:brk m:alnAt="23"/>
                          </m:rPr>
                          <a:rPr lang="en-GB" sz="2800" b="0" i="1" smtClean="0">
                            <a:solidFill>
                              <a:schemeClr val="bg2">
                                <a:lumMod val="75000"/>
                              </a:schemeClr>
                            </a:solidFill>
                            <a:latin typeface="Cambria Math" panose="02040503050406030204" pitchFamily="18" charset="0"/>
                          </a:rPr>
                          <m:t>𝑎</m:t>
                        </m:r>
                      </m:sub>
                      <m:sup>
                        <m:r>
                          <a:rPr lang="en-GB" sz="2800" b="0" i="1" smtClean="0">
                            <a:solidFill>
                              <a:schemeClr val="bg2">
                                <a:lumMod val="75000"/>
                              </a:schemeClr>
                            </a:solidFill>
                            <a:latin typeface="Cambria Math" panose="02040503050406030204" pitchFamily="18" charset="0"/>
                          </a:rPr>
                          <m:t>𝑏</m:t>
                        </m:r>
                      </m:sup>
                      <m:e>
                        <m:r>
                          <a:rPr lang="en-GB" sz="2800" b="0" i="1" smtClean="0">
                            <a:solidFill>
                              <a:schemeClr val="bg2">
                                <a:lumMod val="75000"/>
                              </a:schemeClr>
                            </a:solidFill>
                            <a:latin typeface="Cambria Math" panose="02040503050406030204" pitchFamily="18" charset="0"/>
                          </a:rPr>
                          <m:t>𝑓</m:t>
                        </m:r>
                        <m:d>
                          <m:dPr>
                            <m:ctrlPr>
                              <a:rPr lang="en-GB" sz="2800" b="0" i="1" smtClean="0">
                                <a:solidFill>
                                  <a:schemeClr val="bg2">
                                    <a:lumMod val="75000"/>
                                  </a:schemeClr>
                                </a:solidFill>
                                <a:latin typeface="Cambria Math" panose="02040503050406030204" pitchFamily="18" charset="0"/>
                              </a:rPr>
                            </m:ctrlPr>
                          </m:dPr>
                          <m:e>
                            <m:r>
                              <a:rPr lang="en-GB" sz="2800" b="0" i="1" smtClean="0">
                                <a:solidFill>
                                  <a:schemeClr val="bg2">
                                    <a:lumMod val="75000"/>
                                  </a:schemeClr>
                                </a:solidFill>
                                <a:latin typeface="Cambria Math" panose="02040503050406030204" pitchFamily="18" charset="0"/>
                              </a:rPr>
                              <m:t>𝑧</m:t>
                            </m:r>
                          </m:e>
                        </m:d>
                        <m:r>
                          <a:rPr lang="en-GB" sz="2800" b="0" i="1" smtClean="0">
                            <a:solidFill>
                              <a:schemeClr val="bg2">
                                <a:lumMod val="75000"/>
                              </a:schemeClr>
                            </a:solidFill>
                            <a:latin typeface="Cambria Math" panose="02040503050406030204" pitchFamily="18" charset="0"/>
                          </a:rPr>
                          <m:t>𝑑𝑧</m:t>
                        </m:r>
                      </m:e>
                    </m:nary>
                  </m:oMath>
                </a14:m>
                <a:endParaRPr lang="en-GB" sz="2800" err="1">
                  <a:solidFill>
                    <a:schemeClr val="bg2">
                      <a:lumMod val="75000"/>
                    </a:schemeClr>
                  </a:solidFill>
                </a:endParaRPr>
              </a:p>
            </p:txBody>
          </p:sp>
        </mc:Choice>
        <mc:Fallback xmlns="">
          <p:sp>
            <p:nvSpPr>
              <p:cNvPr id="29" name="TextBox 28">
                <a:extLst>
                  <a:ext uri="{FF2B5EF4-FFF2-40B4-BE49-F238E27FC236}">
                    <a16:creationId xmlns:a16="http://schemas.microsoft.com/office/drawing/2014/main" id="{F2A508A0-769B-7143-AEE7-65B576B191F3}"/>
                  </a:ext>
                </a:extLst>
              </p:cNvPr>
              <p:cNvSpPr txBox="1">
                <a:spLocks noRot="1" noChangeAspect="1" noMove="1" noResize="1" noEditPoints="1" noAdjustHandles="1" noChangeArrowheads="1" noChangeShapeType="1" noTextEdit="1"/>
              </p:cNvSpPr>
              <p:nvPr/>
            </p:nvSpPr>
            <p:spPr>
              <a:xfrm>
                <a:off x="6610393" y="1941012"/>
                <a:ext cx="1752181" cy="497403"/>
              </a:xfrm>
              <a:prstGeom prst="rect">
                <a:avLst/>
              </a:prstGeom>
              <a:blipFill>
                <a:blip r:embed="rId8"/>
                <a:stretch>
                  <a:fillRect l="-29861" t="-3659" r="-28819" b="-475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9365B84-DF25-5790-99D4-537D5CC9E203}"/>
                  </a:ext>
                </a:extLst>
              </p:cNvPr>
              <p:cNvSpPr txBox="1"/>
              <p:nvPr/>
            </p:nvSpPr>
            <p:spPr>
              <a:xfrm>
                <a:off x="5300498" y="3364615"/>
                <a:ext cx="460398" cy="326115"/>
              </a:xfrm>
              <a:prstGeom prst="rect">
                <a:avLst/>
              </a:prstGeom>
            </p:spPr>
            <p:txBody>
              <a:bodyPr vert="horz" wrap="none" lIns="0" tIns="0" rIns="0" bIns="0" rtlCol="0">
                <a:noAutofit/>
              </a:bodyPr>
              <a:lstStyle/>
              <a:p>
                <a:pPr algn="l">
                  <a:spcBef>
                    <a:spcPts val="600"/>
                  </a:spcBef>
                </a:pPr>
                <a14:m>
                  <m:oMathPara xmlns:m="http://schemas.openxmlformats.org/officeDocument/2006/math">
                    <m:oMathParaPr>
                      <m:jc m:val="centerGroup"/>
                    </m:oMathParaPr>
                    <m:oMath xmlns:m="http://schemas.openxmlformats.org/officeDocument/2006/math">
                      <m:r>
                        <a:rPr lang="en-GB" sz="2000" b="0" i="1" smtClean="0">
                          <a:solidFill>
                            <a:schemeClr val="accent2">
                              <a:lumMod val="75000"/>
                            </a:schemeClr>
                          </a:solidFill>
                          <a:latin typeface="Cambria Math" panose="02040503050406030204" pitchFamily="18" charset="0"/>
                        </a:rPr>
                        <m:t>𝑧</m:t>
                      </m:r>
                    </m:oMath>
                  </m:oMathPara>
                </a14:m>
                <a:endParaRPr lang="en-GB" sz="2000" err="1"/>
              </a:p>
            </p:txBody>
          </p:sp>
        </mc:Choice>
        <mc:Fallback xmlns="">
          <p:sp>
            <p:nvSpPr>
              <p:cNvPr id="39" name="TextBox 38">
                <a:extLst>
                  <a:ext uri="{FF2B5EF4-FFF2-40B4-BE49-F238E27FC236}">
                    <a16:creationId xmlns:a16="http://schemas.microsoft.com/office/drawing/2014/main" id="{E9365B84-DF25-5790-99D4-537D5CC9E203}"/>
                  </a:ext>
                </a:extLst>
              </p:cNvPr>
              <p:cNvSpPr txBox="1">
                <a:spLocks noRot="1" noChangeAspect="1" noMove="1" noResize="1" noEditPoints="1" noAdjustHandles="1" noChangeArrowheads="1" noChangeShapeType="1" noTextEdit="1"/>
              </p:cNvSpPr>
              <p:nvPr/>
            </p:nvSpPr>
            <p:spPr>
              <a:xfrm>
                <a:off x="5300498" y="3364615"/>
                <a:ext cx="460398" cy="32611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573297F-30BA-F5E7-E29C-FB33235DAFFC}"/>
                  </a:ext>
                </a:extLst>
              </p:cNvPr>
              <p:cNvSpPr txBox="1"/>
              <p:nvPr/>
            </p:nvSpPr>
            <p:spPr>
              <a:xfrm>
                <a:off x="5883784" y="3538044"/>
                <a:ext cx="460398" cy="326115"/>
              </a:xfrm>
              <a:prstGeom prst="rect">
                <a:avLst/>
              </a:prstGeom>
            </p:spPr>
            <p:txBody>
              <a:bodyPr vert="horz" wrap="none" lIns="0" tIns="0" rIns="0" bIns="0" rtlCol="0">
                <a:noAutofit/>
              </a:bodyPr>
              <a:lstStyle/>
              <a:p>
                <a:pPr algn="l">
                  <a:spcBef>
                    <a:spcPts val="600"/>
                  </a:spcBef>
                </a:pPr>
                <a14:m>
                  <m:oMathPara xmlns:m="http://schemas.openxmlformats.org/officeDocument/2006/math">
                    <m:oMathParaPr>
                      <m:jc m:val="centerGroup"/>
                    </m:oMathParaPr>
                    <m:oMath xmlns:m="http://schemas.openxmlformats.org/officeDocument/2006/math">
                      <m:r>
                        <a:rPr lang="en-GB" sz="2000" b="0" i="1" smtClean="0">
                          <a:solidFill>
                            <a:schemeClr val="bg2">
                              <a:lumMod val="75000"/>
                            </a:schemeClr>
                          </a:solidFill>
                          <a:latin typeface="Cambria Math" panose="02040503050406030204" pitchFamily="18" charset="0"/>
                        </a:rPr>
                        <m:t>𝑎</m:t>
                      </m:r>
                    </m:oMath>
                  </m:oMathPara>
                </a14:m>
                <a:endParaRPr lang="en-GB" sz="2000" err="1"/>
              </a:p>
            </p:txBody>
          </p:sp>
        </mc:Choice>
        <mc:Fallback xmlns="">
          <p:sp>
            <p:nvSpPr>
              <p:cNvPr id="40" name="TextBox 39">
                <a:extLst>
                  <a:ext uri="{FF2B5EF4-FFF2-40B4-BE49-F238E27FC236}">
                    <a16:creationId xmlns:a16="http://schemas.microsoft.com/office/drawing/2014/main" id="{5573297F-30BA-F5E7-E29C-FB33235DAFFC}"/>
                  </a:ext>
                </a:extLst>
              </p:cNvPr>
              <p:cNvSpPr txBox="1">
                <a:spLocks noRot="1" noChangeAspect="1" noMove="1" noResize="1" noEditPoints="1" noAdjustHandles="1" noChangeArrowheads="1" noChangeShapeType="1" noTextEdit="1"/>
              </p:cNvSpPr>
              <p:nvPr/>
            </p:nvSpPr>
            <p:spPr>
              <a:xfrm>
                <a:off x="5883784" y="3538044"/>
                <a:ext cx="460398" cy="32611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F0BF9C2-F02B-50B3-B53F-3FD40A26CC23}"/>
                  </a:ext>
                </a:extLst>
              </p:cNvPr>
              <p:cNvSpPr txBox="1"/>
              <p:nvPr/>
            </p:nvSpPr>
            <p:spPr>
              <a:xfrm>
                <a:off x="8823120" y="3880705"/>
                <a:ext cx="460398" cy="326115"/>
              </a:xfrm>
              <a:prstGeom prst="rect">
                <a:avLst/>
              </a:prstGeom>
            </p:spPr>
            <p:txBody>
              <a:bodyPr vert="horz" wrap="none" lIns="0" tIns="0" rIns="0" bIns="0" rtlCol="0">
                <a:noAutofit/>
              </a:bodyPr>
              <a:lstStyle/>
              <a:p>
                <a:pPr algn="l">
                  <a:spcBef>
                    <a:spcPts val="600"/>
                  </a:spcBef>
                </a:pPr>
                <a14:m>
                  <m:oMathPara xmlns:m="http://schemas.openxmlformats.org/officeDocument/2006/math">
                    <m:oMathParaPr>
                      <m:jc m:val="centerGroup"/>
                    </m:oMathParaPr>
                    <m:oMath xmlns:m="http://schemas.openxmlformats.org/officeDocument/2006/math">
                      <m:r>
                        <a:rPr lang="en-GB" sz="2000" b="0" i="1" smtClean="0">
                          <a:solidFill>
                            <a:schemeClr val="bg2">
                              <a:lumMod val="75000"/>
                            </a:schemeClr>
                          </a:solidFill>
                          <a:latin typeface="Cambria Math" panose="02040503050406030204" pitchFamily="18" charset="0"/>
                        </a:rPr>
                        <m:t>𝑏</m:t>
                      </m:r>
                    </m:oMath>
                  </m:oMathPara>
                </a14:m>
                <a:endParaRPr lang="en-GB" sz="2000" err="1">
                  <a:solidFill>
                    <a:schemeClr val="bg2">
                      <a:lumMod val="75000"/>
                    </a:schemeClr>
                  </a:solidFill>
                </a:endParaRPr>
              </a:p>
            </p:txBody>
          </p:sp>
        </mc:Choice>
        <mc:Fallback xmlns="">
          <p:sp>
            <p:nvSpPr>
              <p:cNvPr id="41" name="TextBox 40">
                <a:extLst>
                  <a:ext uri="{FF2B5EF4-FFF2-40B4-BE49-F238E27FC236}">
                    <a16:creationId xmlns:a16="http://schemas.microsoft.com/office/drawing/2014/main" id="{BF0BF9C2-F02B-50B3-B53F-3FD40A26CC23}"/>
                  </a:ext>
                </a:extLst>
              </p:cNvPr>
              <p:cNvSpPr txBox="1">
                <a:spLocks noRot="1" noChangeAspect="1" noMove="1" noResize="1" noEditPoints="1" noAdjustHandles="1" noChangeArrowheads="1" noChangeShapeType="1" noTextEdit="1"/>
              </p:cNvSpPr>
              <p:nvPr/>
            </p:nvSpPr>
            <p:spPr>
              <a:xfrm>
                <a:off x="8823120" y="3880705"/>
                <a:ext cx="460398" cy="326115"/>
              </a:xfrm>
              <a:prstGeom prst="rect">
                <a:avLst/>
              </a:prstGeom>
              <a:blipFill>
                <a:blip r:embed="rId11"/>
                <a:stretch>
                  <a:fillRect b="-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Rounded Corners 43">
                <a:extLst>
                  <a:ext uri="{FF2B5EF4-FFF2-40B4-BE49-F238E27FC236}">
                    <a16:creationId xmlns:a16="http://schemas.microsoft.com/office/drawing/2014/main" id="{5C69D46B-B846-1284-E3D9-09CDCD0B382C}"/>
                  </a:ext>
                </a:extLst>
              </p:cNvPr>
              <p:cNvSpPr/>
              <p:nvPr/>
            </p:nvSpPr>
            <p:spPr>
              <a:xfrm>
                <a:off x="9433515" y="1435694"/>
                <a:ext cx="2665083" cy="1294059"/>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1400">
                    <a:solidFill>
                      <a:schemeClr val="tx1"/>
                    </a:solidFill>
                  </a:rPr>
                  <a:t>Various </a:t>
                </a:r>
                <a14:m>
                  <m:oMath xmlns:m="http://schemas.openxmlformats.org/officeDocument/2006/math">
                    <m:r>
                      <a:rPr lang="en-GB" sz="1400" b="0" i="1" smtClean="0">
                        <a:solidFill>
                          <a:schemeClr val="tx1"/>
                        </a:solidFill>
                        <a:latin typeface="Cambria Math" panose="02040503050406030204" pitchFamily="18" charset="0"/>
                      </a:rPr>
                      <m:t>𝑓</m:t>
                    </m:r>
                    <m:r>
                      <a:rPr lang="en-GB" sz="1400" b="0" i="1" smtClean="0">
                        <a:solidFill>
                          <a:schemeClr val="tx1"/>
                        </a:solidFill>
                        <a:latin typeface="Cambria Math" panose="02040503050406030204" pitchFamily="18" charset="0"/>
                      </a:rPr>
                      <m:t>(</m:t>
                    </m:r>
                    <m:r>
                      <a:rPr lang="en-GB" sz="1400" b="0" i="1" smtClean="0">
                        <a:solidFill>
                          <a:schemeClr val="tx1"/>
                        </a:solidFill>
                        <a:latin typeface="Cambria Math" panose="02040503050406030204" pitchFamily="18" charset="0"/>
                      </a:rPr>
                      <m:t>𝑧</m:t>
                    </m:r>
                    <m:r>
                      <a:rPr lang="en-GB" sz="1400" b="0" i="1" smtClean="0">
                        <a:solidFill>
                          <a:schemeClr val="tx1"/>
                        </a:solidFill>
                        <a:latin typeface="Cambria Math" panose="02040503050406030204" pitchFamily="18" charset="0"/>
                      </a:rPr>
                      <m:t>)</m:t>
                    </m:r>
                  </m:oMath>
                </a14:m>
                <a:r>
                  <a:rPr lang="en-GB" sz="1400">
                    <a:solidFill>
                      <a:schemeClr val="tx1"/>
                    </a:solidFill>
                  </a:rPr>
                  <a:t> are available:</a:t>
                </a:r>
              </a:p>
              <a:p>
                <a:pPr marL="285750" indent="-285750">
                  <a:buFont typeface="Arial" panose="020B0604020202020204" pitchFamily="34" charset="0"/>
                  <a:buChar char="•"/>
                </a:pPr>
                <a:r>
                  <a:rPr lang="en-GB" sz="1100">
                    <a:solidFill>
                      <a:schemeClr val="tx1"/>
                    </a:solidFill>
                  </a:rPr>
                  <a:t>Rautmann (Boom sprayers)</a:t>
                </a:r>
              </a:p>
              <a:p>
                <a:pPr marL="285750" indent="-285750">
                  <a:buFont typeface="Arial" panose="020B0604020202020204" pitchFamily="34" charset="0"/>
                  <a:buChar char="•"/>
                </a:pPr>
                <a:r>
                  <a:rPr lang="en-GB" sz="1100">
                    <a:solidFill>
                      <a:schemeClr val="tx1"/>
                    </a:solidFill>
                  </a:rPr>
                  <a:t>FOCUS SW (Orchard and Aerial)</a:t>
                </a:r>
              </a:p>
              <a:p>
                <a:pPr marL="285750" indent="-285750">
                  <a:buFont typeface="Arial" panose="020B0604020202020204" pitchFamily="34" charset="0"/>
                  <a:buChar char="•"/>
                </a:pPr>
                <a:r>
                  <a:rPr lang="en-GB" sz="1100">
                    <a:solidFill>
                      <a:schemeClr val="tx1"/>
                    </a:solidFill>
                  </a:rPr>
                  <a:t>EPA </a:t>
                </a:r>
                <a:r>
                  <a:rPr lang="en-GB" sz="1100" err="1">
                    <a:solidFill>
                      <a:schemeClr val="tx1"/>
                    </a:solidFill>
                  </a:rPr>
                  <a:t>AgDrift</a:t>
                </a:r>
                <a:r>
                  <a:rPr lang="en-GB" sz="1100">
                    <a:solidFill>
                      <a:schemeClr val="tx1"/>
                    </a:solidFill>
                  </a:rPr>
                  <a:t> Curves</a:t>
                </a:r>
              </a:p>
              <a:p>
                <a:pPr marL="742950" lvl="1" indent="-285750">
                  <a:buFont typeface="Arial" panose="020B0604020202020204" pitchFamily="34" charset="0"/>
                  <a:buChar char="•"/>
                </a:pPr>
                <a:endParaRPr lang="en-GB" sz="1400">
                  <a:solidFill>
                    <a:schemeClr val="tx1"/>
                  </a:solidFill>
                </a:endParaRPr>
              </a:p>
            </p:txBody>
          </p:sp>
        </mc:Choice>
        <mc:Fallback xmlns="">
          <p:sp>
            <p:nvSpPr>
              <p:cNvPr id="44" name="Rectangle: Rounded Corners 43">
                <a:extLst>
                  <a:ext uri="{FF2B5EF4-FFF2-40B4-BE49-F238E27FC236}">
                    <a16:creationId xmlns:a16="http://schemas.microsoft.com/office/drawing/2014/main" id="{5C69D46B-B846-1284-E3D9-09CDCD0B382C}"/>
                  </a:ext>
                </a:extLst>
              </p:cNvPr>
              <p:cNvSpPr>
                <a:spLocks noRot="1" noChangeAspect="1" noMove="1" noResize="1" noEditPoints="1" noAdjustHandles="1" noChangeArrowheads="1" noChangeShapeType="1" noTextEdit="1"/>
              </p:cNvSpPr>
              <p:nvPr/>
            </p:nvSpPr>
            <p:spPr>
              <a:xfrm>
                <a:off x="9433515" y="1435694"/>
                <a:ext cx="2665083" cy="1294059"/>
              </a:xfrm>
              <a:prstGeom prst="roundRect">
                <a:avLst/>
              </a:prstGeom>
              <a:blipFill>
                <a:blip r:embed="rId12"/>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92780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9" grpId="0"/>
      <p:bldP spid="39" grpId="0"/>
      <p:bldP spid="40" grpId="0"/>
      <p:bldP spid="41" grpId="0"/>
      <p:bldP spid="4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DCD09-2BE3-C1C8-2972-04B9C126CCC3}"/>
              </a:ext>
            </a:extLst>
          </p:cNvPr>
          <p:cNvSpPr>
            <a:spLocks noGrp="1"/>
          </p:cNvSpPr>
          <p:nvPr>
            <p:ph type="title"/>
          </p:nvPr>
        </p:nvSpPr>
        <p:spPr/>
        <p:txBody>
          <a:bodyPr/>
          <a:lstStyle/>
          <a:p>
            <a:r>
              <a:rPr lang="en-GB"/>
              <a:t>Theory – Perpendicular Band, old idea</a:t>
            </a:r>
          </a:p>
        </p:txBody>
      </p:sp>
      <p:sp>
        <p:nvSpPr>
          <p:cNvPr id="3" name="Footer Placeholder 2">
            <a:extLst>
              <a:ext uri="{FF2B5EF4-FFF2-40B4-BE49-F238E27FC236}">
                <a16:creationId xmlns:a16="http://schemas.microsoft.com/office/drawing/2014/main" id="{ABB6C732-9FCF-B1EB-18CC-95DE0CE8AC2B}"/>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9B5ABA39-C0AA-4346-29A0-9CC3673A2FE6}"/>
              </a:ext>
            </a:extLst>
          </p:cNvPr>
          <p:cNvSpPr>
            <a:spLocks noGrp="1"/>
          </p:cNvSpPr>
          <p:nvPr>
            <p:ph type="sldNum" sz="quarter" idx="12"/>
          </p:nvPr>
        </p:nvSpPr>
        <p:spPr/>
        <p:txBody>
          <a:bodyPr/>
          <a:lstStyle/>
          <a:p>
            <a:fld id="{7695D00A-BA34-4D39-8C84-2534822D6434}" type="slidenum">
              <a:rPr lang="en-GB" smtClean="0"/>
              <a:pPr/>
              <a:t>6</a:t>
            </a:fld>
            <a:endParaRPr lang="en-GB"/>
          </a:p>
        </p:txBody>
      </p:sp>
      <p:sp>
        <p:nvSpPr>
          <p:cNvPr id="5" name="Text Placeholder 4">
            <a:extLst>
              <a:ext uri="{FF2B5EF4-FFF2-40B4-BE49-F238E27FC236}">
                <a16:creationId xmlns:a16="http://schemas.microsoft.com/office/drawing/2014/main" id="{44665460-43D4-A32D-6A48-7B7C161BEC6F}"/>
              </a:ext>
            </a:extLst>
          </p:cNvPr>
          <p:cNvSpPr>
            <a:spLocks noGrp="1"/>
          </p:cNvSpPr>
          <p:nvPr>
            <p:ph type="body" sz="quarter" idx="13"/>
          </p:nvPr>
        </p:nvSpPr>
        <p:spPr>
          <a:xfrm>
            <a:off x="304800" y="1581958"/>
            <a:ext cx="5080000" cy="4666441"/>
          </a:xfrm>
        </p:spPr>
        <p:txBody>
          <a:bodyPr/>
          <a:lstStyle/>
          <a:p>
            <a:pPr marL="285750" indent="-285750">
              <a:buFont typeface="Arial" panose="020B0604020202020204" pitchFamily="34" charset="0"/>
              <a:buChar char="•"/>
            </a:pPr>
            <a:r>
              <a:rPr lang="en-GB" dirty="0"/>
              <a:t>Assume diffusion and water movement will lead to spray deposition to water body will be well mixed</a:t>
            </a:r>
            <a:r>
              <a:rPr lang="en-GB" baseline="30000" dirty="0"/>
              <a:t>1</a:t>
            </a:r>
            <a:r>
              <a:rPr lang="en-GB" dirty="0"/>
              <a:t>.</a:t>
            </a:r>
          </a:p>
          <a:p>
            <a:pPr marL="285750" indent="-285750">
              <a:buFont typeface="Arial" panose="020B0604020202020204" pitchFamily="34" charset="0"/>
              <a:buChar char="•"/>
            </a:pPr>
            <a:r>
              <a:rPr lang="en-GB" dirty="0"/>
              <a:t>Scale deposition by % of vertical slice sprayed </a:t>
            </a:r>
          </a:p>
        </p:txBody>
      </p:sp>
      <p:grpSp>
        <p:nvGrpSpPr>
          <p:cNvPr id="6" name="Group 5">
            <a:extLst>
              <a:ext uri="{FF2B5EF4-FFF2-40B4-BE49-F238E27FC236}">
                <a16:creationId xmlns:a16="http://schemas.microsoft.com/office/drawing/2014/main" id="{F8DAC0EF-33EB-24C8-8FEB-E32966EE4375}"/>
              </a:ext>
            </a:extLst>
          </p:cNvPr>
          <p:cNvGrpSpPr/>
          <p:nvPr/>
        </p:nvGrpSpPr>
        <p:grpSpPr>
          <a:xfrm>
            <a:off x="6989071" y="1714499"/>
            <a:ext cx="4150436" cy="4148449"/>
            <a:chOff x="-6953437" y="1061301"/>
            <a:chExt cx="5660746" cy="5658036"/>
          </a:xfrm>
        </p:grpSpPr>
        <p:sp>
          <p:nvSpPr>
            <p:cNvPr id="7" name="Rectangle 6">
              <a:extLst>
                <a:ext uri="{FF2B5EF4-FFF2-40B4-BE49-F238E27FC236}">
                  <a16:creationId xmlns:a16="http://schemas.microsoft.com/office/drawing/2014/main" id="{269BA170-5631-5765-5AB5-189721A7836B}"/>
                </a:ext>
              </a:extLst>
            </p:cNvPr>
            <p:cNvSpPr/>
            <p:nvPr/>
          </p:nvSpPr>
          <p:spPr>
            <a:xfrm>
              <a:off x="-6953436" y="1061301"/>
              <a:ext cx="5658036" cy="565803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 name="Rectangle 7">
              <a:extLst>
                <a:ext uri="{FF2B5EF4-FFF2-40B4-BE49-F238E27FC236}">
                  <a16:creationId xmlns:a16="http://schemas.microsoft.com/office/drawing/2014/main" id="{34D0C7C2-D5ED-085E-9044-C9A2127E2338}"/>
                </a:ext>
              </a:extLst>
            </p:cNvPr>
            <p:cNvSpPr/>
            <p:nvPr/>
          </p:nvSpPr>
          <p:spPr>
            <a:xfrm>
              <a:off x="-1597204" y="1061301"/>
              <a:ext cx="304513" cy="5658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nvGrpSpPr>
            <p:cNvPr id="9" name="Group 8">
              <a:extLst>
                <a:ext uri="{FF2B5EF4-FFF2-40B4-BE49-F238E27FC236}">
                  <a16:creationId xmlns:a16="http://schemas.microsoft.com/office/drawing/2014/main" id="{A868A966-400C-AC23-4222-7B8F2F0B2857}"/>
                </a:ext>
              </a:extLst>
            </p:cNvPr>
            <p:cNvGrpSpPr/>
            <p:nvPr/>
          </p:nvGrpSpPr>
          <p:grpSpPr>
            <a:xfrm rot="16200000">
              <a:off x="-6782129" y="905129"/>
              <a:ext cx="4325943" cy="4668559"/>
              <a:chOff x="-6623287" y="1061301"/>
              <a:chExt cx="4325943" cy="5658036"/>
            </a:xfrm>
          </p:grpSpPr>
          <p:sp>
            <p:nvSpPr>
              <p:cNvPr id="15" name="Rectangle 14">
                <a:extLst>
                  <a:ext uri="{FF2B5EF4-FFF2-40B4-BE49-F238E27FC236}">
                    <a16:creationId xmlns:a16="http://schemas.microsoft.com/office/drawing/2014/main" id="{D9B8CC63-E4F2-E03D-A5CB-2D4EEB40264A}"/>
                  </a:ext>
                </a:extLst>
              </p:cNvPr>
              <p:cNvSpPr/>
              <p:nvPr/>
            </p:nvSpPr>
            <p:spPr>
              <a:xfrm>
                <a:off x="-2894516"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6" name="Rectangle 15">
                <a:extLst>
                  <a:ext uri="{FF2B5EF4-FFF2-40B4-BE49-F238E27FC236}">
                    <a16:creationId xmlns:a16="http://schemas.microsoft.com/office/drawing/2014/main" id="{30449C08-5910-C6DD-6006-EA6A9C90B2FD}"/>
                  </a:ext>
                </a:extLst>
              </p:cNvPr>
              <p:cNvSpPr/>
              <p:nvPr/>
            </p:nvSpPr>
            <p:spPr>
              <a:xfrm>
                <a:off x="-4137439"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7" name="Rectangle 16">
                <a:extLst>
                  <a:ext uri="{FF2B5EF4-FFF2-40B4-BE49-F238E27FC236}">
                    <a16:creationId xmlns:a16="http://schemas.microsoft.com/office/drawing/2014/main" id="{895F39B7-2BD8-E2B1-CB31-C7F5963C00A2}"/>
                  </a:ext>
                </a:extLst>
              </p:cNvPr>
              <p:cNvSpPr/>
              <p:nvPr/>
            </p:nvSpPr>
            <p:spPr>
              <a:xfrm>
                <a:off x="-5380363"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8" name="Rectangle 17">
                <a:extLst>
                  <a:ext uri="{FF2B5EF4-FFF2-40B4-BE49-F238E27FC236}">
                    <a16:creationId xmlns:a16="http://schemas.microsoft.com/office/drawing/2014/main" id="{EF71F4D4-5AC0-B5B4-7ED5-96754277DCEB}"/>
                  </a:ext>
                </a:extLst>
              </p:cNvPr>
              <p:cNvSpPr/>
              <p:nvPr/>
            </p:nvSpPr>
            <p:spPr>
              <a:xfrm>
                <a:off x="-6623287"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10" name="Group 9">
              <a:extLst>
                <a:ext uri="{FF2B5EF4-FFF2-40B4-BE49-F238E27FC236}">
                  <a16:creationId xmlns:a16="http://schemas.microsoft.com/office/drawing/2014/main" id="{066CEA9D-68A8-1DE3-2789-4462A2945445}"/>
                </a:ext>
              </a:extLst>
            </p:cNvPr>
            <p:cNvGrpSpPr/>
            <p:nvPr/>
          </p:nvGrpSpPr>
          <p:grpSpPr>
            <a:xfrm rot="16200000">
              <a:off x="-6774509" y="2168046"/>
              <a:ext cx="4325943" cy="4668559"/>
              <a:chOff x="-6623287" y="1061301"/>
              <a:chExt cx="4325943" cy="5658036"/>
            </a:xfrm>
          </p:grpSpPr>
          <p:sp>
            <p:nvSpPr>
              <p:cNvPr id="11" name="Rectangle 10">
                <a:extLst>
                  <a:ext uri="{FF2B5EF4-FFF2-40B4-BE49-F238E27FC236}">
                    <a16:creationId xmlns:a16="http://schemas.microsoft.com/office/drawing/2014/main" id="{0CA14CDA-FD7C-DAA3-CEBE-D43DED9950DF}"/>
                  </a:ext>
                </a:extLst>
              </p:cNvPr>
              <p:cNvSpPr/>
              <p:nvPr/>
            </p:nvSpPr>
            <p:spPr>
              <a:xfrm>
                <a:off x="-2894516"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2" name="Rectangle 11">
                <a:extLst>
                  <a:ext uri="{FF2B5EF4-FFF2-40B4-BE49-F238E27FC236}">
                    <a16:creationId xmlns:a16="http://schemas.microsoft.com/office/drawing/2014/main" id="{7907901E-0A9F-4FF9-9D52-378611F5D718}"/>
                  </a:ext>
                </a:extLst>
              </p:cNvPr>
              <p:cNvSpPr/>
              <p:nvPr/>
            </p:nvSpPr>
            <p:spPr>
              <a:xfrm>
                <a:off x="-4137439"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3" name="Rectangle 12">
                <a:extLst>
                  <a:ext uri="{FF2B5EF4-FFF2-40B4-BE49-F238E27FC236}">
                    <a16:creationId xmlns:a16="http://schemas.microsoft.com/office/drawing/2014/main" id="{76957A06-32B8-9E47-04C9-643F6FFC83D1}"/>
                  </a:ext>
                </a:extLst>
              </p:cNvPr>
              <p:cNvSpPr/>
              <p:nvPr/>
            </p:nvSpPr>
            <p:spPr>
              <a:xfrm>
                <a:off x="-5380363"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Rectangle 13">
                <a:extLst>
                  <a:ext uri="{FF2B5EF4-FFF2-40B4-BE49-F238E27FC236}">
                    <a16:creationId xmlns:a16="http://schemas.microsoft.com/office/drawing/2014/main" id="{E0163294-B360-77A8-9AE0-08069BBD0E4D}"/>
                  </a:ext>
                </a:extLst>
              </p:cNvPr>
              <p:cNvSpPr/>
              <p:nvPr/>
            </p:nvSpPr>
            <p:spPr>
              <a:xfrm>
                <a:off x="-6623287"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sp>
        <p:nvSpPr>
          <p:cNvPr id="19" name="Left Brace 18">
            <a:extLst>
              <a:ext uri="{FF2B5EF4-FFF2-40B4-BE49-F238E27FC236}">
                <a16:creationId xmlns:a16="http://schemas.microsoft.com/office/drawing/2014/main" id="{5B3B90F7-0A19-22E7-5734-9B143ED1EA82}"/>
              </a:ext>
            </a:extLst>
          </p:cNvPr>
          <p:cNvSpPr/>
          <p:nvPr/>
        </p:nvSpPr>
        <p:spPr>
          <a:xfrm>
            <a:off x="10044670" y="2635557"/>
            <a:ext cx="223267" cy="437845"/>
          </a:xfrm>
          <a:prstGeom prst="leftBrace">
            <a:avLst>
              <a:gd name="adj1" fmla="val 33333"/>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20" name="Left Brace 19">
            <a:extLst>
              <a:ext uri="{FF2B5EF4-FFF2-40B4-BE49-F238E27FC236}">
                <a16:creationId xmlns:a16="http://schemas.microsoft.com/office/drawing/2014/main" id="{74BCF2A7-DEC0-6411-70D0-CB3CA36A6E0D}"/>
              </a:ext>
            </a:extLst>
          </p:cNvPr>
          <p:cNvSpPr/>
          <p:nvPr/>
        </p:nvSpPr>
        <p:spPr>
          <a:xfrm>
            <a:off x="9474344" y="3100504"/>
            <a:ext cx="223268" cy="446926"/>
          </a:xfrm>
          <a:prstGeom prst="leftBrace">
            <a:avLst>
              <a:gd name="adj1" fmla="val 33333"/>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73147C9-FE22-E0F9-8BD7-1E7B7C64D386}"/>
                  </a:ext>
                </a:extLst>
              </p:cNvPr>
              <p:cNvSpPr txBox="1"/>
              <p:nvPr/>
            </p:nvSpPr>
            <p:spPr>
              <a:xfrm>
                <a:off x="9518384" y="2671158"/>
                <a:ext cx="8118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0" i="1" dirty="0" smtClean="0">
                          <a:solidFill>
                            <a:schemeClr val="tx1"/>
                          </a:solidFill>
                          <a:latin typeface="Cambria Math" panose="02040503050406030204" pitchFamily="18" charset="0"/>
                        </a:rPr>
                        <m:t>𝑟</m:t>
                      </m:r>
                    </m:oMath>
                  </m:oMathPara>
                </a14:m>
                <a:endParaRPr lang="en-GB"/>
              </a:p>
            </p:txBody>
          </p:sp>
        </mc:Choice>
        <mc:Fallback xmlns="">
          <p:sp>
            <p:nvSpPr>
              <p:cNvPr id="21" name="TextBox 20">
                <a:extLst>
                  <a:ext uri="{FF2B5EF4-FFF2-40B4-BE49-F238E27FC236}">
                    <a16:creationId xmlns:a16="http://schemas.microsoft.com/office/drawing/2014/main" id="{373147C9-FE22-E0F9-8BD7-1E7B7C64D386}"/>
                  </a:ext>
                </a:extLst>
              </p:cNvPr>
              <p:cNvSpPr txBox="1">
                <a:spLocks noRot="1" noChangeAspect="1" noMove="1" noResize="1" noEditPoints="1" noAdjustHandles="1" noChangeArrowheads="1" noChangeShapeType="1" noTextEdit="1"/>
              </p:cNvSpPr>
              <p:nvPr/>
            </p:nvSpPr>
            <p:spPr>
              <a:xfrm>
                <a:off x="9518384" y="2671158"/>
                <a:ext cx="81187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5F46DAB-364F-7773-68F6-3983F13B65B1}"/>
                  </a:ext>
                </a:extLst>
              </p:cNvPr>
              <p:cNvSpPr txBox="1"/>
              <p:nvPr/>
            </p:nvSpPr>
            <p:spPr>
              <a:xfrm>
                <a:off x="8907765" y="3125125"/>
                <a:ext cx="70517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0" i="1" dirty="0" smtClean="0">
                          <a:solidFill>
                            <a:schemeClr val="tx1"/>
                          </a:solidFill>
                          <a:latin typeface="Cambria Math" panose="02040503050406030204" pitchFamily="18" charset="0"/>
                        </a:rPr>
                        <m:t>𝑖</m:t>
                      </m:r>
                    </m:oMath>
                  </m:oMathPara>
                </a14:m>
                <a:endParaRPr lang="en-GB"/>
              </a:p>
            </p:txBody>
          </p:sp>
        </mc:Choice>
        <mc:Fallback xmlns="">
          <p:sp>
            <p:nvSpPr>
              <p:cNvPr id="22" name="TextBox 21">
                <a:extLst>
                  <a:ext uri="{FF2B5EF4-FFF2-40B4-BE49-F238E27FC236}">
                    <a16:creationId xmlns:a16="http://schemas.microsoft.com/office/drawing/2014/main" id="{65F46DAB-364F-7773-68F6-3983F13B65B1}"/>
                  </a:ext>
                </a:extLst>
              </p:cNvPr>
              <p:cNvSpPr txBox="1">
                <a:spLocks noRot="1" noChangeAspect="1" noMove="1" noResize="1" noEditPoints="1" noAdjustHandles="1" noChangeArrowheads="1" noChangeShapeType="1" noTextEdit="1"/>
              </p:cNvSpPr>
              <p:nvPr/>
            </p:nvSpPr>
            <p:spPr>
              <a:xfrm>
                <a:off x="8907765" y="3125125"/>
                <a:ext cx="70517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85C198F-640F-89E7-40DA-2B98E20DA359}"/>
                  </a:ext>
                </a:extLst>
              </p:cNvPr>
              <p:cNvSpPr txBox="1"/>
              <p:nvPr/>
            </p:nvSpPr>
            <p:spPr>
              <a:xfrm>
                <a:off x="478534" y="3428742"/>
                <a:ext cx="4440487" cy="875588"/>
              </a:xfrm>
              <a:prstGeom prst="rect">
                <a:avLst/>
              </a:prstGeom>
            </p:spPr>
            <p:txBody>
              <a:bodyPr vert="horz" wrap="none" lIns="0" tIns="0" rIns="0" bIns="0" rtlCol="0">
                <a:noAutofit/>
              </a:bodyPr>
              <a:lstStyle/>
              <a:p>
                <a:pPr algn="ctr">
                  <a:spcBef>
                    <a:spcPts val="600"/>
                  </a:spcBef>
                </a:pPr>
                <a14:m>
                  <m:oMathPara xmlns:m="http://schemas.openxmlformats.org/officeDocument/2006/math">
                    <m:oMathParaPr>
                      <m:jc m:val="centerGroup"/>
                    </m:oMathParaPr>
                    <m:oMath xmlns:m="http://schemas.openxmlformats.org/officeDocument/2006/math">
                      <m:acc>
                        <m:accPr>
                          <m:chr m:val="̅"/>
                          <m:ctrlPr>
                            <a:rPr lang="en-GB" sz="2400" i="1" smtClean="0">
                              <a:solidFill>
                                <a:schemeClr val="tx1"/>
                              </a:solidFill>
                              <a:latin typeface="Cambria Math" panose="02040503050406030204" pitchFamily="18" charset="0"/>
                            </a:rPr>
                          </m:ctrlPr>
                        </m:accPr>
                        <m:e>
                          <m:eqArr>
                            <m:eqArrPr>
                              <m:ctrlPr>
                                <a:rPr lang="en-GB" sz="2400" b="0" i="1" smtClean="0">
                                  <a:solidFill>
                                    <a:schemeClr val="tx1"/>
                                  </a:solidFill>
                                  <a:latin typeface="Cambria Math" panose="02040503050406030204" pitchFamily="18" charset="0"/>
                                </a:rPr>
                              </m:ctrlPr>
                            </m:eqArrPr>
                            <m:e>
                              <m:r>
                                <a:rPr lang="en-GB" sz="2400" b="0" i="1" smtClean="0">
                                  <a:solidFill>
                                    <a:schemeClr val="tx1"/>
                                  </a:solidFill>
                                  <a:latin typeface="Cambria Math" panose="02040503050406030204" pitchFamily="18" charset="0"/>
                                </a:rPr>
                                <m:t>𝑃𝑒𝑟𝑝𝑒𝑛𝑑𝑖𝑐𝑢𝑙𝑎𝑟</m:t>
                              </m:r>
                              <m:r>
                                <a:rPr lang="en-GB" sz="2400" b="0" i="1" smtClean="0">
                                  <a:solidFill>
                                    <a:schemeClr val="tx1"/>
                                  </a:solidFill>
                                  <a:latin typeface="Cambria Math" panose="02040503050406030204" pitchFamily="18" charset="0"/>
                                </a:rPr>
                                <m:t> </m:t>
                              </m:r>
                            </m:e>
                            <m:e>
                              <m:r>
                                <a:rPr lang="en-GB" sz="2400" b="0" i="1" smtClean="0">
                                  <a:solidFill>
                                    <a:schemeClr val="tx1"/>
                                  </a:solidFill>
                                  <a:latin typeface="Cambria Math" panose="02040503050406030204" pitchFamily="18" charset="0"/>
                                </a:rPr>
                                <m:t>𝐵𝑎𝑛𝑑𝑒𝑑</m:t>
                              </m:r>
                              <m:r>
                                <a:rPr lang="en-GB" sz="2400" b="0" i="1" smtClean="0">
                                  <a:solidFill>
                                    <a:schemeClr val="tx1"/>
                                  </a:solidFill>
                                  <a:latin typeface="Cambria Math" panose="02040503050406030204" pitchFamily="18" charset="0"/>
                                </a:rPr>
                                <m:t> </m:t>
                              </m:r>
                              <m:r>
                                <a:rPr lang="en-GB" sz="2400" b="0" i="1" smtClean="0">
                                  <a:solidFill>
                                    <a:schemeClr val="tx1"/>
                                  </a:solidFill>
                                  <a:latin typeface="Cambria Math" panose="02040503050406030204" pitchFamily="18" charset="0"/>
                                </a:rPr>
                                <m:t>𝐷𝑟𝑖𝑓𝑡</m:t>
                              </m:r>
                            </m:e>
                          </m:eqArr>
                        </m:e>
                      </m:acc>
                      <m:r>
                        <a:rPr lang="en-GB" sz="2400" b="0" i="1" smtClean="0">
                          <a:solidFill>
                            <a:schemeClr val="tx1"/>
                          </a:solidFill>
                          <a:latin typeface="Cambria Math" panose="02040503050406030204" pitchFamily="18" charset="0"/>
                        </a:rPr>
                        <m:t>=</m:t>
                      </m:r>
                      <m:box>
                        <m:boxPr>
                          <m:ctrlPr>
                            <a:rPr lang="en-GB" sz="2400" b="0" i="1" smtClean="0">
                              <a:solidFill>
                                <a:schemeClr val="tx1"/>
                              </a:solidFill>
                              <a:latin typeface="Cambria Math" panose="02040503050406030204" pitchFamily="18" charset="0"/>
                            </a:rPr>
                          </m:ctrlPr>
                        </m:boxPr>
                        <m:e>
                          <m:argPr>
                            <m:argSz m:val="-1"/>
                          </m:argPr>
                          <m:f>
                            <m:fPr>
                              <m:ctrlPr>
                                <a:rPr lang="en-GB" sz="2400" b="0" i="1" smtClean="0">
                                  <a:solidFill>
                                    <a:schemeClr val="tx1"/>
                                  </a:solidFill>
                                  <a:latin typeface="Cambria Math" panose="02040503050406030204" pitchFamily="18" charset="0"/>
                                </a:rPr>
                              </m:ctrlPr>
                            </m:fPr>
                            <m:num>
                              <m:r>
                                <a:rPr lang="en-GB" sz="2400" b="0" i="1" smtClean="0">
                                  <a:solidFill>
                                    <a:schemeClr val="tx1"/>
                                  </a:solidFill>
                                  <a:latin typeface="Cambria Math" panose="02040503050406030204" pitchFamily="18" charset="0"/>
                                </a:rPr>
                                <m:t>𝑟</m:t>
                              </m:r>
                            </m:num>
                            <m:den>
                              <m:r>
                                <a:rPr lang="en-GB" sz="2400" b="0" i="1" smtClean="0">
                                  <a:solidFill>
                                    <a:schemeClr val="tx1"/>
                                  </a:solidFill>
                                  <a:latin typeface="Cambria Math" panose="02040503050406030204" pitchFamily="18" charset="0"/>
                                </a:rPr>
                                <m:t>𝑟</m:t>
                              </m:r>
                              <m:r>
                                <a:rPr lang="en-GB" sz="2400" b="0" i="1" smtClean="0">
                                  <a:solidFill>
                                    <a:schemeClr val="tx1"/>
                                  </a:solidFill>
                                  <a:latin typeface="Cambria Math" panose="02040503050406030204" pitchFamily="18" charset="0"/>
                                </a:rPr>
                                <m:t>+</m:t>
                              </m:r>
                              <m:r>
                                <a:rPr lang="en-GB" sz="2400" b="0" i="1" smtClean="0">
                                  <a:solidFill>
                                    <a:schemeClr val="tx1"/>
                                  </a:solidFill>
                                  <a:latin typeface="Cambria Math" panose="02040503050406030204" pitchFamily="18" charset="0"/>
                                </a:rPr>
                                <m:t>𝑖</m:t>
                              </m:r>
                            </m:den>
                          </m:f>
                          <m:acc>
                            <m:accPr>
                              <m:chr m:val="̅"/>
                              <m:ctrlPr>
                                <a:rPr lang="en-GB" sz="2400" b="0" i="1" smtClean="0">
                                  <a:solidFill>
                                    <a:schemeClr val="tx1"/>
                                  </a:solidFill>
                                  <a:latin typeface="Cambria Math" panose="02040503050406030204" pitchFamily="18" charset="0"/>
                                </a:rPr>
                              </m:ctrlPr>
                            </m:accPr>
                            <m:e>
                              <m:r>
                                <a:rPr lang="en-GB" sz="2400" b="0" i="1" smtClean="0">
                                  <a:solidFill>
                                    <a:schemeClr val="tx1"/>
                                  </a:solidFill>
                                  <a:latin typeface="Cambria Math" panose="02040503050406030204" pitchFamily="18" charset="0"/>
                                </a:rPr>
                                <m:t>𝐹𝑢𝑙𝑙</m:t>
                              </m:r>
                              <m:r>
                                <a:rPr lang="en-GB" sz="2400" b="0" i="1" smtClean="0">
                                  <a:solidFill>
                                    <a:schemeClr val="tx1"/>
                                  </a:solidFill>
                                  <a:latin typeface="Cambria Math" panose="02040503050406030204" pitchFamily="18" charset="0"/>
                                </a:rPr>
                                <m:t> </m:t>
                              </m:r>
                              <m:r>
                                <a:rPr lang="en-GB" sz="2400" b="0" i="1" smtClean="0">
                                  <a:solidFill>
                                    <a:schemeClr val="tx1"/>
                                  </a:solidFill>
                                  <a:latin typeface="Cambria Math" panose="02040503050406030204" pitchFamily="18" charset="0"/>
                                </a:rPr>
                                <m:t>𝐹𝑖𝑒𝑙𝑑</m:t>
                              </m:r>
                              <m:r>
                                <a:rPr lang="en-GB" sz="2400" b="0" i="1" smtClean="0">
                                  <a:solidFill>
                                    <a:schemeClr val="tx1"/>
                                  </a:solidFill>
                                  <a:latin typeface="Cambria Math" panose="02040503050406030204" pitchFamily="18" charset="0"/>
                                </a:rPr>
                                <m:t> </m:t>
                              </m:r>
                              <m:r>
                                <a:rPr lang="en-GB" sz="2400" b="0" i="1" smtClean="0">
                                  <a:solidFill>
                                    <a:schemeClr val="tx1"/>
                                  </a:solidFill>
                                  <a:latin typeface="Cambria Math" panose="02040503050406030204" pitchFamily="18" charset="0"/>
                                </a:rPr>
                                <m:t>𝐷𝑟𝑖𝑓𝑡</m:t>
                              </m:r>
                            </m:e>
                          </m:acc>
                        </m:e>
                      </m:box>
                    </m:oMath>
                  </m:oMathPara>
                </a14:m>
                <a:endParaRPr lang="en-GB" sz="2800" dirty="0">
                  <a:solidFill>
                    <a:schemeClr val="tx1"/>
                  </a:solidFill>
                </a:endParaRPr>
              </a:p>
              <a:p>
                <a:pPr algn="ctr">
                  <a:spcBef>
                    <a:spcPts val="600"/>
                  </a:spcBef>
                </a:pPr>
                <a:endParaRPr lang="en-GB" sz="2800" dirty="0">
                  <a:solidFill>
                    <a:schemeClr val="tx1"/>
                  </a:solidFill>
                </a:endParaRPr>
              </a:p>
            </p:txBody>
          </p:sp>
        </mc:Choice>
        <mc:Fallback xmlns="">
          <p:sp>
            <p:nvSpPr>
              <p:cNvPr id="23" name="TextBox 22">
                <a:extLst>
                  <a:ext uri="{FF2B5EF4-FFF2-40B4-BE49-F238E27FC236}">
                    <a16:creationId xmlns:a16="http://schemas.microsoft.com/office/drawing/2014/main" id="{A85C198F-640F-89E7-40DA-2B98E20DA359}"/>
                  </a:ext>
                </a:extLst>
              </p:cNvPr>
              <p:cNvSpPr txBox="1">
                <a:spLocks noRot="1" noChangeAspect="1" noMove="1" noResize="1" noEditPoints="1" noAdjustHandles="1" noChangeArrowheads="1" noChangeShapeType="1" noTextEdit="1"/>
              </p:cNvSpPr>
              <p:nvPr/>
            </p:nvSpPr>
            <p:spPr>
              <a:xfrm>
                <a:off x="478534" y="3428742"/>
                <a:ext cx="4440487" cy="875588"/>
              </a:xfrm>
              <a:prstGeom prst="rect">
                <a:avLst/>
              </a:prstGeom>
              <a:blipFill>
                <a:blip r:embed="rId5"/>
                <a:stretch>
                  <a:fillRect r="-192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4C29C49-7502-574D-5C63-998F48ECF9A8}"/>
                  </a:ext>
                </a:extLst>
              </p:cNvPr>
              <p:cNvSpPr txBox="1"/>
              <p:nvPr/>
            </p:nvSpPr>
            <p:spPr>
              <a:xfrm>
                <a:off x="7798745" y="2898308"/>
                <a:ext cx="949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0" i="1" dirty="0" smtClean="0">
                          <a:solidFill>
                            <a:schemeClr val="tx1"/>
                          </a:solidFill>
                          <a:latin typeface="Cambria Math" panose="02040503050406030204" pitchFamily="18" charset="0"/>
                        </a:rPr>
                        <m:t>𝑟</m:t>
                      </m:r>
                      <m:r>
                        <a:rPr lang="en-GB" sz="1800" b="0" i="1" dirty="0" smtClean="0">
                          <a:solidFill>
                            <a:schemeClr val="tx1"/>
                          </a:solidFill>
                          <a:latin typeface="Cambria Math" panose="02040503050406030204" pitchFamily="18" charset="0"/>
                        </a:rPr>
                        <m:t>+</m:t>
                      </m:r>
                      <m:r>
                        <a:rPr lang="en-GB" sz="1800" b="0" i="1" dirty="0" smtClean="0">
                          <a:solidFill>
                            <a:schemeClr val="tx1"/>
                          </a:solidFill>
                          <a:latin typeface="Cambria Math" panose="02040503050406030204" pitchFamily="18" charset="0"/>
                        </a:rPr>
                        <m:t>𝑖</m:t>
                      </m:r>
                    </m:oMath>
                  </m:oMathPara>
                </a14:m>
                <a:endParaRPr lang="en-GB"/>
              </a:p>
            </p:txBody>
          </p:sp>
        </mc:Choice>
        <mc:Fallback xmlns="">
          <p:sp>
            <p:nvSpPr>
              <p:cNvPr id="25" name="TextBox 24">
                <a:extLst>
                  <a:ext uri="{FF2B5EF4-FFF2-40B4-BE49-F238E27FC236}">
                    <a16:creationId xmlns:a16="http://schemas.microsoft.com/office/drawing/2014/main" id="{24C29C49-7502-574D-5C63-998F48ECF9A8}"/>
                  </a:ext>
                </a:extLst>
              </p:cNvPr>
              <p:cNvSpPr txBox="1">
                <a:spLocks noRot="1" noChangeAspect="1" noMove="1" noResize="1" noEditPoints="1" noAdjustHandles="1" noChangeArrowheads="1" noChangeShapeType="1" noTextEdit="1"/>
              </p:cNvSpPr>
              <p:nvPr/>
            </p:nvSpPr>
            <p:spPr>
              <a:xfrm>
                <a:off x="7798745" y="2898308"/>
                <a:ext cx="949000" cy="369332"/>
              </a:xfrm>
              <a:prstGeom prst="rect">
                <a:avLst/>
              </a:prstGeom>
              <a:blipFill>
                <a:blip r:embed="rId6"/>
                <a:stretch>
                  <a:fillRect/>
                </a:stretch>
              </a:blipFill>
            </p:spPr>
            <p:txBody>
              <a:bodyPr/>
              <a:lstStyle/>
              <a:p>
                <a:r>
                  <a:rPr lang="en-US">
                    <a:noFill/>
                  </a:rPr>
                  <a:t> </a:t>
                </a:r>
              </a:p>
            </p:txBody>
          </p:sp>
        </mc:Fallback>
      </mc:AlternateContent>
      <p:sp>
        <p:nvSpPr>
          <p:cNvPr id="26" name="Left Brace 25">
            <a:extLst>
              <a:ext uri="{FF2B5EF4-FFF2-40B4-BE49-F238E27FC236}">
                <a16:creationId xmlns:a16="http://schemas.microsoft.com/office/drawing/2014/main" id="{EE895A6C-B3AC-E9B2-A6D7-1B6874E9D08B}"/>
              </a:ext>
            </a:extLst>
          </p:cNvPr>
          <p:cNvSpPr/>
          <p:nvPr/>
        </p:nvSpPr>
        <p:spPr>
          <a:xfrm>
            <a:off x="8674243" y="2671158"/>
            <a:ext cx="276869" cy="876272"/>
          </a:xfrm>
          <a:prstGeom prst="leftBrace">
            <a:avLst>
              <a:gd name="adj1" fmla="val 33333"/>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27" name="TextBox 26">
            <a:extLst>
              <a:ext uri="{FF2B5EF4-FFF2-40B4-BE49-F238E27FC236}">
                <a16:creationId xmlns:a16="http://schemas.microsoft.com/office/drawing/2014/main" id="{798B0C06-807D-29AE-7802-96D00ECAF745}"/>
              </a:ext>
            </a:extLst>
          </p:cNvPr>
          <p:cNvSpPr txBox="1"/>
          <p:nvPr/>
        </p:nvSpPr>
        <p:spPr>
          <a:xfrm>
            <a:off x="3467100" y="6500138"/>
            <a:ext cx="914400" cy="914400"/>
          </a:xfrm>
          <a:prstGeom prst="rect">
            <a:avLst/>
          </a:prstGeom>
        </p:spPr>
        <p:txBody>
          <a:bodyPr vert="horz" wrap="none" lIns="0" tIns="0" rIns="0" bIns="0" rtlCol="0">
            <a:noAutofit/>
          </a:bodyPr>
          <a:lstStyle/>
          <a:p>
            <a:pPr algn="l">
              <a:spcBef>
                <a:spcPts val="600"/>
              </a:spcBef>
            </a:pPr>
            <a:r>
              <a:rPr lang="en-GB" sz="1400" baseline="30000"/>
              <a:t>1</a:t>
            </a:r>
            <a:r>
              <a:rPr lang="en-GB" sz="1400"/>
              <a:t> This is not a perfect assumption, as shown in Bayer’s presentation</a:t>
            </a:r>
          </a:p>
        </p:txBody>
      </p:sp>
    </p:spTree>
    <p:extLst>
      <p:ext uri="{BB962C8B-B14F-4D97-AF65-F5344CB8AC3E}">
        <p14:creationId xmlns:p14="http://schemas.microsoft.com/office/powerpoint/2010/main" val="2592295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6D41F-ACA6-7538-F40B-554ADDDC4983}"/>
              </a:ext>
            </a:extLst>
          </p:cNvPr>
          <p:cNvSpPr>
            <a:spLocks noGrp="1"/>
          </p:cNvSpPr>
          <p:nvPr>
            <p:ph type="title"/>
          </p:nvPr>
        </p:nvSpPr>
        <p:spPr/>
        <p:txBody>
          <a:bodyPr/>
          <a:lstStyle/>
          <a:p>
            <a:r>
              <a:rPr lang="en-GB"/>
              <a:t>Theory – Parallel Bands, Novel Idea</a:t>
            </a:r>
          </a:p>
        </p:txBody>
      </p:sp>
      <p:sp>
        <p:nvSpPr>
          <p:cNvPr id="3" name="Footer Placeholder 2">
            <a:extLst>
              <a:ext uri="{FF2B5EF4-FFF2-40B4-BE49-F238E27FC236}">
                <a16:creationId xmlns:a16="http://schemas.microsoft.com/office/drawing/2014/main" id="{61243C10-A059-FC00-7173-903AE07D1ED5}"/>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146D1A3C-8876-9A6B-1BFE-10543F61AAF4}"/>
              </a:ext>
            </a:extLst>
          </p:cNvPr>
          <p:cNvSpPr>
            <a:spLocks noGrp="1"/>
          </p:cNvSpPr>
          <p:nvPr>
            <p:ph type="sldNum" sz="quarter" idx="12"/>
          </p:nvPr>
        </p:nvSpPr>
        <p:spPr/>
        <p:txBody>
          <a:bodyPr/>
          <a:lstStyle/>
          <a:p>
            <a:fld id="{7695D00A-BA34-4D39-8C84-2534822D6434}" type="slidenum">
              <a:rPr lang="en-GB" smtClean="0"/>
              <a:pPr/>
              <a:t>7</a:t>
            </a:fld>
            <a:endParaRPr lang="en-GB"/>
          </a:p>
        </p:txBody>
      </p:sp>
      <p:grpSp>
        <p:nvGrpSpPr>
          <p:cNvPr id="24" name="Group 23">
            <a:extLst>
              <a:ext uri="{FF2B5EF4-FFF2-40B4-BE49-F238E27FC236}">
                <a16:creationId xmlns:a16="http://schemas.microsoft.com/office/drawing/2014/main" id="{301D813A-9B51-1CC3-6CE6-02E545949777}"/>
              </a:ext>
            </a:extLst>
          </p:cNvPr>
          <p:cNvGrpSpPr/>
          <p:nvPr/>
        </p:nvGrpSpPr>
        <p:grpSpPr>
          <a:xfrm>
            <a:off x="199566" y="846448"/>
            <a:ext cx="3435458" cy="3433814"/>
            <a:chOff x="199566" y="1656073"/>
            <a:chExt cx="3435458" cy="3433814"/>
          </a:xfrm>
        </p:grpSpPr>
        <p:sp>
          <p:nvSpPr>
            <p:cNvPr id="7" name="Rectangle 6">
              <a:extLst>
                <a:ext uri="{FF2B5EF4-FFF2-40B4-BE49-F238E27FC236}">
                  <a16:creationId xmlns:a16="http://schemas.microsoft.com/office/drawing/2014/main" id="{E22C989B-1E64-48A4-5EF8-7929408CDEF4}"/>
                </a:ext>
              </a:extLst>
            </p:cNvPr>
            <p:cNvSpPr/>
            <p:nvPr/>
          </p:nvSpPr>
          <p:spPr>
            <a:xfrm>
              <a:off x="199566" y="1656073"/>
              <a:ext cx="3433815" cy="343381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 name="Rectangle 7">
              <a:extLst>
                <a:ext uri="{FF2B5EF4-FFF2-40B4-BE49-F238E27FC236}">
                  <a16:creationId xmlns:a16="http://schemas.microsoft.com/office/drawing/2014/main" id="{02517E43-FBA0-02B8-719C-418B0619CC22}"/>
                </a:ext>
              </a:extLst>
            </p:cNvPr>
            <p:cNvSpPr/>
            <p:nvPr/>
          </p:nvSpPr>
          <p:spPr>
            <a:xfrm>
              <a:off x="3450218" y="1656073"/>
              <a:ext cx="184806" cy="34338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 name="Rectangle 8">
              <a:extLst>
                <a:ext uri="{FF2B5EF4-FFF2-40B4-BE49-F238E27FC236}">
                  <a16:creationId xmlns:a16="http://schemas.microsoft.com/office/drawing/2014/main" id="{EDDD4022-63FD-C86D-22A8-850A0C5A2B60}"/>
                </a:ext>
              </a:extLst>
            </p:cNvPr>
            <p:cNvSpPr/>
            <p:nvPr/>
          </p:nvSpPr>
          <p:spPr>
            <a:xfrm>
              <a:off x="199566" y="1656073"/>
              <a:ext cx="2825743" cy="343381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2">
                    <a:lumMod val="50000"/>
                  </a:schemeClr>
                </a:solidFill>
              </a:endParaRPr>
            </a:p>
          </p:txBody>
        </p:sp>
      </p:grpSp>
      <p:sp>
        <p:nvSpPr>
          <p:cNvPr id="27" name="TextBox 26">
            <a:extLst>
              <a:ext uri="{FF2B5EF4-FFF2-40B4-BE49-F238E27FC236}">
                <a16:creationId xmlns:a16="http://schemas.microsoft.com/office/drawing/2014/main" id="{879622B5-70B9-28F8-48EA-D778D2CDC0E5}"/>
              </a:ext>
            </a:extLst>
          </p:cNvPr>
          <p:cNvSpPr txBox="1"/>
          <p:nvPr/>
        </p:nvSpPr>
        <p:spPr>
          <a:xfrm>
            <a:off x="195070" y="4392348"/>
            <a:ext cx="914400" cy="914400"/>
          </a:xfrm>
          <a:prstGeom prst="rect">
            <a:avLst/>
          </a:prstGeom>
        </p:spPr>
        <p:txBody>
          <a:bodyPr vert="horz" wrap="none" lIns="0" tIns="0" rIns="0" bIns="0" rtlCol="0">
            <a:noAutofit/>
          </a:bodyPr>
          <a:lstStyle/>
          <a:p>
            <a:pPr algn="l">
              <a:spcBef>
                <a:spcPts val="600"/>
              </a:spcBef>
            </a:pPr>
            <a:r>
              <a:rPr lang="en-GB" sz="1400"/>
              <a:t>Broadcast Application (Full Field)</a:t>
            </a:r>
          </a:p>
        </p:txBody>
      </p:sp>
      <p:grpSp>
        <p:nvGrpSpPr>
          <p:cNvPr id="30" name="Group 29">
            <a:extLst>
              <a:ext uri="{FF2B5EF4-FFF2-40B4-BE49-F238E27FC236}">
                <a16:creationId xmlns:a16="http://schemas.microsoft.com/office/drawing/2014/main" id="{2459D9AF-8F57-064A-F780-E24DF2DD9F27}"/>
              </a:ext>
            </a:extLst>
          </p:cNvPr>
          <p:cNvGrpSpPr/>
          <p:nvPr/>
        </p:nvGrpSpPr>
        <p:grpSpPr>
          <a:xfrm>
            <a:off x="3723826" y="846448"/>
            <a:ext cx="8279887" cy="4460300"/>
            <a:chOff x="3723826" y="1656073"/>
            <a:chExt cx="8279887" cy="4460300"/>
          </a:xfrm>
        </p:grpSpPr>
        <p:grpSp>
          <p:nvGrpSpPr>
            <p:cNvPr id="23" name="Group 22">
              <a:extLst>
                <a:ext uri="{FF2B5EF4-FFF2-40B4-BE49-F238E27FC236}">
                  <a16:creationId xmlns:a16="http://schemas.microsoft.com/office/drawing/2014/main" id="{5CB76F83-19A1-0DE4-F78E-9C2AFCF9E63F}"/>
                </a:ext>
              </a:extLst>
            </p:cNvPr>
            <p:cNvGrpSpPr/>
            <p:nvPr/>
          </p:nvGrpSpPr>
          <p:grpSpPr>
            <a:xfrm>
              <a:off x="8569897" y="1656073"/>
              <a:ext cx="3433816" cy="3432173"/>
              <a:chOff x="742764" y="6858000"/>
              <a:chExt cx="5660745" cy="5658036"/>
            </a:xfrm>
          </p:grpSpPr>
          <p:sp>
            <p:nvSpPr>
              <p:cNvPr id="16" name="Rectangle 15">
                <a:extLst>
                  <a:ext uri="{FF2B5EF4-FFF2-40B4-BE49-F238E27FC236}">
                    <a16:creationId xmlns:a16="http://schemas.microsoft.com/office/drawing/2014/main" id="{FD3F293A-86C3-3FE3-6EEA-16F6149280F4}"/>
                  </a:ext>
                </a:extLst>
              </p:cNvPr>
              <p:cNvSpPr/>
              <p:nvPr/>
            </p:nvSpPr>
            <p:spPr>
              <a:xfrm>
                <a:off x="742764" y="6858000"/>
                <a:ext cx="5658036" cy="565803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7" name="Rectangle 16">
                <a:extLst>
                  <a:ext uri="{FF2B5EF4-FFF2-40B4-BE49-F238E27FC236}">
                    <a16:creationId xmlns:a16="http://schemas.microsoft.com/office/drawing/2014/main" id="{BC6F64DD-0557-D61F-C478-F93288CCE0DD}"/>
                  </a:ext>
                </a:extLst>
              </p:cNvPr>
              <p:cNvSpPr/>
              <p:nvPr/>
            </p:nvSpPr>
            <p:spPr>
              <a:xfrm>
                <a:off x="6098996" y="6858000"/>
                <a:ext cx="304513" cy="5658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8" name="Rectangle 17">
                <a:extLst>
                  <a:ext uri="{FF2B5EF4-FFF2-40B4-BE49-F238E27FC236}">
                    <a16:creationId xmlns:a16="http://schemas.microsoft.com/office/drawing/2014/main" id="{42FC608B-7D88-301D-200F-0F7A64818878}"/>
                  </a:ext>
                </a:extLst>
              </p:cNvPr>
              <p:cNvSpPr/>
              <p:nvPr/>
            </p:nvSpPr>
            <p:spPr>
              <a:xfrm>
                <a:off x="4801684"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19" name="Group 18">
              <a:extLst>
                <a:ext uri="{FF2B5EF4-FFF2-40B4-BE49-F238E27FC236}">
                  <a16:creationId xmlns:a16="http://schemas.microsoft.com/office/drawing/2014/main" id="{E5B4D19E-2F5C-3D54-5EF3-EE78766094F7}"/>
                </a:ext>
              </a:extLst>
            </p:cNvPr>
            <p:cNvGrpSpPr/>
            <p:nvPr/>
          </p:nvGrpSpPr>
          <p:grpSpPr>
            <a:xfrm>
              <a:off x="4385553" y="1656073"/>
              <a:ext cx="3433816" cy="3432173"/>
              <a:chOff x="742764" y="12969486"/>
              <a:chExt cx="5660745" cy="5658036"/>
            </a:xfrm>
          </p:grpSpPr>
          <p:sp>
            <p:nvSpPr>
              <p:cNvPr id="20" name="Rectangle 19">
                <a:extLst>
                  <a:ext uri="{FF2B5EF4-FFF2-40B4-BE49-F238E27FC236}">
                    <a16:creationId xmlns:a16="http://schemas.microsoft.com/office/drawing/2014/main" id="{02C34D3C-F80B-6F0F-95A0-1C542F273993}"/>
                  </a:ext>
                </a:extLst>
              </p:cNvPr>
              <p:cNvSpPr/>
              <p:nvPr/>
            </p:nvSpPr>
            <p:spPr>
              <a:xfrm>
                <a:off x="742764" y="12969486"/>
                <a:ext cx="5658036" cy="565803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1" name="Rectangle 20">
                <a:extLst>
                  <a:ext uri="{FF2B5EF4-FFF2-40B4-BE49-F238E27FC236}">
                    <a16:creationId xmlns:a16="http://schemas.microsoft.com/office/drawing/2014/main" id="{A0469F20-022E-8C89-945F-2E7A16A74E8D}"/>
                  </a:ext>
                </a:extLst>
              </p:cNvPr>
              <p:cNvSpPr/>
              <p:nvPr/>
            </p:nvSpPr>
            <p:spPr>
              <a:xfrm>
                <a:off x="6098996" y="12969486"/>
                <a:ext cx="304513" cy="5658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2" name="Rectangle 21">
                <a:extLst>
                  <a:ext uri="{FF2B5EF4-FFF2-40B4-BE49-F238E27FC236}">
                    <a16:creationId xmlns:a16="http://schemas.microsoft.com/office/drawing/2014/main" id="{B97CA665-7F06-74C4-6DC3-C124AD571006}"/>
                  </a:ext>
                </a:extLst>
              </p:cNvPr>
              <p:cNvSpPr/>
              <p:nvPr/>
            </p:nvSpPr>
            <p:spPr>
              <a:xfrm>
                <a:off x="742764" y="12969486"/>
                <a:ext cx="4058920"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sp>
          <p:nvSpPr>
            <p:cNvPr id="25" name="Equals 24">
              <a:extLst>
                <a:ext uri="{FF2B5EF4-FFF2-40B4-BE49-F238E27FC236}">
                  <a16:creationId xmlns:a16="http://schemas.microsoft.com/office/drawing/2014/main" id="{C6EF6F41-FB22-10C3-CD65-69B71D53C9D2}"/>
                </a:ext>
              </a:extLst>
            </p:cNvPr>
            <p:cNvSpPr/>
            <p:nvPr/>
          </p:nvSpPr>
          <p:spPr>
            <a:xfrm>
              <a:off x="3723826" y="3086409"/>
              <a:ext cx="542925" cy="571500"/>
            </a:xfrm>
            <a:prstGeom prst="mathEqual">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6" name="Plus Sign 25">
              <a:extLst>
                <a:ext uri="{FF2B5EF4-FFF2-40B4-BE49-F238E27FC236}">
                  <a16:creationId xmlns:a16="http://schemas.microsoft.com/office/drawing/2014/main" id="{C46322BC-FA7A-3120-674B-73F5F2D42579}"/>
                </a:ext>
              </a:extLst>
            </p:cNvPr>
            <p:cNvSpPr/>
            <p:nvPr/>
          </p:nvSpPr>
          <p:spPr>
            <a:xfrm>
              <a:off x="7920689" y="3043546"/>
              <a:ext cx="581025" cy="657225"/>
            </a:xfrm>
            <a:prstGeom prst="mathPlus">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8" name="TextBox 27">
              <a:extLst>
                <a:ext uri="{FF2B5EF4-FFF2-40B4-BE49-F238E27FC236}">
                  <a16:creationId xmlns:a16="http://schemas.microsoft.com/office/drawing/2014/main" id="{4F35E667-58C0-DC36-57F0-540060BB6237}"/>
                </a:ext>
              </a:extLst>
            </p:cNvPr>
            <p:cNvSpPr txBox="1"/>
            <p:nvPr/>
          </p:nvSpPr>
          <p:spPr>
            <a:xfrm>
              <a:off x="4385553" y="5201973"/>
              <a:ext cx="914400" cy="914400"/>
            </a:xfrm>
            <a:prstGeom prst="rect">
              <a:avLst/>
            </a:prstGeom>
          </p:spPr>
          <p:txBody>
            <a:bodyPr vert="horz" wrap="none" lIns="0" tIns="0" rIns="0" bIns="0" rtlCol="0">
              <a:noAutofit/>
            </a:bodyPr>
            <a:lstStyle/>
            <a:p>
              <a:pPr algn="l">
                <a:spcBef>
                  <a:spcPts val="600"/>
                </a:spcBef>
              </a:pPr>
              <a:r>
                <a:rPr lang="en-GB" sz="1400"/>
                <a:t>Broadcast Application (Offset by row width r)</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70F3215-25DE-83FA-D285-12ED2911BAA9}"/>
                    </a:ext>
                  </a:extLst>
                </p:cNvPr>
                <p:cNvSpPr txBox="1"/>
                <p:nvPr/>
              </p:nvSpPr>
              <p:spPr>
                <a:xfrm>
                  <a:off x="8569897" y="5201973"/>
                  <a:ext cx="914400" cy="914400"/>
                </a:xfrm>
                <a:prstGeom prst="rect">
                  <a:avLst/>
                </a:prstGeom>
              </p:spPr>
              <p:txBody>
                <a:bodyPr vert="horz" wrap="none" lIns="0" tIns="0" rIns="0" bIns="0" rtlCol="0">
                  <a:noAutofit/>
                </a:bodyPr>
                <a:lstStyle/>
                <a:p>
                  <a:pPr algn="l">
                    <a:spcBef>
                      <a:spcPts val="600"/>
                    </a:spcBef>
                  </a:pPr>
                  <a:r>
                    <a:rPr lang="en-GB" sz="1400"/>
                    <a:t>Single Band (fixed row width </a:t>
                  </a:r>
                  <a14:m>
                    <m:oMath xmlns:m="http://schemas.openxmlformats.org/officeDocument/2006/math">
                      <m:r>
                        <a:rPr lang="en-GB" sz="1400" b="0" i="1" smtClean="0">
                          <a:latin typeface="Cambria Math" panose="02040503050406030204" pitchFamily="18" charset="0"/>
                        </a:rPr>
                        <m:t>𝑟</m:t>
                      </m:r>
                    </m:oMath>
                  </a14:m>
                  <a:r>
                    <a:rPr lang="en-GB" sz="1400"/>
                    <a:t>)</a:t>
                  </a:r>
                </a:p>
              </p:txBody>
            </p:sp>
          </mc:Choice>
          <mc:Fallback xmlns="">
            <p:sp>
              <p:nvSpPr>
                <p:cNvPr id="29" name="TextBox 28">
                  <a:extLst>
                    <a:ext uri="{FF2B5EF4-FFF2-40B4-BE49-F238E27FC236}">
                      <a16:creationId xmlns:a16="http://schemas.microsoft.com/office/drawing/2014/main" id="{C70F3215-25DE-83FA-D285-12ED2911BAA9}"/>
                    </a:ext>
                  </a:extLst>
                </p:cNvPr>
                <p:cNvSpPr txBox="1">
                  <a:spLocks noRot="1" noChangeAspect="1" noMove="1" noResize="1" noEditPoints="1" noAdjustHandles="1" noChangeArrowheads="1" noChangeShapeType="1" noTextEdit="1"/>
                </p:cNvSpPr>
                <p:nvPr/>
              </p:nvSpPr>
              <p:spPr>
                <a:xfrm>
                  <a:off x="8569897" y="5201973"/>
                  <a:ext cx="914400" cy="914400"/>
                </a:xfrm>
                <a:prstGeom prst="rect">
                  <a:avLst/>
                </a:prstGeom>
                <a:blipFill>
                  <a:blip r:embed="rId3"/>
                  <a:stretch>
                    <a:fillRect l="-12000" t="-6667" r="-1780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E5581DE-3196-AB9F-C7AC-119E8A4C34E8}"/>
                  </a:ext>
                </a:extLst>
              </p:cNvPr>
              <p:cNvSpPr txBox="1"/>
              <p:nvPr/>
            </p:nvSpPr>
            <p:spPr>
              <a:xfrm>
                <a:off x="902625" y="4681792"/>
                <a:ext cx="1752181" cy="49740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tx1"/>
                            </a:solidFill>
                            <a:latin typeface="Cambria Math" panose="02040503050406030204" pitchFamily="18" charset="0"/>
                          </a:rPr>
                        </m:ctrlPr>
                      </m:accPr>
                      <m:e>
                        <m:r>
                          <a:rPr lang="en-GB" sz="2800" b="0" i="1" smtClean="0">
                            <a:solidFill>
                              <a:schemeClr val="tx1"/>
                            </a:solidFill>
                            <a:latin typeface="Cambria Math" panose="02040503050406030204" pitchFamily="18" charset="0"/>
                          </a:rPr>
                          <m:t>𝐷𝑟𝑖𝑓𝑡</m:t>
                        </m:r>
                      </m:e>
                    </m:acc>
                  </m:oMath>
                </a14:m>
                <a:r>
                  <a:rPr lang="en-GB" sz="2800" b="0" i="1">
                    <a:solidFill>
                      <a:schemeClr val="tx1"/>
                    </a:solidFill>
                    <a:latin typeface="Cambria Math" panose="02040503050406030204" pitchFamily="18" charset="0"/>
                  </a:rPr>
                  <a:t> = </a:t>
                </a:r>
                <a14:m>
                  <m:oMath xmlns:m="http://schemas.openxmlformats.org/officeDocument/2006/math">
                    <m:nary>
                      <m:naryPr>
                        <m:ctrlPr>
                          <a:rPr lang="en-GB" sz="2800" b="0" i="1" smtClean="0">
                            <a:solidFill>
                              <a:schemeClr val="tx1"/>
                            </a:solidFill>
                            <a:latin typeface="Cambria Math" panose="02040503050406030204" pitchFamily="18" charset="0"/>
                          </a:rPr>
                        </m:ctrlPr>
                      </m:naryPr>
                      <m:sub>
                        <m:r>
                          <m:rPr>
                            <m:brk m:alnAt="23"/>
                          </m:rPr>
                          <a:rPr lang="en-GB" sz="2800" b="0" i="1" smtClean="0">
                            <a:solidFill>
                              <a:schemeClr val="tx1"/>
                            </a:solidFill>
                            <a:latin typeface="Cambria Math" panose="02040503050406030204" pitchFamily="18" charset="0"/>
                          </a:rPr>
                          <m:t>𝑎</m:t>
                        </m:r>
                      </m:sub>
                      <m:sup>
                        <m:r>
                          <a:rPr lang="en-GB" sz="2800" b="0" i="1" smtClean="0">
                            <a:solidFill>
                              <a:schemeClr val="tx1"/>
                            </a:solidFill>
                            <a:latin typeface="Cambria Math" panose="02040503050406030204" pitchFamily="18" charset="0"/>
                          </a:rPr>
                          <m:t>𝑏</m:t>
                        </m:r>
                      </m:sup>
                      <m:e>
                        <m:r>
                          <a:rPr lang="en-GB" sz="2800" b="0" i="1" smtClean="0">
                            <a:solidFill>
                              <a:schemeClr val="tx1"/>
                            </a:solidFill>
                            <a:latin typeface="Cambria Math" panose="02040503050406030204" pitchFamily="18" charset="0"/>
                          </a:rPr>
                          <m:t>𝑓</m:t>
                        </m:r>
                        <m:d>
                          <m:dPr>
                            <m:ctrlPr>
                              <a:rPr lang="en-GB" sz="2800" b="0" i="1" smtClean="0">
                                <a:solidFill>
                                  <a:schemeClr val="tx1"/>
                                </a:solidFill>
                                <a:latin typeface="Cambria Math" panose="02040503050406030204" pitchFamily="18" charset="0"/>
                              </a:rPr>
                            </m:ctrlPr>
                          </m:dPr>
                          <m:e>
                            <m:r>
                              <a:rPr lang="en-GB" sz="2800" b="0" i="1" smtClean="0">
                                <a:solidFill>
                                  <a:schemeClr val="tx1"/>
                                </a:solidFill>
                                <a:latin typeface="Cambria Math" panose="02040503050406030204" pitchFamily="18" charset="0"/>
                              </a:rPr>
                              <m:t>𝑧</m:t>
                            </m:r>
                          </m:e>
                        </m:d>
                        <m:r>
                          <a:rPr lang="en-GB" sz="2800" b="0" i="1" smtClean="0">
                            <a:solidFill>
                              <a:schemeClr val="tx1"/>
                            </a:solidFill>
                            <a:latin typeface="Cambria Math" panose="02040503050406030204" pitchFamily="18" charset="0"/>
                          </a:rPr>
                          <m:t>𝑑𝑧</m:t>
                        </m:r>
                      </m:e>
                    </m:nary>
                  </m:oMath>
                </a14:m>
                <a:endParaRPr lang="en-GB" sz="2800" err="1">
                  <a:solidFill>
                    <a:schemeClr val="tx1"/>
                  </a:solidFill>
                </a:endParaRPr>
              </a:p>
            </p:txBody>
          </p:sp>
        </mc:Choice>
        <mc:Fallback xmlns="">
          <p:sp>
            <p:nvSpPr>
              <p:cNvPr id="31" name="TextBox 30">
                <a:extLst>
                  <a:ext uri="{FF2B5EF4-FFF2-40B4-BE49-F238E27FC236}">
                    <a16:creationId xmlns:a16="http://schemas.microsoft.com/office/drawing/2014/main" id="{AE5581DE-3196-AB9F-C7AC-119E8A4C34E8}"/>
                  </a:ext>
                </a:extLst>
              </p:cNvPr>
              <p:cNvSpPr txBox="1">
                <a:spLocks noRot="1" noChangeAspect="1" noMove="1" noResize="1" noEditPoints="1" noAdjustHandles="1" noChangeArrowheads="1" noChangeShapeType="1" noTextEdit="1"/>
              </p:cNvSpPr>
              <p:nvPr/>
            </p:nvSpPr>
            <p:spPr>
              <a:xfrm>
                <a:off x="902625" y="4681792"/>
                <a:ext cx="1752181" cy="497403"/>
              </a:xfrm>
              <a:prstGeom prst="rect">
                <a:avLst/>
              </a:prstGeom>
              <a:blipFill>
                <a:blip r:embed="rId4"/>
                <a:stretch>
                  <a:fillRect l="-29965" t="-3659" r="-29268" b="-475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3DC0AC4-C087-901F-D804-5103044D1A7F}"/>
                  </a:ext>
                </a:extLst>
              </p:cNvPr>
              <p:cNvSpPr txBox="1"/>
              <p:nvPr/>
            </p:nvSpPr>
            <p:spPr>
              <a:xfrm>
                <a:off x="5160300" y="4680151"/>
                <a:ext cx="1752181" cy="49740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tx1"/>
                            </a:solidFill>
                            <a:latin typeface="Cambria Math" panose="02040503050406030204" pitchFamily="18" charset="0"/>
                          </a:rPr>
                        </m:ctrlPr>
                      </m:accPr>
                      <m:e>
                        <m:r>
                          <a:rPr lang="en-GB" sz="2800" b="0" i="1" smtClean="0">
                            <a:solidFill>
                              <a:schemeClr val="tx1"/>
                            </a:solidFill>
                            <a:latin typeface="Cambria Math" panose="02040503050406030204" pitchFamily="18" charset="0"/>
                          </a:rPr>
                          <m:t>𝐷𝑟𝑖𝑓𝑡</m:t>
                        </m:r>
                      </m:e>
                    </m:acc>
                  </m:oMath>
                </a14:m>
                <a:r>
                  <a:rPr lang="en-GB" sz="2800" b="0" i="1">
                    <a:solidFill>
                      <a:schemeClr val="tx1"/>
                    </a:solidFill>
                    <a:latin typeface="Cambria Math" panose="02040503050406030204" pitchFamily="18" charset="0"/>
                  </a:rPr>
                  <a:t> = </a:t>
                </a:r>
                <a14:m>
                  <m:oMath xmlns:m="http://schemas.openxmlformats.org/officeDocument/2006/math">
                    <m:nary>
                      <m:naryPr>
                        <m:ctrlPr>
                          <a:rPr lang="en-GB" sz="2800" b="0" i="1" smtClean="0">
                            <a:solidFill>
                              <a:schemeClr val="tx1"/>
                            </a:solidFill>
                            <a:latin typeface="Cambria Math" panose="02040503050406030204" pitchFamily="18" charset="0"/>
                          </a:rPr>
                        </m:ctrlPr>
                      </m:naryPr>
                      <m:sub>
                        <m:r>
                          <m:rPr>
                            <m:brk m:alnAt="23"/>
                          </m:rPr>
                          <a:rPr lang="en-GB" sz="2800" b="0" i="1" smtClean="0">
                            <a:solidFill>
                              <a:schemeClr val="tx1"/>
                            </a:solidFill>
                            <a:latin typeface="Cambria Math" panose="02040503050406030204" pitchFamily="18" charset="0"/>
                          </a:rPr>
                          <m:t>𝑎</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𝑟</m:t>
                        </m:r>
                      </m:sub>
                      <m:sup>
                        <m:r>
                          <a:rPr lang="en-GB" sz="2800" b="0" i="1" smtClean="0">
                            <a:solidFill>
                              <a:schemeClr val="tx1"/>
                            </a:solidFill>
                            <a:latin typeface="Cambria Math" panose="02040503050406030204" pitchFamily="18" charset="0"/>
                          </a:rPr>
                          <m:t>𝑏</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𝑟</m:t>
                        </m:r>
                      </m:sup>
                      <m:e>
                        <m:r>
                          <a:rPr lang="en-GB" sz="2800" b="0" i="1" smtClean="0">
                            <a:solidFill>
                              <a:schemeClr val="tx1"/>
                            </a:solidFill>
                            <a:latin typeface="Cambria Math" panose="02040503050406030204" pitchFamily="18" charset="0"/>
                          </a:rPr>
                          <m:t>𝑓</m:t>
                        </m:r>
                        <m:d>
                          <m:dPr>
                            <m:ctrlPr>
                              <a:rPr lang="en-GB" sz="2800" b="0" i="1" smtClean="0">
                                <a:solidFill>
                                  <a:schemeClr val="tx1"/>
                                </a:solidFill>
                                <a:latin typeface="Cambria Math" panose="02040503050406030204" pitchFamily="18" charset="0"/>
                              </a:rPr>
                            </m:ctrlPr>
                          </m:dPr>
                          <m:e>
                            <m:r>
                              <a:rPr lang="en-GB" sz="2800" b="0" i="1" smtClean="0">
                                <a:solidFill>
                                  <a:schemeClr val="tx1"/>
                                </a:solidFill>
                                <a:latin typeface="Cambria Math" panose="02040503050406030204" pitchFamily="18" charset="0"/>
                              </a:rPr>
                              <m:t>𝑧</m:t>
                            </m:r>
                          </m:e>
                        </m:d>
                        <m:r>
                          <a:rPr lang="en-GB" sz="2800" b="0" i="1" smtClean="0">
                            <a:solidFill>
                              <a:schemeClr val="tx1"/>
                            </a:solidFill>
                            <a:latin typeface="Cambria Math" panose="02040503050406030204" pitchFamily="18" charset="0"/>
                          </a:rPr>
                          <m:t>𝑑𝑧</m:t>
                        </m:r>
                      </m:e>
                    </m:nary>
                  </m:oMath>
                </a14:m>
                <a:endParaRPr lang="en-GB" sz="2800" err="1">
                  <a:solidFill>
                    <a:schemeClr val="tx1"/>
                  </a:solidFill>
                </a:endParaRPr>
              </a:p>
            </p:txBody>
          </p:sp>
        </mc:Choice>
        <mc:Fallback xmlns="">
          <p:sp>
            <p:nvSpPr>
              <p:cNvPr id="32" name="TextBox 31">
                <a:extLst>
                  <a:ext uri="{FF2B5EF4-FFF2-40B4-BE49-F238E27FC236}">
                    <a16:creationId xmlns:a16="http://schemas.microsoft.com/office/drawing/2014/main" id="{13DC0AC4-C087-901F-D804-5103044D1A7F}"/>
                  </a:ext>
                </a:extLst>
              </p:cNvPr>
              <p:cNvSpPr txBox="1">
                <a:spLocks noRot="1" noChangeAspect="1" noMove="1" noResize="1" noEditPoints="1" noAdjustHandles="1" noChangeArrowheads="1" noChangeShapeType="1" noTextEdit="1"/>
              </p:cNvSpPr>
              <p:nvPr/>
            </p:nvSpPr>
            <p:spPr>
              <a:xfrm>
                <a:off x="5160300" y="4680151"/>
                <a:ext cx="1752181" cy="497403"/>
              </a:xfrm>
              <a:prstGeom prst="rect">
                <a:avLst/>
              </a:prstGeom>
              <a:blipFill>
                <a:blip r:embed="rId5"/>
                <a:stretch>
                  <a:fillRect l="-39721" t="-3704" r="-38676" b="-481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D94E7B9-631D-5BA3-2DF0-40C280C1B250}"/>
                  </a:ext>
                </a:extLst>
              </p:cNvPr>
              <p:cNvSpPr txBox="1"/>
              <p:nvPr/>
            </p:nvSpPr>
            <p:spPr>
              <a:xfrm>
                <a:off x="9279863" y="4809345"/>
                <a:ext cx="1752181" cy="49740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tx1"/>
                            </a:solidFill>
                            <a:latin typeface="Cambria Math" panose="02040503050406030204" pitchFamily="18" charset="0"/>
                          </a:rPr>
                        </m:ctrlPr>
                      </m:accPr>
                      <m:e>
                        <m:r>
                          <a:rPr lang="en-GB" sz="2800" b="0" i="1" smtClean="0">
                            <a:solidFill>
                              <a:schemeClr val="tx1"/>
                            </a:solidFill>
                            <a:latin typeface="Cambria Math" panose="02040503050406030204" pitchFamily="18" charset="0"/>
                          </a:rPr>
                          <m:t>𝐷𝑟𝑖𝑓𝑡</m:t>
                        </m:r>
                      </m:e>
                    </m:acc>
                  </m:oMath>
                </a14:m>
                <a:r>
                  <a:rPr lang="en-GB" sz="2800" b="0" i="1">
                    <a:solidFill>
                      <a:schemeClr val="tx1"/>
                    </a:solidFill>
                    <a:latin typeface="Cambria Math" panose="02040503050406030204" pitchFamily="18" charset="0"/>
                  </a:rPr>
                  <a:t> = </a:t>
                </a:r>
                <a14:m>
                  <m:oMath xmlns:m="http://schemas.openxmlformats.org/officeDocument/2006/math">
                    <m:r>
                      <a:rPr lang="en-GB" sz="2800" b="0" i="1" smtClean="0">
                        <a:solidFill>
                          <a:schemeClr val="tx1"/>
                        </a:solidFill>
                        <a:latin typeface="Cambria Math" panose="02040503050406030204" pitchFamily="18" charset="0"/>
                      </a:rPr>
                      <m:t>?</m:t>
                    </m:r>
                  </m:oMath>
                </a14:m>
                <a:endParaRPr lang="en-GB" sz="2800" err="1">
                  <a:solidFill>
                    <a:schemeClr val="tx1"/>
                  </a:solidFill>
                </a:endParaRPr>
              </a:p>
            </p:txBody>
          </p:sp>
        </mc:Choice>
        <mc:Fallback xmlns="">
          <p:sp>
            <p:nvSpPr>
              <p:cNvPr id="33" name="TextBox 32">
                <a:extLst>
                  <a:ext uri="{FF2B5EF4-FFF2-40B4-BE49-F238E27FC236}">
                    <a16:creationId xmlns:a16="http://schemas.microsoft.com/office/drawing/2014/main" id="{1D94E7B9-631D-5BA3-2DF0-40C280C1B250}"/>
                  </a:ext>
                </a:extLst>
              </p:cNvPr>
              <p:cNvSpPr txBox="1">
                <a:spLocks noRot="1" noChangeAspect="1" noMove="1" noResize="1" noEditPoints="1" noAdjustHandles="1" noChangeArrowheads="1" noChangeShapeType="1" noTextEdit="1"/>
              </p:cNvSpPr>
              <p:nvPr/>
            </p:nvSpPr>
            <p:spPr>
              <a:xfrm>
                <a:off x="9279863" y="4809345"/>
                <a:ext cx="1752181" cy="497403"/>
              </a:xfrm>
              <a:prstGeom prst="rect">
                <a:avLst/>
              </a:prstGeom>
              <a:blipFill>
                <a:blip r:embed="rId6"/>
                <a:stretch>
                  <a:fillRect t="-19512" b="-30488"/>
                </a:stretch>
              </a:blipFill>
            </p:spPr>
            <p:txBody>
              <a:bodyPr/>
              <a:lstStyle/>
              <a:p>
                <a:r>
                  <a:rPr lang="en-US">
                    <a:noFill/>
                  </a:rPr>
                  <a:t> </a:t>
                </a:r>
              </a:p>
            </p:txBody>
          </p:sp>
        </mc:Fallback>
      </mc:AlternateContent>
    </p:spTree>
    <p:extLst>
      <p:ext uri="{BB962C8B-B14F-4D97-AF65-F5344CB8AC3E}">
        <p14:creationId xmlns:p14="http://schemas.microsoft.com/office/powerpoint/2010/main" val="406726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71B92-7B2F-0EF0-2F66-4FAB39F39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8DAE8-63CA-08A7-92FF-DD5E42BD68E6}"/>
              </a:ext>
            </a:extLst>
          </p:cNvPr>
          <p:cNvSpPr>
            <a:spLocks noGrp="1"/>
          </p:cNvSpPr>
          <p:nvPr>
            <p:ph type="title"/>
          </p:nvPr>
        </p:nvSpPr>
        <p:spPr/>
        <p:txBody>
          <a:bodyPr/>
          <a:lstStyle/>
          <a:p>
            <a:r>
              <a:rPr lang="en-GB"/>
              <a:t>Theory – Parallel Bands, Novel Idea</a:t>
            </a:r>
          </a:p>
        </p:txBody>
      </p:sp>
      <p:sp>
        <p:nvSpPr>
          <p:cNvPr id="3" name="Footer Placeholder 2">
            <a:extLst>
              <a:ext uri="{FF2B5EF4-FFF2-40B4-BE49-F238E27FC236}">
                <a16:creationId xmlns:a16="http://schemas.microsoft.com/office/drawing/2014/main" id="{B16AE6F7-08DC-4CE4-CD97-F284E0B9C907}"/>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EF754B1C-5E51-D09C-44F3-D79BD0F0AE16}"/>
              </a:ext>
            </a:extLst>
          </p:cNvPr>
          <p:cNvSpPr>
            <a:spLocks noGrp="1"/>
          </p:cNvSpPr>
          <p:nvPr>
            <p:ph type="sldNum" sz="quarter" idx="12"/>
          </p:nvPr>
        </p:nvSpPr>
        <p:spPr/>
        <p:txBody>
          <a:bodyPr/>
          <a:lstStyle/>
          <a:p>
            <a:fld id="{7695D00A-BA34-4D39-8C84-2534822D6434}" type="slidenum">
              <a:rPr lang="en-GB" smtClean="0"/>
              <a:pPr/>
              <a:t>8</a:t>
            </a:fld>
            <a:endParaRPr lang="en-GB"/>
          </a:p>
        </p:txBody>
      </p:sp>
      <p:grpSp>
        <p:nvGrpSpPr>
          <p:cNvPr id="24" name="Group 23">
            <a:extLst>
              <a:ext uri="{FF2B5EF4-FFF2-40B4-BE49-F238E27FC236}">
                <a16:creationId xmlns:a16="http://schemas.microsoft.com/office/drawing/2014/main" id="{3DDF13C5-8476-A72C-36B5-6942515DAC76}"/>
              </a:ext>
            </a:extLst>
          </p:cNvPr>
          <p:cNvGrpSpPr/>
          <p:nvPr/>
        </p:nvGrpSpPr>
        <p:grpSpPr>
          <a:xfrm>
            <a:off x="4409616" y="855973"/>
            <a:ext cx="3435458" cy="3433814"/>
            <a:chOff x="199566" y="1656073"/>
            <a:chExt cx="3435458" cy="3433814"/>
          </a:xfrm>
        </p:grpSpPr>
        <p:sp>
          <p:nvSpPr>
            <p:cNvPr id="7" name="Rectangle 6">
              <a:extLst>
                <a:ext uri="{FF2B5EF4-FFF2-40B4-BE49-F238E27FC236}">
                  <a16:creationId xmlns:a16="http://schemas.microsoft.com/office/drawing/2014/main" id="{DE3414AC-E193-3DCD-2216-C0591D5BC8F6}"/>
                </a:ext>
              </a:extLst>
            </p:cNvPr>
            <p:cNvSpPr/>
            <p:nvPr/>
          </p:nvSpPr>
          <p:spPr>
            <a:xfrm>
              <a:off x="199566" y="1656073"/>
              <a:ext cx="3433815" cy="343381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 name="Rectangle 7">
              <a:extLst>
                <a:ext uri="{FF2B5EF4-FFF2-40B4-BE49-F238E27FC236}">
                  <a16:creationId xmlns:a16="http://schemas.microsoft.com/office/drawing/2014/main" id="{666E04A2-C80D-DD41-6F0D-0B03BF7EED4F}"/>
                </a:ext>
              </a:extLst>
            </p:cNvPr>
            <p:cNvSpPr/>
            <p:nvPr/>
          </p:nvSpPr>
          <p:spPr>
            <a:xfrm>
              <a:off x="3450218" y="1656073"/>
              <a:ext cx="184806" cy="34338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 name="Rectangle 8">
              <a:extLst>
                <a:ext uri="{FF2B5EF4-FFF2-40B4-BE49-F238E27FC236}">
                  <a16:creationId xmlns:a16="http://schemas.microsoft.com/office/drawing/2014/main" id="{4648A100-AA36-C919-EB05-F1B1534AA2EC}"/>
                </a:ext>
              </a:extLst>
            </p:cNvPr>
            <p:cNvSpPr/>
            <p:nvPr/>
          </p:nvSpPr>
          <p:spPr>
            <a:xfrm>
              <a:off x="199566" y="1656073"/>
              <a:ext cx="2825743" cy="343381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2">
                    <a:lumMod val="50000"/>
                  </a:schemeClr>
                </a:solidFill>
              </a:endParaRPr>
            </a:p>
          </p:txBody>
        </p:sp>
      </p:grpSp>
      <p:grpSp>
        <p:nvGrpSpPr>
          <p:cNvPr id="23" name="Group 22">
            <a:extLst>
              <a:ext uri="{FF2B5EF4-FFF2-40B4-BE49-F238E27FC236}">
                <a16:creationId xmlns:a16="http://schemas.microsoft.com/office/drawing/2014/main" id="{642F3144-894B-0814-2950-990899063406}"/>
              </a:ext>
            </a:extLst>
          </p:cNvPr>
          <p:cNvGrpSpPr/>
          <p:nvPr/>
        </p:nvGrpSpPr>
        <p:grpSpPr>
          <a:xfrm>
            <a:off x="187897" y="855973"/>
            <a:ext cx="3433816" cy="3432173"/>
            <a:chOff x="742764" y="6858000"/>
            <a:chExt cx="5660745" cy="5658036"/>
          </a:xfrm>
        </p:grpSpPr>
        <p:sp>
          <p:nvSpPr>
            <p:cNvPr id="16" name="Rectangle 15">
              <a:extLst>
                <a:ext uri="{FF2B5EF4-FFF2-40B4-BE49-F238E27FC236}">
                  <a16:creationId xmlns:a16="http://schemas.microsoft.com/office/drawing/2014/main" id="{1C8B837C-C37C-D096-C2FB-36AC6E9D2703}"/>
                </a:ext>
              </a:extLst>
            </p:cNvPr>
            <p:cNvSpPr/>
            <p:nvPr/>
          </p:nvSpPr>
          <p:spPr>
            <a:xfrm>
              <a:off x="742764" y="6858000"/>
              <a:ext cx="5658036" cy="565803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7" name="Rectangle 16">
              <a:extLst>
                <a:ext uri="{FF2B5EF4-FFF2-40B4-BE49-F238E27FC236}">
                  <a16:creationId xmlns:a16="http://schemas.microsoft.com/office/drawing/2014/main" id="{21A9445C-9928-BE42-4994-7D3B7C9C882F}"/>
                </a:ext>
              </a:extLst>
            </p:cNvPr>
            <p:cNvSpPr/>
            <p:nvPr/>
          </p:nvSpPr>
          <p:spPr>
            <a:xfrm>
              <a:off x="6098996" y="6858000"/>
              <a:ext cx="304513" cy="5658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8" name="Rectangle 17">
              <a:extLst>
                <a:ext uri="{FF2B5EF4-FFF2-40B4-BE49-F238E27FC236}">
                  <a16:creationId xmlns:a16="http://schemas.microsoft.com/office/drawing/2014/main" id="{022EF5D7-256C-5458-61F3-5445D2A3F2F2}"/>
                </a:ext>
              </a:extLst>
            </p:cNvPr>
            <p:cNvSpPr/>
            <p:nvPr/>
          </p:nvSpPr>
          <p:spPr>
            <a:xfrm>
              <a:off x="4801684"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19" name="Group 18">
            <a:extLst>
              <a:ext uri="{FF2B5EF4-FFF2-40B4-BE49-F238E27FC236}">
                <a16:creationId xmlns:a16="http://schemas.microsoft.com/office/drawing/2014/main" id="{36AA1A0A-6A0B-6B06-7269-319E22E3002E}"/>
              </a:ext>
            </a:extLst>
          </p:cNvPr>
          <p:cNvGrpSpPr/>
          <p:nvPr/>
        </p:nvGrpSpPr>
        <p:grpSpPr>
          <a:xfrm>
            <a:off x="8605128" y="855973"/>
            <a:ext cx="3433816" cy="3432173"/>
            <a:chOff x="742764" y="12969486"/>
            <a:chExt cx="5660745" cy="5658036"/>
          </a:xfrm>
        </p:grpSpPr>
        <p:sp>
          <p:nvSpPr>
            <p:cNvPr id="20" name="Rectangle 19">
              <a:extLst>
                <a:ext uri="{FF2B5EF4-FFF2-40B4-BE49-F238E27FC236}">
                  <a16:creationId xmlns:a16="http://schemas.microsoft.com/office/drawing/2014/main" id="{0C48576F-1B94-823F-24A8-5BF755B9F123}"/>
                </a:ext>
              </a:extLst>
            </p:cNvPr>
            <p:cNvSpPr/>
            <p:nvPr/>
          </p:nvSpPr>
          <p:spPr>
            <a:xfrm>
              <a:off x="742764" y="12969486"/>
              <a:ext cx="5658036" cy="565803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1" name="Rectangle 20">
              <a:extLst>
                <a:ext uri="{FF2B5EF4-FFF2-40B4-BE49-F238E27FC236}">
                  <a16:creationId xmlns:a16="http://schemas.microsoft.com/office/drawing/2014/main" id="{7F3A019E-F3BC-D799-7C76-9F06CFD52937}"/>
                </a:ext>
              </a:extLst>
            </p:cNvPr>
            <p:cNvSpPr/>
            <p:nvPr/>
          </p:nvSpPr>
          <p:spPr>
            <a:xfrm>
              <a:off x="6098996" y="12969486"/>
              <a:ext cx="304513" cy="5658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2" name="Rectangle 21">
              <a:extLst>
                <a:ext uri="{FF2B5EF4-FFF2-40B4-BE49-F238E27FC236}">
                  <a16:creationId xmlns:a16="http://schemas.microsoft.com/office/drawing/2014/main" id="{9C21436D-5625-0E76-842D-5E4994EC3BCA}"/>
                </a:ext>
              </a:extLst>
            </p:cNvPr>
            <p:cNvSpPr/>
            <p:nvPr/>
          </p:nvSpPr>
          <p:spPr>
            <a:xfrm>
              <a:off x="742764" y="12969486"/>
              <a:ext cx="4058920"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sp>
        <p:nvSpPr>
          <p:cNvPr id="25" name="Equals 24">
            <a:extLst>
              <a:ext uri="{FF2B5EF4-FFF2-40B4-BE49-F238E27FC236}">
                <a16:creationId xmlns:a16="http://schemas.microsoft.com/office/drawing/2014/main" id="{85555B43-0C07-D46C-01CD-18F93F4E8DB3}"/>
              </a:ext>
            </a:extLst>
          </p:cNvPr>
          <p:cNvSpPr/>
          <p:nvPr/>
        </p:nvSpPr>
        <p:spPr>
          <a:xfrm>
            <a:off x="3723826" y="2286309"/>
            <a:ext cx="542925" cy="571500"/>
          </a:xfrm>
          <a:prstGeom prst="mathEqual">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7" name="TextBox 26">
            <a:extLst>
              <a:ext uri="{FF2B5EF4-FFF2-40B4-BE49-F238E27FC236}">
                <a16:creationId xmlns:a16="http://schemas.microsoft.com/office/drawing/2014/main" id="{95E815AD-10A6-1761-8482-AC903EBE43E6}"/>
              </a:ext>
            </a:extLst>
          </p:cNvPr>
          <p:cNvSpPr txBox="1"/>
          <p:nvPr/>
        </p:nvSpPr>
        <p:spPr>
          <a:xfrm>
            <a:off x="4405120" y="4401873"/>
            <a:ext cx="914400" cy="914400"/>
          </a:xfrm>
          <a:prstGeom prst="rect">
            <a:avLst/>
          </a:prstGeom>
        </p:spPr>
        <p:txBody>
          <a:bodyPr vert="horz" wrap="none" lIns="0" tIns="0" rIns="0" bIns="0" rtlCol="0">
            <a:noAutofit/>
          </a:bodyPr>
          <a:lstStyle/>
          <a:p>
            <a:pPr algn="l">
              <a:spcBef>
                <a:spcPts val="600"/>
              </a:spcBef>
            </a:pPr>
            <a:r>
              <a:rPr lang="en-GB" sz="1400"/>
              <a:t>Broadcast Application (Full Field)</a:t>
            </a:r>
          </a:p>
        </p:txBody>
      </p:sp>
      <p:sp>
        <p:nvSpPr>
          <p:cNvPr id="28" name="TextBox 27">
            <a:extLst>
              <a:ext uri="{FF2B5EF4-FFF2-40B4-BE49-F238E27FC236}">
                <a16:creationId xmlns:a16="http://schemas.microsoft.com/office/drawing/2014/main" id="{CF120623-ADEC-83D5-909D-1B88F8076D59}"/>
              </a:ext>
            </a:extLst>
          </p:cNvPr>
          <p:cNvSpPr txBox="1"/>
          <p:nvPr/>
        </p:nvSpPr>
        <p:spPr>
          <a:xfrm>
            <a:off x="8605128" y="4401873"/>
            <a:ext cx="914400" cy="914400"/>
          </a:xfrm>
          <a:prstGeom prst="rect">
            <a:avLst/>
          </a:prstGeom>
        </p:spPr>
        <p:txBody>
          <a:bodyPr vert="horz" wrap="none" lIns="0" tIns="0" rIns="0" bIns="0" rtlCol="0">
            <a:noAutofit/>
          </a:bodyPr>
          <a:lstStyle/>
          <a:p>
            <a:pPr algn="l">
              <a:spcBef>
                <a:spcPts val="600"/>
              </a:spcBef>
            </a:pPr>
            <a:r>
              <a:rPr lang="en-GB" sz="1400"/>
              <a:t>Broadcast Application (Offset by row width)</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12DB6BB-541F-5AFA-015D-0726CFF6BDC0}"/>
                  </a:ext>
                </a:extLst>
              </p:cNvPr>
              <p:cNvSpPr txBox="1"/>
              <p:nvPr/>
            </p:nvSpPr>
            <p:spPr>
              <a:xfrm>
                <a:off x="187897" y="4401873"/>
                <a:ext cx="914400" cy="914400"/>
              </a:xfrm>
              <a:prstGeom prst="rect">
                <a:avLst/>
              </a:prstGeom>
            </p:spPr>
            <p:txBody>
              <a:bodyPr vert="horz" wrap="none" lIns="0" tIns="0" rIns="0" bIns="0" rtlCol="0">
                <a:noAutofit/>
              </a:bodyPr>
              <a:lstStyle/>
              <a:p>
                <a:pPr algn="l">
                  <a:spcBef>
                    <a:spcPts val="600"/>
                  </a:spcBef>
                </a:pPr>
                <a:r>
                  <a:rPr lang="en-GB" sz="1400"/>
                  <a:t>Single Band (fixed row width </a:t>
                </a:r>
                <a14:m>
                  <m:oMath xmlns:m="http://schemas.openxmlformats.org/officeDocument/2006/math">
                    <m:r>
                      <a:rPr lang="en-GB" sz="1400" b="0" i="1" dirty="0" smtClean="0">
                        <a:latin typeface="Cambria Math" panose="02040503050406030204" pitchFamily="18" charset="0"/>
                      </a:rPr>
                      <m:t>𝑟</m:t>
                    </m:r>
                  </m:oMath>
                </a14:m>
                <a:r>
                  <a:rPr lang="en-GB" sz="1400"/>
                  <a:t>)</a:t>
                </a:r>
              </a:p>
            </p:txBody>
          </p:sp>
        </mc:Choice>
        <mc:Fallback xmlns="">
          <p:sp>
            <p:nvSpPr>
              <p:cNvPr id="29" name="TextBox 28">
                <a:extLst>
                  <a:ext uri="{FF2B5EF4-FFF2-40B4-BE49-F238E27FC236}">
                    <a16:creationId xmlns:a16="http://schemas.microsoft.com/office/drawing/2014/main" id="{212DB6BB-541F-5AFA-015D-0726CFF6BDC0}"/>
                  </a:ext>
                </a:extLst>
              </p:cNvPr>
              <p:cNvSpPr txBox="1">
                <a:spLocks noRot="1" noChangeAspect="1" noMove="1" noResize="1" noEditPoints="1" noAdjustHandles="1" noChangeArrowheads="1" noChangeShapeType="1" noTextEdit="1"/>
              </p:cNvSpPr>
              <p:nvPr/>
            </p:nvSpPr>
            <p:spPr>
              <a:xfrm>
                <a:off x="187897" y="4401873"/>
                <a:ext cx="914400" cy="914400"/>
              </a:xfrm>
              <a:prstGeom prst="rect">
                <a:avLst/>
              </a:prstGeom>
              <a:blipFill>
                <a:blip r:embed="rId3"/>
                <a:stretch>
                  <a:fillRect l="-12000" t="-6000" r="-178000"/>
                </a:stretch>
              </a:blipFill>
            </p:spPr>
            <p:txBody>
              <a:bodyPr/>
              <a:lstStyle/>
              <a:p>
                <a:r>
                  <a:rPr lang="en-US">
                    <a:noFill/>
                  </a:rPr>
                  <a:t> </a:t>
                </a:r>
              </a:p>
            </p:txBody>
          </p:sp>
        </mc:Fallback>
      </mc:AlternateContent>
      <p:sp>
        <p:nvSpPr>
          <p:cNvPr id="5" name="Minus Sign 4">
            <a:extLst>
              <a:ext uri="{FF2B5EF4-FFF2-40B4-BE49-F238E27FC236}">
                <a16:creationId xmlns:a16="http://schemas.microsoft.com/office/drawing/2014/main" id="{54EACB4F-44B1-FE48-8C7B-FA3731F4A5FE}"/>
              </a:ext>
            </a:extLst>
          </p:cNvPr>
          <p:cNvSpPr/>
          <p:nvPr/>
        </p:nvSpPr>
        <p:spPr>
          <a:xfrm>
            <a:off x="7889110" y="2219944"/>
            <a:ext cx="714375" cy="637866"/>
          </a:xfrm>
          <a:prstGeom prst="mathMinus">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A08B500-3A0B-1608-AF2A-63A6EEE7CD5A}"/>
                  </a:ext>
                </a:extLst>
              </p:cNvPr>
              <p:cNvSpPr txBox="1"/>
              <p:nvPr/>
            </p:nvSpPr>
            <p:spPr>
              <a:xfrm>
                <a:off x="5271539" y="4691317"/>
                <a:ext cx="1752181" cy="49740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tx1"/>
                            </a:solidFill>
                            <a:latin typeface="Cambria Math" panose="02040503050406030204" pitchFamily="18" charset="0"/>
                          </a:rPr>
                        </m:ctrlPr>
                      </m:accPr>
                      <m:e>
                        <m:r>
                          <a:rPr lang="en-GB" sz="2800" b="0" i="1" smtClean="0">
                            <a:solidFill>
                              <a:schemeClr val="tx1"/>
                            </a:solidFill>
                            <a:latin typeface="Cambria Math" panose="02040503050406030204" pitchFamily="18" charset="0"/>
                          </a:rPr>
                          <m:t>𝐷𝑟𝑖𝑓𝑡</m:t>
                        </m:r>
                      </m:e>
                    </m:acc>
                  </m:oMath>
                </a14:m>
                <a:r>
                  <a:rPr lang="en-GB" sz="2800" b="0" i="1">
                    <a:solidFill>
                      <a:schemeClr val="tx1"/>
                    </a:solidFill>
                    <a:latin typeface="Cambria Math" panose="02040503050406030204" pitchFamily="18" charset="0"/>
                  </a:rPr>
                  <a:t> = </a:t>
                </a:r>
                <a14:m>
                  <m:oMath xmlns:m="http://schemas.openxmlformats.org/officeDocument/2006/math">
                    <m:nary>
                      <m:naryPr>
                        <m:ctrlPr>
                          <a:rPr lang="en-GB" sz="2800" b="0" i="1" smtClean="0">
                            <a:solidFill>
                              <a:schemeClr val="tx1"/>
                            </a:solidFill>
                            <a:latin typeface="Cambria Math" panose="02040503050406030204" pitchFamily="18" charset="0"/>
                          </a:rPr>
                        </m:ctrlPr>
                      </m:naryPr>
                      <m:sub>
                        <m:r>
                          <m:rPr>
                            <m:brk m:alnAt="23"/>
                          </m:rPr>
                          <a:rPr lang="en-GB" sz="2800" b="0" i="1" smtClean="0">
                            <a:solidFill>
                              <a:schemeClr val="tx1"/>
                            </a:solidFill>
                            <a:latin typeface="Cambria Math" panose="02040503050406030204" pitchFamily="18" charset="0"/>
                          </a:rPr>
                          <m:t>𝑎</m:t>
                        </m:r>
                      </m:sub>
                      <m:sup>
                        <m:r>
                          <a:rPr lang="en-GB" sz="2800" b="0" i="1" smtClean="0">
                            <a:solidFill>
                              <a:schemeClr val="tx1"/>
                            </a:solidFill>
                            <a:latin typeface="Cambria Math" panose="02040503050406030204" pitchFamily="18" charset="0"/>
                          </a:rPr>
                          <m:t>𝑏</m:t>
                        </m:r>
                      </m:sup>
                      <m:e>
                        <m:r>
                          <a:rPr lang="en-GB" sz="2800" b="0" i="1" smtClean="0">
                            <a:solidFill>
                              <a:schemeClr val="tx1"/>
                            </a:solidFill>
                            <a:latin typeface="Cambria Math" panose="02040503050406030204" pitchFamily="18" charset="0"/>
                          </a:rPr>
                          <m:t>𝑓</m:t>
                        </m:r>
                        <m:d>
                          <m:dPr>
                            <m:ctrlPr>
                              <a:rPr lang="en-GB" sz="2800" b="0" i="1" smtClean="0">
                                <a:solidFill>
                                  <a:schemeClr val="tx1"/>
                                </a:solidFill>
                                <a:latin typeface="Cambria Math" panose="02040503050406030204" pitchFamily="18" charset="0"/>
                              </a:rPr>
                            </m:ctrlPr>
                          </m:dPr>
                          <m:e>
                            <m:r>
                              <a:rPr lang="en-GB" sz="2800" b="0" i="1" smtClean="0">
                                <a:solidFill>
                                  <a:schemeClr val="tx1"/>
                                </a:solidFill>
                                <a:latin typeface="Cambria Math" panose="02040503050406030204" pitchFamily="18" charset="0"/>
                              </a:rPr>
                              <m:t>𝑧</m:t>
                            </m:r>
                          </m:e>
                        </m:d>
                        <m:r>
                          <a:rPr lang="en-GB" sz="2800" b="0" i="1" smtClean="0">
                            <a:solidFill>
                              <a:schemeClr val="tx1"/>
                            </a:solidFill>
                            <a:latin typeface="Cambria Math" panose="02040503050406030204" pitchFamily="18" charset="0"/>
                          </a:rPr>
                          <m:t>𝑑𝑧</m:t>
                        </m:r>
                      </m:e>
                    </m:nary>
                  </m:oMath>
                </a14:m>
                <a:endParaRPr lang="en-GB" sz="2800" err="1">
                  <a:solidFill>
                    <a:schemeClr val="tx1"/>
                  </a:solidFill>
                </a:endParaRPr>
              </a:p>
            </p:txBody>
          </p:sp>
        </mc:Choice>
        <mc:Fallback xmlns="">
          <p:sp>
            <p:nvSpPr>
              <p:cNvPr id="6" name="TextBox 5">
                <a:extLst>
                  <a:ext uri="{FF2B5EF4-FFF2-40B4-BE49-F238E27FC236}">
                    <a16:creationId xmlns:a16="http://schemas.microsoft.com/office/drawing/2014/main" id="{8A08B500-3A0B-1608-AF2A-63A6EEE7CD5A}"/>
                  </a:ext>
                </a:extLst>
              </p:cNvPr>
              <p:cNvSpPr txBox="1">
                <a:spLocks noRot="1" noChangeAspect="1" noMove="1" noResize="1" noEditPoints="1" noAdjustHandles="1" noChangeArrowheads="1" noChangeShapeType="1" noTextEdit="1"/>
              </p:cNvSpPr>
              <p:nvPr/>
            </p:nvSpPr>
            <p:spPr>
              <a:xfrm>
                <a:off x="5271539" y="4691317"/>
                <a:ext cx="1752181" cy="497403"/>
              </a:xfrm>
              <a:prstGeom prst="rect">
                <a:avLst/>
              </a:prstGeom>
              <a:blipFill>
                <a:blip r:embed="rId4"/>
                <a:stretch>
                  <a:fillRect l="-30314" t="-3704" r="-29268" b="-481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59CE2D4-C997-B6FA-60D0-FBED17845169}"/>
                  </a:ext>
                </a:extLst>
              </p:cNvPr>
              <p:cNvSpPr txBox="1"/>
              <p:nvPr/>
            </p:nvSpPr>
            <p:spPr>
              <a:xfrm>
                <a:off x="9300614" y="4689676"/>
                <a:ext cx="1752181" cy="49740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tx1"/>
                            </a:solidFill>
                            <a:latin typeface="Cambria Math" panose="02040503050406030204" pitchFamily="18" charset="0"/>
                          </a:rPr>
                        </m:ctrlPr>
                      </m:accPr>
                      <m:e>
                        <m:r>
                          <a:rPr lang="en-GB" sz="2800" b="0" i="1" smtClean="0">
                            <a:solidFill>
                              <a:schemeClr val="tx1"/>
                            </a:solidFill>
                            <a:latin typeface="Cambria Math" panose="02040503050406030204" pitchFamily="18" charset="0"/>
                          </a:rPr>
                          <m:t>𝐷𝑟𝑖𝑓𝑡</m:t>
                        </m:r>
                      </m:e>
                    </m:acc>
                  </m:oMath>
                </a14:m>
                <a:r>
                  <a:rPr lang="en-GB" sz="2800" b="0" i="1">
                    <a:solidFill>
                      <a:schemeClr val="tx1"/>
                    </a:solidFill>
                    <a:latin typeface="Cambria Math" panose="02040503050406030204" pitchFamily="18" charset="0"/>
                  </a:rPr>
                  <a:t> = </a:t>
                </a:r>
                <a14:m>
                  <m:oMath xmlns:m="http://schemas.openxmlformats.org/officeDocument/2006/math">
                    <m:nary>
                      <m:naryPr>
                        <m:ctrlPr>
                          <a:rPr lang="en-GB" sz="2800" b="0" i="1" smtClean="0">
                            <a:solidFill>
                              <a:schemeClr val="tx1"/>
                            </a:solidFill>
                            <a:latin typeface="Cambria Math" panose="02040503050406030204" pitchFamily="18" charset="0"/>
                          </a:rPr>
                        </m:ctrlPr>
                      </m:naryPr>
                      <m:sub>
                        <m:r>
                          <m:rPr>
                            <m:brk m:alnAt="23"/>
                          </m:rPr>
                          <a:rPr lang="en-GB" sz="2800" b="0" i="1" smtClean="0">
                            <a:solidFill>
                              <a:schemeClr val="tx1"/>
                            </a:solidFill>
                            <a:latin typeface="Cambria Math" panose="02040503050406030204" pitchFamily="18" charset="0"/>
                          </a:rPr>
                          <m:t>𝑎</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𝑟</m:t>
                        </m:r>
                      </m:sub>
                      <m:sup>
                        <m:r>
                          <a:rPr lang="en-GB" sz="2800" b="0" i="1" smtClean="0">
                            <a:solidFill>
                              <a:schemeClr val="tx1"/>
                            </a:solidFill>
                            <a:latin typeface="Cambria Math" panose="02040503050406030204" pitchFamily="18" charset="0"/>
                          </a:rPr>
                          <m:t>𝑏</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𝑟</m:t>
                        </m:r>
                      </m:sup>
                      <m:e>
                        <m:r>
                          <a:rPr lang="en-GB" sz="2800" b="0" i="1" smtClean="0">
                            <a:solidFill>
                              <a:schemeClr val="tx1"/>
                            </a:solidFill>
                            <a:latin typeface="Cambria Math" panose="02040503050406030204" pitchFamily="18" charset="0"/>
                          </a:rPr>
                          <m:t>𝑓</m:t>
                        </m:r>
                        <m:d>
                          <m:dPr>
                            <m:ctrlPr>
                              <a:rPr lang="en-GB" sz="2800" b="0" i="1" smtClean="0">
                                <a:solidFill>
                                  <a:schemeClr val="tx1"/>
                                </a:solidFill>
                                <a:latin typeface="Cambria Math" panose="02040503050406030204" pitchFamily="18" charset="0"/>
                              </a:rPr>
                            </m:ctrlPr>
                          </m:dPr>
                          <m:e>
                            <m:r>
                              <a:rPr lang="en-GB" sz="2800" b="0" i="1" smtClean="0">
                                <a:solidFill>
                                  <a:schemeClr val="tx1"/>
                                </a:solidFill>
                                <a:latin typeface="Cambria Math" panose="02040503050406030204" pitchFamily="18" charset="0"/>
                              </a:rPr>
                              <m:t>𝑧</m:t>
                            </m:r>
                          </m:e>
                        </m:d>
                        <m:r>
                          <a:rPr lang="en-GB" sz="2800" b="0" i="1" smtClean="0">
                            <a:solidFill>
                              <a:schemeClr val="tx1"/>
                            </a:solidFill>
                            <a:latin typeface="Cambria Math" panose="02040503050406030204" pitchFamily="18" charset="0"/>
                          </a:rPr>
                          <m:t>𝑑𝑧</m:t>
                        </m:r>
                      </m:e>
                    </m:nary>
                  </m:oMath>
                </a14:m>
                <a:endParaRPr lang="en-GB" sz="2800" err="1">
                  <a:solidFill>
                    <a:schemeClr val="tx1"/>
                  </a:solidFill>
                </a:endParaRPr>
              </a:p>
            </p:txBody>
          </p:sp>
        </mc:Choice>
        <mc:Fallback xmlns="">
          <p:sp>
            <p:nvSpPr>
              <p:cNvPr id="10" name="TextBox 9">
                <a:extLst>
                  <a:ext uri="{FF2B5EF4-FFF2-40B4-BE49-F238E27FC236}">
                    <a16:creationId xmlns:a16="http://schemas.microsoft.com/office/drawing/2014/main" id="{659CE2D4-C997-B6FA-60D0-FBED17845169}"/>
                  </a:ext>
                </a:extLst>
              </p:cNvPr>
              <p:cNvSpPr txBox="1">
                <a:spLocks noRot="1" noChangeAspect="1" noMove="1" noResize="1" noEditPoints="1" noAdjustHandles="1" noChangeArrowheads="1" noChangeShapeType="1" noTextEdit="1"/>
              </p:cNvSpPr>
              <p:nvPr/>
            </p:nvSpPr>
            <p:spPr>
              <a:xfrm>
                <a:off x="9300614" y="4689676"/>
                <a:ext cx="1752181" cy="497403"/>
              </a:xfrm>
              <a:prstGeom prst="rect">
                <a:avLst/>
              </a:prstGeom>
              <a:blipFill>
                <a:blip r:embed="rId5"/>
                <a:stretch>
                  <a:fillRect l="-39721" t="-3659" r="-39024" b="-475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30BAAD9-B035-6406-77D9-1050F99CD583}"/>
                  </a:ext>
                </a:extLst>
              </p:cNvPr>
              <p:cNvSpPr txBox="1"/>
              <p:nvPr/>
            </p:nvSpPr>
            <p:spPr>
              <a:xfrm>
                <a:off x="897863" y="4743214"/>
                <a:ext cx="1752181" cy="497403"/>
              </a:xfrm>
              <a:prstGeom prst="rect">
                <a:avLst/>
              </a:prstGeom>
            </p:spPr>
            <p:txBody>
              <a:bodyPr vert="horz" wrap="none" lIns="0" tIns="0" rIns="0" bIns="0" rtlCol="0">
                <a:noAutofit/>
              </a:bodyPr>
              <a:lstStyle/>
              <a:p>
                <a:pPr algn="ctr">
                  <a:spcBef>
                    <a:spcPts val="600"/>
                  </a:spcBef>
                </a:pPr>
                <a14:m>
                  <m:oMathPara xmlns:m="http://schemas.openxmlformats.org/officeDocument/2006/math">
                    <m:oMathParaPr>
                      <m:jc m:val="centerGroup"/>
                    </m:oMathParaPr>
                    <m:oMath xmlns:m="http://schemas.openxmlformats.org/officeDocument/2006/math">
                      <m:acc>
                        <m:accPr>
                          <m:chr m:val="̅"/>
                          <m:ctrlPr>
                            <a:rPr lang="en-GB" sz="2800" i="1" smtClean="0">
                              <a:solidFill>
                                <a:schemeClr val="tx1"/>
                              </a:solidFill>
                              <a:latin typeface="Cambria Math" panose="02040503050406030204" pitchFamily="18" charset="0"/>
                            </a:rPr>
                          </m:ctrlPr>
                        </m:accPr>
                        <m:e>
                          <m:r>
                            <a:rPr lang="en-GB" sz="2800" b="0" i="1" smtClean="0">
                              <a:solidFill>
                                <a:schemeClr val="tx1"/>
                              </a:solidFill>
                              <a:latin typeface="Cambria Math" panose="02040503050406030204" pitchFamily="18" charset="0"/>
                            </a:rPr>
                            <m:t>𝐷𝑟𝑖𝑓𝑡</m:t>
                          </m:r>
                        </m:e>
                      </m:acc>
                      <m:r>
                        <a:rPr lang="en-GB" sz="2800" b="0" i="1" smtClean="0">
                          <a:solidFill>
                            <a:schemeClr val="tx1"/>
                          </a:solidFill>
                          <a:latin typeface="Cambria Math" panose="02040503050406030204" pitchFamily="18" charset="0"/>
                        </a:rPr>
                        <m:t>= ?</m:t>
                      </m:r>
                    </m:oMath>
                  </m:oMathPara>
                </a14:m>
                <a:endParaRPr lang="en-GB" sz="2800" err="1">
                  <a:solidFill>
                    <a:schemeClr val="tx1"/>
                  </a:solidFill>
                </a:endParaRPr>
              </a:p>
            </p:txBody>
          </p:sp>
        </mc:Choice>
        <mc:Fallback xmlns="">
          <p:sp>
            <p:nvSpPr>
              <p:cNvPr id="11" name="TextBox 10">
                <a:extLst>
                  <a:ext uri="{FF2B5EF4-FFF2-40B4-BE49-F238E27FC236}">
                    <a16:creationId xmlns:a16="http://schemas.microsoft.com/office/drawing/2014/main" id="{130BAAD9-B035-6406-77D9-1050F99CD583}"/>
                  </a:ext>
                </a:extLst>
              </p:cNvPr>
              <p:cNvSpPr txBox="1">
                <a:spLocks noRot="1" noChangeAspect="1" noMove="1" noResize="1" noEditPoints="1" noAdjustHandles="1" noChangeArrowheads="1" noChangeShapeType="1" noTextEdit="1"/>
              </p:cNvSpPr>
              <p:nvPr/>
            </p:nvSpPr>
            <p:spPr>
              <a:xfrm>
                <a:off x="897863" y="4743214"/>
                <a:ext cx="1752181" cy="49740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9765FA7-0D12-A9B7-DA34-AA9A53674C06}"/>
                  </a:ext>
                </a:extLst>
              </p:cNvPr>
              <p:cNvSpPr txBox="1"/>
              <p:nvPr/>
            </p:nvSpPr>
            <p:spPr>
              <a:xfrm>
                <a:off x="5219909" y="5717803"/>
                <a:ext cx="1752181" cy="49740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tx1"/>
                            </a:solidFill>
                            <a:latin typeface="Cambria Math" panose="02040503050406030204" pitchFamily="18" charset="0"/>
                          </a:rPr>
                        </m:ctrlPr>
                      </m:accPr>
                      <m:e>
                        <m:r>
                          <a:rPr lang="en-GB" sz="2800" b="0" i="1" smtClean="0">
                            <a:solidFill>
                              <a:schemeClr val="tx1"/>
                            </a:solidFill>
                            <a:latin typeface="Cambria Math" panose="02040503050406030204" pitchFamily="18" charset="0"/>
                          </a:rPr>
                          <m:t>𝐹𝑖𝑟𝑠𝑡</m:t>
                        </m:r>
                        <m:r>
                          <a:rPr lang="en-GB" sz="2800" b="0" i="1" smtClean="0">
                            <a:solidFill>
                              <a:schemeClr val="tx1"/>
                            </a:solidFill>
                            <a:latin typeface="Cambria Math" panose="02040503050406030204" pitchFamily="18" charset="0"/>
                          </a:rPr>
                          <m:t> </m:t>
                        </m:r>
                        <m:r>
                          <a:rPr lang="en-GB" sz="2800" b="0" i="1" smtClean="0">
                            <a:solidFill>
                              <a:schemeClr val="tx1"/>
                            </a:solidFill>
                            <a:latin typeface="Cambria Math" panose="02040503050406030204" pitchFamily="18" charset="0"/>
                          </a:rPr>
                          <m:t>𝐵𝑎𝑛𝑑</m:t>
                        </m:r>
                        <m:r>
                          <a:rPr lang="en-GB" sz="2800" b="0" i="1" smtClean="0">
                            <a:solidFill>
                              <a:schemeClr val="tx1"/>
                            </a:solidFill>
                            <a:latin typeface="Cambria Math" panose="02040503050406030204" pitchFamily="18" charset="0"/>
                          </a:rPr>
                          <m:t> </m:t>
                        </m:r>
                        <m:r>
                          <a:rPr lang="en-GB" sz="2800" b="0" i="1" smtClean="0">
                            <a:solidFill>
                              <a:schemeClr val="tx1"/>
                            </a:solidFill>
                            <a:latin typeface="Cambria Math" panose="02040503050406030204" pitchFamily="18" charset="0"/>
                          </a:rPr>
                          <m:t>𝐷𝑟𝑖𝑓𝑡</m:t>
                        </m:r>
                      </m:e>
                    </m:acc>
                  </m:oMath>
                </a14:m>
                <a:r>
                  <a:rPr lang="en-GB" sz="2800" b="0" i="1">
                    <a:solidFill>
                      <a:schemeClr val="tx1"/>
                    </a:solidFill>
                    <a:latin typeface="Cambria Math" panose="02040503050406030204" pitchFamily="18" charset="0"/>
                  </a:rPr>
                  <a:t> = </a:t>
                </a:r>
                <a14:m>
                  <m:oMath xmlns:m="http://schemas.openxmlformats.org/officeDocument/2006/math">
                    <m:nary>
                      <m:naryPr>
                        <m:ctrlPr>
                          <a:rPr lang="en-GB" sz="2800" b="0" i="1" smtClean="0">
                            <a:solidFill>
                              <a:schemeClr val="tx1"/>
                            </a:solidFill>
                            <a:latin typeface="Cambria Math" panose="02040503050406030204" pitchFamily="18" charset="0"/>
                          </a:rPr>
                        </m:ctrlPr>
                      </m:naryPr>
                      <m:sub>
                        <m:r>
                          <m:rPr>
                            <m:brk m:alnAt="23"/>
                          </m:rPr>
                          <a:rPr lang="en-GB" sz="2800" b="0" i="1" smtClean="0">
                            <a:solidFill>
                              <a:schemeClr val="tx1"/>
                            </a:solidFill>
                            <a:latin typeface="Cambria Math" panose="02040503050406030204" pitchFamily="18" charset="0"/>
                          </a:rPr>
                          <m:t>𝑎</m:t>
                        </m:r>
                      </m:sub>
                      <m:sup>
                        <m:r>
                          <a:rPr lang="en-GB" sz="2800" b="0" i="1" smtClean="0">
                            <a:solidFill>
                              <a:schemeClr val="tx1"/>
                            </a:solidFill>
                            <a:latin typeface="Cambria Math" panose="02040503050406030204" pitchFamily="18" charset="0"/>
                          </a:rPr>
                          <m:t>𝑏</m:t>
                        </m:r>
                      </m:sup>
                      <m:e>
                        <m:r>
                          <a:rPr lang="en-GB" sz="2800" b="0" i="1" smtClean="0">
                            <a:solidFill>
                              <a:schemeClr val="tx1"/>
                            </a:solidFill>
                            <a:latin typeface="Cambria Math" panose="02040503050406030204" pitchFamily="18" charset="0"/>
                          </a:rPr>
                          <m:t>𝑓</m:t>
                        </m:r>
                        <m:d>
                          <m:dPr>
                            <m:ctrlPr>
                              <a:rPr lang="en-GB" sz="2800" b="0" i="1" smtClean="0">
                                <a:solidFill>
                                  <a:schemeClr val="tx1"/>
                                </a:solidFill>
                                <a:latin typeface="Cambria Math" panose="02040503050406030204" pitchFamily="18" charset="0"/>
                              </a:rPr>
                            </m:ctrlPr>
                          </m:dPr>
                          <m:e>
                            <m:r>
                              <a:rPr lang="en-GB" sz="2800" b="0" i="1" smtClean="0">
                                <a:solidFill>
                                  <a:schemeClr val="tx1"/>
                                </a:solidFill>
                                <a:latin typeface="Cambria Math" panose="02040503050406030204" pitchFamily="18" charset="0"/>
                              </a:rPr>
                              <m:t>𝑧</m:t>
                            </m:r>
                          </m:e>
                        </m:d>
                        <m:r>
                          <a:rPr lang="en-GB" sz="2800" b="0" i="1" smtClean="0">
                            <a:solidFill>
                              <a:schemeClr val="tx1"/>
                            </a:solidFill>
                            <a:latin typeface="Cambria Math" panose="02040503050406030204" pitchFamily="18" charset="0"/>
                          </a:rPr>
                          <m:t>𝑑𝑧</m:t>
                        </m:r>
                      </m:e>
                    </m:nary>
                    <m:r>
                      <a:rPr lang="en-GB" sz="2800" b="0" i="1" smtClean="0">
                        <a:solidFill>
                          <a:schemeClr val="tx1"/>
                        </a:solidFill>
                        <a:latin typeface="Cambria Math" panose="02040503050406030204" pitchFamily="18" charset="0"/>
                      </a:rPr>
                      <m:t> − </m:t>
                    </m:r>
                    <m:nary>
                      <m:naryPr>
                        <m:ctrlPr>
                          <a:rPr lang="en-GB" sz="2800" b="0" i="1" smtClean="0">
                            <a:solidFill>
                              <a:schemeClr val="tx1"/>
                            </a:solidFill>
                            <a:latin typeface="Cambria Math" panose="02040503050406030204" pitchFamily="18" charset="0"/>
                          </a:rPr>
                        </m:ctrlPr>
                      </m:naryPr>
                      <m:sub>
                        <m:r>
                          <m:rPr>
                            <m:brk m:alnAt="23"/>
                          </m:rPr>
                          <a:rPr lang="en-GB" sz="2800" b="0" i="1" smtClean="0">
                            <a:solidFill>
                              <a:schemeClr val="tx1"/>
                            </a:solidFill>
                            <a:latin typeface="Cambria Math" panose="02040503050406030204" pitchFamily="18" charset="0"/>
                          </a:rPr>
                          <m:t>𝑎</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𝑟</m:t>
                        </m:r>
                      </m:sub>
                      <m:sup>
                        <m:r>
                          <a:rPr lang="en-GB" sz="2800" b="0" i="1" smtClean="0">
                            <a:solidFill>
                              <a:schemeClr val="tx1"/>
                            </a:solidFill>
                            <a:latin typeface="Cambria Math" panose="02040503050406030204" pitchFamily="18" charset="0"/>
                          </a:rPr>
                          <m:t>𝑏</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𝑟</m:t>
                        </m:r>
                      </m:sup>
                      <m:e>
                        <m:r>
                          <a:rPr lang="en-GB" sz="2800" b="0" i="1" smtClean="0">
                            <a:solidFill>
                              <a:schemeClr val="tx1"/>
                            </a:solidFill>
                            <a:latin typeface="Cambria Math" panose="02040503050406030204" pitchFamily="18" charset="0"/>
                          </a:rPr>
                          <m:t>𝑓</m:t>
                        </m:r>
                        <m:d>
                          <m:dPr>
                            <m:ctrlPr>
                              <a:rPr lang="en-GB" sz="2800" b="0" i="1" smtClean="0">
                                <a:solidFill>
                                  <a:schemeClr val="tx1"/>
                                </a:solidFill>
                                <a:latin typeface="Cambria Math" panose="02040503050406030204" pitchFamily="18" charset="0"/>
                              </a:rPr>
                            </m:ctrlPr>
                          </m:dPr>
                          <m:e>
                            <m:r>
                              <a:rPr lang="en-GB" sz="2800" b="0" i="1" smtClean="0">
                                <a:solidFill>
                                  <a:schemeClr val="tx1"/>
                                </a:solidFill>
                                <a:latin typeface="Cambria Math" panose="02040503050406030204" pitchFamily="18" charset="0"/>
                              </a:rPr>
                              <m:t>𝑧</m:t>
                            </m:r>
                          </m:e>
                        </m:d>
                        <m:r>
                          <a:rPr lang="en-GB" sz="2800" b="0" i="1" smtClean="0">
                            <a:solidFill>
                              <a:schemeClr val="tx1"/>
                            </a:solidFill>
                            <a:latin typeface="Cambria Math" panose="02040503050406030204" pitchFamily="18" charset="0"/>
                          </a:rPr>
                          <m:t>𝑑𝑧</m:t>
                        </m:r>
                      </m:e>
                    </m:nary>
                  </m:oMath>
                </a14:m>
                <a:endParaRPr lang="en-GB" sz="2800" err="1">
                  <a:solidFill>
                    <a:schemeClr val="tx1"/>
                  </a:solidFill>
                </a:endParaRPr>
              </a:p>
            </p:txBody>
          </p:sp>
        </mc:Choice>
        <mc:Fallback xmlns="">
          <p:sp>
            <p:nvSpPr>
              <p:cNvPr id="13" name="TextBox 12">
                <a:extLst>
                  <a:ext uri="{FF2B5EF4-FFF2-40B4-BE49-F238E27FC236}">
                    <a16:creationId xmlns:a16="http://schemas.microsoft.com/office/drawing/2014/main" id="{B9765FA7-0D12-A9B7-DA34-AA9A53674C06}"/>
                  </a:ext>
                </a:extLst>
              </p:cNvPr>
              <p:cNvSpPr txBox="1">
                <a:spLocks noRot="1" noChangeAspect="1" noMove="1" noResize="1" noEditPoints="1" noAdjustHandles="1" noChangeArrowheads="1" noChangeShapeType="1" noTextEdit="1"/>
              </p:cNvSpPr>
              <p:nvPr/>
            </p:nvSpPr>
            <p:spPr>
              <a:xfrm>
                <a:off x="5219909" y="5717803"/>
                <a:ext cx="1752181" cy="497403"/>
              </a:xfrm>
              <a:prstGeom prst="rect">
                <a:avLst/>
              </a:prstGeom>
              <a:blipFill>
                <a:blip r:embed="rId7"/>
                <a:stretch>
                  <a:fillRect l="-150000" t="-3659" r="-149306" b="-46341"/>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37102CB8-A9CA-8E4D-20B0-2F525EAECA2F}"/>
              </a:ext>
            </a:extLst>
          </p:cNvPr>
          <p:cNvSpPr txBox="1"/>
          <p:nvPr/>
        </p:nvSpPr>
        <p:spPr>
          <a:xfrm>
            <a:off x="5963920" y="6435990"/>
            <a:ext cx="914400" cy="914400"/>
          </a:xfrm>
          <a:prstGeom prst="rect">
            <a:avLst/>
          </a:prstGeom>
        </p:spPr>
        <p:txBody>
          <a:bodyPr vert="horz" wrap="none" lIns="0" tIns="0" rIns="0" bIns="0" rtlCol="0">
            <a:noAutofit/>
          </a:bodyPr>
          <a:lstStyle/>
          <a:p>
            <a:pPr algn="l">
              <a:spcBef>
                <a:spcPts val="600"/>
              </a:spcBef>
            </a:pPr>
            <a:r>
              <a:rPr lang="en-GB" sz="1400" dirty="0">
                <a:solidFill>
                  <a:schemeClr val="accent4">
                    <a:lumMod val="75000"/>
                  </a:schemeClr>
                </a:solidFill>
              </a:rPr>
              <a:t>Near / Right Side</a:t>
            </a:r>
          </a:p>
        </p:txBody>
      </p:sp>
      <p:sp>
        <p:nvSpPr>
          <p:cNvPr id="14" name="TextBox 13">
            <a:extLst>
              <a:ext uri="{FF2B5EF4-FFF2-40B4-BE49-F238E27FC236}">
                <a16:creationId xmlns:a16="http://schemas.microsoft.com/office/drawing/2014/main" id="{91C6BFC0-05D3-DFBC-B890-1090837FCE70}"/>
              </a:ext>
            </a:extLst>
          </p:cNvPr>
          <p:cNvSpPr txBox="1"/>
          <p:nvPr/>
        </p:nvSpPr>
        <p:spPr>
          <a:xfrm>
            <a:off x="7811596" y="6435990"/>
            <a:ext cx="914400" cy="357862"/>
          </a:xfrm>
          <a:prstGeom prst="rect">
            <a:avLst/>
          </a:prstGeom>
        </p:spPr>
        <p:txBody>
          <a:bodyPr vert="horz" wrap="none" lIns="0" tIns="0" rIns="0" bIns="0" rtlCol="0">
            <a:noAutofit/>
          </a:bodyPr>
          <a:lstStyle/>
          <a:p>
            <a:pPr algn="l">
              <a:spcBef>
                <a:spcPts val="600"/>
              </a:spcBef>
            </a:pPr>
            <a:r>
              <a:rPr lang="en-GB" sz="1400" dirty="0">
                <a:solidFill>
                  <a:schemeClr val="accent4">
                    <a:lumMod val="75000"/>
                  </a:schemeClr>
                </a:solidFill>
              </a:rPr>
              <a:t>Far / Left Side</a:t>
            </a:r>
          </a:p>
        </p:txBody>
      </p:sp>
      <p:sp>
        <p:nvSpPr>
          <p:cNvPr id="15" name="TextBox 14">
            <a:extLst>
              <a:ext uri="{FF2B5EF4-FFF2-40B4-BE49-F238E27FC236}">
                <a16:creationId xmlns:a16="http://schemas.microsoft.com/office/drawing/2014/main" id="{5152D221-ACFD-787D-5C01-6590377AED61}"/>
              </a:ext>
            </a:extLst>
          </p:cNvPr>
          <p:cNvSpPr txBox="1"/>
          <p:nvPr/>
        </p:nvSpPr>
        <p:spPr>
          <a:xfrm>
            <a:off x="304798" y="2081677"/>
            <a:ext cx="2103783" cy="914400"/>
          </a:xfrm>
          <a:prstGeom prst="rect">
            <a:avLst/>
          </a:prstGeom>
        </p:spPr>
        <p:txBody>
          <a:bodyPr vert="horz" wrap="none" lIns="0" tIns="0" rIns="0" bIns="0" rtlCol="0">
            <a:noAutofit/>
          </a:bodyPr>
          <a:lstStyle/>
          <a:p>
            <a:pPr algn="r">
              <a:spcBef>
                <a:spcPts val="600"/>
              </a:spcBef>
            </a:pPr>
            <a:r>
              <a:rPr lang="en-GB" sz="1400" dirty="0">
                <a:solidFill>
                  <a:schemeClr val="accent4">
                    <a:lumMod val="75000"/>
                  </a:schemeClr>
                </a:solidFill>
              </a:rPr>
              <a:t>Near / Right Side</a:t>
            </a:r>
          </a:p>
          <a:p>
            <a:pPr algn="r">
              <a:spcBef>
                <a:spcPts val="600"/>
              </a:spcBef>
            </a:pPr>
            <a:r>
              <a:rPr lang="en-GB" sz="1400" dirty="0">
                <a:solidFill>
                  <a:schemeClr val="accent4">
                    <a:lumMod val="75000"/>
                  </a:schemeClr>
                </a:solidFill>
              </a:rPr>
              <a:t>Far / Left Side</a:t>
            </a:r>
          </a:p>
        </p:txBody>
      </p:sp>
      <p:cxnSp>
        <p:nvCxnSpPr>
          <p:cNvPr id="31" name="Straight Arrow Connector 30">
            <a:extLst>
              <a:ext uri="{FF2B5EF4-FFF2-40B4-BE49-F238E27FC236}">
                <a16:creationId xmlns:a16="http://schemas.microsoft.com/office/drawing/2014/main" id="{D6C307F1-3D01-F9BB-CA61-E3CED3DF0D0C}"/>
              </a:ext>
            </a:extLst>
          </p:cNvPr>
          <p:cNvCxnSpPr>
            <a:cxnSpLocks/>
          </p:cNvCxnSpPr>
          <p:nvPr/>
        </p:nvCxnSpPr>
        <p:spPr>
          <a:xfrm>
            <a:off x="2408581" y="2219944"/>
            <a:ext cx="603708"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4" name="Straight Arrow Connector 33">
            <a:extLst>
              <a:ext uri="{FF2B5EF4-FFF2-40B4-BE49-F238E27FC236}">
                <a16:creationId xmlns:a16="http://schemas.microsoft.com/office/drawing/2014/main" id="{159C5F3C-9DD5-A08E-6169-6B5652F2A297}"/>
              </a:ext>
            </a:extLst>
          </p:cNvPr>
          <p:cNvCxnSpPr>
            <a:cxnSpLocks/>
          </p:cNvCxnSpPr>
          <p:nvPr/>
        </p:nvCxnSpPr>
        <p:spPr>
          <a:xfrm>
            <a:off x="2414931" y="2494427"/>
            <a:ext cx="235113"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369216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2" grpId="0"/>
      <p:bldP spid="14"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185A3E9-B79D-12B7-F708-71AC5B19D76C}"/>
              </a:ext>
            </a:extLst>
          </p:cNvPr>
          <p:cNvSpPr/>
          <p:nvPr/>
        </p:nvSpPr>
        <p:spPr>
          <a:xfrm>
            <a:off x="4409616" y="855973"/>
            <a:ext cx="3433815" cy="343381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 name="Rectangle 7">
            <a:extLst>
              <a:ext uri="{FF2B5EF4-FFF2-40B4-BE49-F238E27FC236}">
                <a16:creationId xmlns:a16="http://schemas.microsoft.com/office/drawing/2014/main" id="{C21BA53C-BB63-3634-2323-DBE1A78E86D6}"/>
              </a:ext>
            </a:extLst>
          </p:cNvPr>
          <p:cNvSpPr/>
          <p:nvPr/>
        </p:nvSpPr>
        <p:spPr>
          <a:xfrm>
            <a:off x="7660268" y="855973"/>
            <a:ext cx="184806" cy="34338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 name="Rectangle 8">
            <a:extLst>
              <a:ext uri="{FF2B5EF4-FFF2-40B4-BE49-F238E27FC236}">
                <a16:creationId xmlns:a16="http://schemas.microsoft.com/office/drawing/2014/main" id="{5AC48B57-0EB8-DB03-D615-3D6C1DA7FFEE}"/>
              </a:ext>
            </a:extLst>
          </p:cNvPr>
          <p:cNvSpPr/>
          <p:nvPr/>
        </p:nvSpPr>
        <p:spPr>
          <a:xfrm>
            <a:off x="4409616" y="855973"/>
            <a:ext cx="2115009" cy="343381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2">
                  <a:lumMod val="50000"/>
                </a:schemeClr>
              </a:solidFill>
            </a:endParaRPr>
          </a:p>
        </p:txBody>
      </p:sp>
      <p:sp>
        <p:nvSpPr>
          <p:cNvPr id="11" name="Rectangle 10">
            <a:extLst>
              <a:ext uri="{FF2B5EF4-FFF2-40B4-BE49-F238E27FC236}">
                <a16:creationId xmlns:a16="http://schemas.microsoft.com/office/drawing/2014/main" id="{B678C752-E4CF-DF45-D940-8E358594231E}"/>
              </a:ext>
            </a:extLst>
          </p:cNvPr>
          <p:cNvSpPr/>
          <p:nvPr/>
        </p:nvSpPr>
        <p:spPr>
          <a:xfrm>
            <a:off x="187897" y="855973"/>
            <a:ext cx="3432173" cy="343217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2" name="Rectangle 11">
            <a:extLst>
              <a:ext uri="{FF2B5EF4-FFF2-40B4-BE49-F238E27FC236}">
                <a16:creationId xmlns:a16="http://schemas.microsoft.com/office/drawing/2014/main" id="{67E900DC-52A7-2137-A616-A337F014CD06}"/>
              </a:ext>
            </a:extLst>
          </p:cNvPr>
          <p:cNvSpPr/>
          <p:nvPr/>
        </p:nvSpPr>
        <p:spPr>
          <a:xfrm>
            <a:off x="3436995" y="855973"/>
            <a:ext cx="184718" cy="34321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3" name="Rectangle 12">
            <a:extLst>
              <a:ext uri="{FF2B5EF4-FFF2-40B4-BE49-F238E27FC236}">
                <a16:creationId xmlns:a16="http://schemas.microsoft.com/office/drawing/2014/main" id="{A2CE1BAA-326A-D25E-6C8E-898A609C238F}"/>
              </a:ext>
            </a:extLst>
          </p:cNvPr>
          <p:cNvSpPr/>
          <p:nvPr/>
        </p:nvSpPr>
        <p:spPr>
          <a:xfrm>
            <a:off x="1973769" y="855973"/>
            <a:ext cx="362245" cy="3432173"/>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5" name="Rectangle 14">
            <a:extLst>
              <a:ext uri="{FF2B5EF4-FFF2-40B4-BE49-F238E27FC236}">
                <a16:creationId xmlns:a16="http://schemas.microsoft.com/office/drawing/2014/main" id="{0AF2E79F-A78C-85BC-5453-2ADBDB0A1DE5}"/>
              </a:ext>
            </a:extLst>
          </p:cNvPr>
          <p:cNvSpPr/>
          <p:nvPr/>
        </p:nvSpPr>
        <p:spPr>
          <a:xfrm>
            <a:off x="8605128" y="855973"/>
            <a:ext cx="3432173" cy="343217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6" name="Rectangle 15">
            <a:extLst>
              <a:ext uri="{FF2B5EF4-FFF2-40B4-BE49-F238E27FC236}">
                <a16:creationId xmlns:a16="http://schemas.microsoft.com/office/drawing/2014/main" id="{D027365C-4A39-B1A6-0E07-740090C5F507}"/>
              </a:ext>
            </a:extLst>
          </p:cNvPr>
          <p:cNvSpPr/>
          <p:nvPr/>
        </p:nvSpPr>
        <p:spPr>
          <a:xfrm>
            <a:off x="11854226" y="855973"/>
            <a:ext cx="184718" cy="34321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7" name="Rectangle 16">
            <a:extLst>
              <a:ext uri="{FF2B5EF4-FFF2-40B4-BE49-F238E27FC236}">
                <a16:creationId xmlns:a16="http://schemas.microsoft.com/office/drawing/2014/main" id="{C7709253-8BBD-FE00-E713-CEE3F1DEBDD4}"/>
              </a:ext>
            </a:extLst>
          </p:cNvPr>
          <p:cNvSpPr/>
          <p:nvPr/>
        </p:nvSpPr>
        <p:spPr>
          <a:xfrm>
            <a:off x="8598228" y="855973"/>
            <a:ext cx="1785288" cy="3432173"/>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8" name="Equals 17">
            <a:extLst>
              <a:ext uri="{FF2B5EF4-FFF2-40B4-BE49-F238E27FC236}">
                <a16:creationId xmlns:a16="http://schemas.microsoft.com/office/drawing/2014/main" id="{D97BEBEB-B87C-C962-D9E6-957115CDB5BA}"/>
              </a:ext>
            </a:extLst>
          </p:cNvPr>
          <p:cNvSpPr/>
          <p:nvPr/>
        </p:nvSpPr>
        <p:spPr>
          <a:xfrm>
            <a:off x="3723826" y="2286309"/>
            <a:ext cx="542925" cy="571500"/>
          </a:xfrm>
          <a:prstGeom prst="mathEqual">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9" name="Minus Sign 18">
            <a:extLst>
              <a:ext uri="{FF2B5EF4-FFF2-40B4-BE49-F238E27FC236}">
                <a16:creationId xmlns:a16="http://schemas.microsoft.com/office/drawing/2014/main" id="{F61E9DF1-9A2D-EDE4-121F-5B9EAF37EF5B}"/>
              </a:ext>
            </a:extLst>
          </p:cNvPr>
          <p:cNvSpPr/>
          <p:nvPr/>
        </p:nvSpPr>
        <p:spPr>
          <a:xfrm>
            <a:off x="7889110" y="2219944"/>
            <a:ext cx="714375" cy="637866"/>
          </a:xfrm>
          <a:prstGeom prst="mathMinus">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6DA6D6B-EF2B-6527-FF1C-DC1ADFEB6B94}"/>
                  </a:ext>
                </a:extLst>
              </p:cNvPr>
              <p:cNvSpPr txBox="1"/>
              <p:nvPr/>
            </p:nvSpPr>
            <p:spPr>
              <a:xfrm>
                <a:off x="5271539" y="4691317"/>
                <a:ext cx="1752181" cy="49740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tx1"/>
                            </a:solidFill>
                            <a:latin typeface="Cambria Math" panose="02040503050406030204" pitchFamily="18" charset="0"/>
                          </a:rPr>
                        </m:ctrlPr>
                      </m:accPr>
                      <m:e>
                        <m:r>
                          <a:rPr lang="en-GB" sz="2800" b="0" i="1" smtClean="0">
                            <a:solidFill>
                              <a:schemeClr val="tx1"/>
                            </a:solidFill>
                            <a:latin typeface="Cambria Math" panose="02040503050406030204" pitchFamily="18" charset="0"/>
                          </a:rPr>
                          <m:t>𝐷𝑟𝑖𝑓𝑡</m:t>
                        </m:r>
                      </m:e>
                    </m:acc>
                  </m:oMath>
                </a14:m>
                <a:r>
                  <a:rPr lang="en-GB" sz="2800" b="0" i="1" dirty="0">
                    <a:solidFill>
                      <a:schemeClr val="tx1"/>
                    </a:solidFill>
                    <a:latin typeface="Cambria Math" panose="02040503050406030204" pitchFamily="18" charset="0"/>
                  </a:rPr>
                  <a:t> = </a:t>
                </a:r>
                <a14:m>
                  <m:oMath xmlns:m="http://schemas.openxmlformats.org/officeDocument/2006/math">
                    <m:nary>
                      <m:naryPr>
                        <m:ctrlPr>
                          <a:rPr lang="en-GB" sz="2800" b="0" i="1" smtClean="0">
                            <a:solidFill>
                              <a:schemeClr val="tx1"/>
                            </a:solidFill>
                            <a:latin typeface="Cambria Math" panose="02040503050406030204" pitchFamily="18" charset="0"/>
                          </a:rPr>
                        </m:ctrlPr>
                      </m:naryPr>
                      <m:sub>
                        <m:r>
                          <m:rPr>
                            <m:brk m:alnAt="23"/>
                          </m:rPr>
                          <a:rPr lang="en-GB" sz="2800" b="0" i="1" smtClean="0">
                            <a:solidFill>
                              <a:schemeClr val="tx1"/>
                            </a:solidFill>
                            <a:latin typeface="Cambria Math" panose="02040503050406030204" pitchFamily="18" charset="0"/>
                          </a:rPr>
                          <m:t>𝑎</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𝑟</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𝑖</m:t>
                        </m:r>
                      </m:sub>
                      <m:sup>
                        <m:r>
                          <a:rPr lang="en-GB" sz="2800" b="0" i="1" smtClean="0">
                            <a:solidFill>
                              <a:schemeClr val="tx1"/>
                            </a:solidFill>
                            <a:latin typeface="Cambria Math" panose="02040503050406030204" pitchFamily="18" charset="0"/>
                          </a:rPr>
                          <m:t>𝑏</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𝑟</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𝑖</m:t>
                        </m:r>
                      </m:sup>
                      <m:e>
                        <m:r>
                          <a:rPr lang="en-GB" sz="2800" b="0" i="1" smtClean="0">
                            <a:solidFill>
                              <a:schemeClr val="tx1"/>
                            </a:solidFill>
                            <a:latin typeface="Cambria Math" panose="02040503050406030204" pitchFamily="18" charset="0"/>
                          </a:rPr>
                          <m:t>𝑓</m:t>
                        </m:r>
                        <m:d>
                          <m:dPr>
                            <m:ctrlPr>
                              <a:rPr lang="en-GB" sz="2800" b="0" i="1" smtClean="0">
                                <a:solidFill>
                                  <a:schemeClr val="tx1"/>
                                </a:solidFill>
                                <a:latin typeface="Cambria Math" panose="02040503050406030204" pitchFamily="18" charset="0"/>
                              </a:rPr>
                            </m:ctrlPr>
                          </m:dPr>
                          <m:e>
                            <m:r>
                              <a:rPr lang="en-GB" sz="2800" b="0" i="1" smtClean="0">
                                <a:solidFill>
                                  <a:schemeClr val="tx1"/>
                                </a:solidFill>
                                <a:latin typeface="Cambria Math" panose="02040503050406030204" pitchFamily="18" charset="0"/>
                              </a:rPr>
                              <m:t>𝑧</m:t>
                            </m:r>
                          </m:e>
                        </m:d>
                        <m:r>
                          <a:rPr lang="en-GB" sz="2800" b="0" i="1" smtClean="0">
                            <a:solidFill>
                              <a:schemeClr val="tx1"/>
                            </a:solidFill>
                            <a:latin typeface="Cambria Math" panose="02040503050406030204" pitchFamily="18" charset="0"/>
                          </a:rPr>
                          <m:t>𝑑𝑧</m:t>
                        </m:r>
                      </m:e>
                    </m:nary>
                  </m:oMath>
                </a14:m>
                <a:endParaRPr lang="en-GB" sz="2800" dirty="0">
                  <a:solidFill>
                    <a:schemeClr val="tx1"/>
                  </a:solidFill>
                </a:endParaRPr>
              </a:p>
            </p:txBody>
          </p:sp>
        </mc:Choice>
        <mc:Fallback xmlns="">
          <p:sp>
            <p:nvSpPr>
              <p:cNvPr id="20" name="TextBox 19">
                <a:extLst>
                  <a:ext uri="{FF2B5EF4-FFF2-40B4-BE49-F238E27FC236}">
                    <a16:creationId xmlns:a16="http://schemas.microsoft.com/office/drawing/2014/main" id="{D6DA6D6B-EF2B-6527-FF1C-DC1ADFEB6B94}"/>
                  </a:ext>
                </a:extLst>
              </p:cNvPr>
              <p:cNvSpPr txBox="1">
                <a:spLocks noRot="1" noChangeAspect="1" noMove="1" noResize="1" noEditPoints="1" noAdjustHandles="1" noChangeArrowheads="1" noChangeShapeType="1" noTextEdit="1"/>
              </p:cNvSpPr>
              <p:nvPr/>
            </p:nvSpPr>
            <p:spPr>
              <a:xfrm>
                <a:off x="5271539" y="4691317"/>
                <a:ext cx="1752181" cy="497403"/>
              </a:xfrm>
              <a:prstGeom prst="rect">
                <a:avLst/>
              </a:prstGeom>
              <a:blipFill>
                <a:blip r:embed="rId3"/>
                <a:stretch>
                  <a:fillRect l="-48084" t="-2469" r="-47038" b="-493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B14602A-97FE-BCA4-0729-4B78FD86B4F4}"/>
                  </a:ext>
                </a:extLst>
              </p:cNvPr>
              <p:cNvSpPr txBox="1"/>
              <p:nvPr/>
            </p:nvSpPr>
            <p:spPr>
              <a:xfrm>
                <a:off x="9300614" y="4689676"/>
                <a:ext cx="1752181" cy="49740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tx1"/>
                            </a:solidFill>
                            <a:latin typeface="Cambria Math" panose="02040503050406030204" pitchFamily="18" charset="0"/>
                          </a:rPr>
                        </m:ctrlPr>
                      </m:accPr>
                      <m:e>
                        <m:r>
                          <a:rPr lang="en-GB" sz="2800" b="0" i="1" smtClean="0">
                            <a:solidFill>
                              <a:schemeClr val="tx1"/>
                            </a:solidFill>
                            <a:latin typeface="Cambria Math" panose="02040503050406030204" pitchFamily="18" charset="0"/>
                          </a:rPr>
                          <m:t>𝐷𝑟𝑖𝑓𝑡</m:t>
                        </m:r>
                      </m:e>
                    </m:acc>
                  </m:oMath>
                </a14:m>
                <a:r>
                  <a:rPr lang="en-GB" sz="2800" b="0" i="1">
                    <a:solidFill>
                      <a:schemeClr val="tx1"/>
                    </a:solidFill>
                    <a:latin typeface="Cambria Math" panose="02040503050406030204" pitchFamily="18" charset="0"/>
                  </a:rPr>
                  <a:t> = </a:t>
                </a:r>
                <a14:m>
                  <m:oMath xmlns:m="http://schemas.openxmlformats.org/officeDocument/2006/math">
                    <m:nary>
                      <m:naryPr>
                        <m:ctrlPr>
                          <a:rPr lang="en-GB" sz="2800" b="0" i="1" smtClean="0">
                            <a:solidFill>
                              <a:schemeClr val="tx1"/>
                            </a:solidFill>
                            <a:latin typeface="Cambria Math" panose="02040503050406030204" pitchFamily="18" charset="0"/>
                          </a:rPr>
                        </m:ctrlPr>
                      </m:naryPr>
                      <m:sub>
                        <m:r>
                          <m:rPr>
                            <m:brk m:alnAt="23"/>
                          </m:rPr>
                          <a:rPr lang="en-GB" sz="2800" b="0" i="1" smtClean="0">
                            <a:solidFill>
                              <a:schemeClr val="tx1"/>
                            </a:solidFill>
                            <a:latin typeface="Cambria Math" panose="02040503050406030204" pitchFamily="18" charset="0"/>
                          </a:rPr>
                          <m:t>𝑎</m:t>
                        </m:r>
                        <m:r>
                          <a:rPr lang="en-GB" sz="2800" b="0" i="1" smtClean="0">
                            <a:solidFill>
                              <a:schemeClr val="tx1"/>
                            </a:solidFill>
                            <a:latin typeface="Cambria Math" panose="02040503050406030204" pitchFamily="18" charset="0"/>
                          </a:rPr>
                          <m:t>+2</m:t>
                        </m:r>
                        <m:r>
                          <a:rPr lang="en-GB" sz="2800" b="0" i="1" smtClean="0">
                            <a:solidFill>
                              <a:schemeClr val="tx1"/>
                            </a:solidFill>
                            <a:latin typeface="Cambria Math" panose="02040503050406030204" pitchFamily="18" charset="0"/>
                          </a:rPr>
                          <m:t>𝑟</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𝑖</m:t>
                        </m:r>
                      </m:sub>
                      <m:sup>
                        <m:r>
                          <a:rPr lang="en-GB" sz="2800" b="0" i="1" smtClean="0">
                            <a:solidFill>
                              <a:schemeClr val="tx1"/>
                            </a:solidFill>
                            <a:latin typeface="Cambria Math" panose="02040503050406030204" pitchFamily="18" charset="0"/>
                          </a:rPr>
                          <m:t>𝑏</m:t>
                        </m:r>
                        <m:r>
                          <a:rPr lang="en-GB" sz="2800" b="0" i="1" smtClean="0">
                            <a:solidFill>
                              <a:schemeClr val="tx1"/>
                            </a:solidFill>
                            <a:latin typeface="Cambria Math" panose="02040503050406030204" pitchFamily="18" charset="0"/>
                          </a:rPr>
                          <m:t>+2</m:t>
                        </m:r>
                        <m:r>
                          <a:rPr lang="en-GB" sz="2800" b="0" i="1" smtClean="0">
                            <a:solidFill>
                              <a:schemeClr val="tx1"/>
                            </a:solidFill>
                            <a:latin typeface="Cambria Math" panose="02040503050406030204" pitchFamily="18" charset="0"/>
                          </a:rPr>
                          <m:t>𝑟</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𝑖</m:t>
                        </m:r>
                      </m:sup>
                      <m:e>
                        <m:r>
                          <a:rPr lang="en-GB" sz="2800" b="0" i="1" smtClean="0">
                            <a:solidFill>
                              <a:schemeClr val="tx1"/>
                            </a:solidFill>
                            <a:latin typeface="Cambria Math" panose="02040503050406030204" pitchFamily="18" charset="0"/>
                          </a:rPr>
                          <m:t>𝑓</m:t>
                        </m:r>
                        <m:d>
                          <m:dPr>
                            <m:ctrlPr>
                              <a:rPr lang="en-GB" sz="2800" b="0" i="1" smtClean="0">
                                <a:solidFill>
                                  <a:schemeClr val="tx1"/>
                                </a:solidFill>
                                <a:latin typeface="Cambria Math" panose="02040503050406030204" pitchFamily="18" charset="0"/>
                              </a:rPr>
                            </m:ctrlPr>
                          </m:dPr>
                          <m:e>
                            <m:r>
                              <a:rPr lang="en-GB" sz="2800" b="0" i="1" smtClean="0">
                                <a:solidFill>
                                  <a:schemeClr val="tx1"/>
                                </a:solidFill>
                                <a:latin typeface="Cambria Math" panose="02040503050406030204" pitchFamily="18" charset="0"/>
                              </a:rPr>
                              <m:t>𝑧</m:t>
                            </m:r>
                          </m:e>
                        </m:d>
                        <m:r>
                          <a:rPr lang="en-GB" sz="2800" b="0" i="1" smtClean="0">
                            <a:solidFill>
                              <a:schemeClr val="tx1"/>
                            </a:solidFill>
                            <a:latin typeface="Cambria Math" panose="02040503050406030204" pitchFamily="18" charset="0"/>
                          </a:rPr>
                          <m:t>𝑑𝑧</m:t>
                        </m:r>
                      </m:e>
                    </m:nary>
                  </m:oMath>
                </a14:m>
                <a:endParaRPr lang="en-GB" sz="2800" err="1">
                  <a:solidFill>
                    <a:schemeClr val="tx1"/>
                  </a:solidFill>
                </a:endParaRPr>
              </a:p>
            </p:txBody>
          </p:sp>
        </mc:Choice>
        <mc:Fallback xmlns="">
          <p:sp>
            <p:nvSpPr>
              <p:cNvPr id="21" name="TextBox 20">
                <a:extLst>
                  <a:ext uri="{FF2B5EF4-FFF2-40B4-BE49-F238E27FC236}">
                    <a16:creationId xmlns:a16="http://schemas.microsoft.com/office/drawing/2014/main" id="{FB14602A-97FE-BCA4-0729-4B78FD86B4F4}"/>
                  </a:ext>
                </a:extLst>
              </p:cNvPr>
              <p:cNvSpPr txBox="1">
                <a:spLocks noRot="1" noChangeAspect="1" noMove="1" noResize="1" noEditPoints="1" noAdjustHandles="1" noChangeArrowheads="1" noChangeShapeType="1" noTextEdit="1"/>
              </p:cNvSpPr>
              <p:nvPr/>
            </p:nvSpPr>
            <p:spPr>
              <a:xfrm>
                <a:off x="9300614" y="4689676"/>
                <a:ext cx="1752181" cy="497403"/>
              </a:xfrm>
              <a:prstGeom prst="rect">
                <a:avLst/>
              </a:prstGeom>
              <a:blipFill>
                <a:blip r:embed="rId4"/>
                <a:stretch>
                  <a:fillRect l="-52265" t="-2439" r="-51568" b="-48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C6DAF7C-4C32-D23A-128A-2755BA791A62}"/>
                  </a:ext>
                </a:extLst>
              </p:cNvPr>
              <p:cNvSpPr txBox="1"/>
              <p:nvPr/>
            </p:nvSpPr>
            <p:spPr>
              <a:xfrm>
                <a:off x="897863" y="4743214"/>
                <a:ext cx="1752181" cy="497403"/>
              </a:xfrm>
              <a:prstGeom prst="rect">
                <a:avLst/>
              </a:prstGeom>
            </p:spPr>
            <p:txBody>
              <a:bodyPr vert="horz" wrap="none" lIns="0" tIns="0" rIns="0" bIns="0" rtlCol="0">
                <a:noAutofit/>
              </a:bodyPr>
              <a:lstStyle/>
              <a:p>
                <a:pPr algn="ctr">
                  <a:spcBef>
                    <a:spcPts val="600"/>
                  </a:spcBef>
                </a:pPr>
                <a14:m>
                  <m:oMathPara xmlns:m="http://schemas.openxmlformats.org/officeDocument/2006/math">
                    <m:oMathParaPr>
                      <m:jc m:val="centerGroup"/>
                    </m:oMathParaPr>
                    <m:oMath xmlns:m="http://schemas.openxmlformats.org/officeDocument/2006/math">
                      <m:acc>
                        <m:accPr>
                          <m:chr m:val="̅"/>
                          <m:ctrlPr>
                            <a:rPr lang="en-GB" sz="2800" i="1" smtClean="0">
                              <a:solidFill>
                                <a:schemeClr val="tx1"/>
                              </a:solidFill>
                              <a:latin typeface="Cambria Math" panose="02040503050406030204" pitchFamily="18" charset="0"/>
                            </a:rPr>
                          </m:ctrlPr>
                        </m:accPr>
                        <m:e>
                          <m:r>
                            <a:rPr lang="en-GB" sz="2800" b="0" i="1" smtClean="0">
                              <a:solidFill>
                                <a:schemeClr val="tx1"/>
                              </a:solidFill>
                              <a:latin typeface="Cambria Math" panose="02040503050406030204" pitchFamily="18" charset="0"/>
                            </a:rPr>
                            <m:t>𝐷𝑟𝑖𝑓𝑡</m:t>
                          </m:r>
                        </m:e>
                      </m:acc>
                      <m:r>
                        <a:rPr lang="en-GB" sz="2800" b="0" i="1" smtClean="0">
                          <a:solidFill>
                            <a:schemeClr val="tx1"/>
                          </a:solidFill>
                          <a:latin typeface="Cambria Math" panose="02040503050406030204" pitchFamily="18" charset="0"/>
                        </a:rPr>
                        <m:t>= ?</m:t>
                      </m:r>
                    </m:oMath>
                  </m:oMathPara>
                </a14:m>
                <a:endParaRPr lang="en-GB" sz="2800" err="1">
                  <a:solidFill>
                    <a:schemeClr val="tx1"/>
                  </a:solidFill>
                </a:endParaRPr>
              </a:p>
            </p:txBody>
          </p:sp>
        </mc:Choice>
        <mc:Fallback xmlns="">
          <p:sp>
            <p:nvSpPr>
              <p:cNvPr id="22" name="TextBox 21">
                <a:extLst>
                  <a:ext uri="{FF2B5EF4-FFF2-40B4-BE49-F238E27FC236}">
                    <a16:creationId xmlns:a16="http://schemas.microsoft.com/office/drawing/2014/main" id="{8C6DAF7C-4C32-D23A-128A-2755BA791A62}"/>
                  </a:ext>
                </a:extLst>
              </p:cNvPr>
              <p:cNvSpPr txBox="1">
                <a:spLocks noRot="1" noChangeAspect="1" noMove="1" noResize="1" noEditPoints="1" noAdjustHandles="1" noChangeArrowheads="1" noChangeShapeType="1" noTextEdit="1"/>
              </p:cNvSpPr>
              <p:nvPr/>
            </p:nvSpPr>
            <p:spPr>
              <a:xfrm>
                <a:off x="897863" y="4743214"/>
                <a:ext cx="1752181" cy="497403"/>
              </a:xfrm>
              <a:prstGeom prst="rect">
                <a:avLst/>
              </a:prstGeom>
              <a:blipFill>
                <a:blip r:embed="rId5"/>
                <a:stretch>
                  <a:fillRect/>
                </a:stretch>
              </a:blipFill>
            </p:spPr>
            <p:txBody>
              <a:bodyPr/>
              <a:lstStyle/>
              <a:p>
                <a:r>
                  <a:rPr lang="en-US">
                    <a:noFill/>
                  </a:rPr>
                  <a:t> </a:t>
                </a:r>
              </a:p>
            </p:txBody>
          </p:sp>
        </mc:Fallback>
      </mc:AlternateContent>
      <p:sp>
        <p:nvSpPr>
          <p:cNvPr id="23" name="Title 1">
            <a:extLst>
              <a:ext uri="{FF2B5EF4-FFF2-40B4-BE49-F238E27FC236}">
                <a16:creationId xmlns:a16="http://schemas.microsoft.com/office/drawing/2014/main" id="{F4CAA639-956B-E5E4-E1F6-ADB1E0E19339}"/>
              </a:ext>
            </a:extLst>
          </p:cNvPr>
          <p:cNvSpPr>
            <a:spLocks noGrp="1"/>
          </p:cNvSpPr>
          <p:nvPr>
            <p:ph type="title"/>
          </p:nvPr>
        </p:nvSpPr>
        <p:spPr/>
        <p:txBody>
          <a:bodyPr/>
          <a:lstStyle/>
          <a:p>
            <a:r>
              <a:rPr lang="en-GB"/>
              <a:t>Theory – Parallel Bands, Novel Idea</a:t>
            </a:r>
          </a:p>
        </p:txBody>
      </p:sp>
      <p:sp>
        <p:nvSpPr>
          <p:cNvPr id="29" name="Rectangle 28">
            <a:extLst>
              <a:ext uri="{FF2B5EF4-FFF2-40B4-BE49-F238E27FC236}">
                <a16:creationId xmlns:a16="http://schemas.microsoft.com/office/drawing/2014/main" id="{26248EDD-5E4E-4B56-44AC-00FE6331EC0D}"/>
              </a:ext>
            </a:extLst>
          </p:cNvPr>
          <p:cNvSpPr/>
          <p:nvPr/>
        </p:nvSpPr>
        <p:spPr>
          <a:xfrm>
            <a:off x="2698173" y="855973"/>
            <a:ext cx="362245" cy="3432173"/>
          </a:xfrm>
          <a:prstGeom prst="rect">
            <a:avLst/>
          </a:prstGeom>
          <a:solidFill>
            <a:srgbClr val="B6FF8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cxnSp>
        <p:nvCxnSpPr>
          <p:cNvPr id="31" name="Straight Arrow Connector 30">
            <a:extLst>
              <a:ext uri="{FF2B5EF4-FFF2-40B4-BE49-F238E27FC236}">
                <a16:creationId xmlns:a16="http://schemas.microsoft.com/office/drawing/2014/main" id="{C0BF3DFD-0EFB-363B-58E3-FDEC746681C8}"/>
              </a:ext>
            </a:extLst>
          </p:cNvPr>
          <p:cNvCxnSpPr>
            <a:cxnSpLocks/>
            <a:stCxn id="22" idx="0"/>
            <a:endCxn id="13" idx="2"/>
          </p:cNvCxnSpPr>
          <p:nvPr/>
        </p:nvCxnSpPr>
        <p:spPr>
          <a:xfrm flipV="1">
            <a:off x="1773954" y="4288146"/>
            <a:ext cx="380938" cy="45506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B283ABC-BAF7-09BF-02FE-3D3A42D8A1F2}"/>
                  </a:ext>
                </a:extLst>
              </p:cNvPr>
              <p:cNvSpPr txBox="1"/>
              <p:nvPr/>
            </p:nvSpPr>
            <p:spPr>
              <a:xfrm>
                <a:off x="3060418" y="4339543"/>
                <a:ext cx="914400" cy="914400"/>
              </a:xfrm>
              <a:prstGeom prst="rect">
                <a:avLst/>
              </a:prstGeom>
            </p:spPr>
            <p:txBody>
              <a:bodyPr vert="horz" wrap="none" lIns="0" tIns="0" rIns="0" bIns="0" rtlCol="0">
                <a:noAutofit/>
              </a:bodyPr>
              <a:lstStyle/>
              <a:p>
                <a:pPr algn="l">
                  <a:spcBef>
                    <a:spcPts val="600"/>
                  </a:spcBef>
                </a:pPr>
                <a:r>
                  <a:rPr lang="en-GB" sz="1400"/>
                  <a:t>Row width </a:t>
                </a:r>
                <a14:m>
                  <m:oMath xmlns:m="http://schemas.openxmlformats.org/officeDocument/2006/math">
                    <m:r>
                      <a:rPr lang="en-GB" sz="1400" i="1" dirty="0" smtClean="0">
                        <a:latin typeface="Cambria Math" panose="02040503050406030204" pitchFamily="18" charset="0"/>
                      </a:rPr>
                      <m:t>𝑟</m:t>
                    </m:r>
                  </m:oMath>
                </a14:m>
                <a:endParaRPr lang="en-GB" sz="1400"/>
              </a:p>
              <a:p>
                <a:pPr algn="l">
                  <a:spcBef>
                    <a:spcPts val="600"/>
                  </a:spcBef>
                </a:pPr>
                <a:r>
                  <a:rPr lang="en-GB" sz="1400"/>
                  <a:t>Inter row width </a:t>
                </a:r>
                <a14:m>
                  <m:oMath xmlns:m="http://schemas.openxmlformats.org/officeDocument/2006/math">
                    <m:r>
                      <a:rPr lang="en-GB" sz="1400" i="1" dirty="0" smtClean="0">
                        <a:latin typeface="Cambria Math" panose="02040503050406030204" pitchFamily="18" charset="0"/>
                      </a:rPr>
                      <m:t>𝑖</m:t>
                    </m:r>
                  </m:oMath>
                </a14:m>
                <a:endParaRPr lang="en-GB" sz="1400"/>
              </a:p>
            </p:txBody>
          </p:sp>
        </mc:Choice>
        <mc:Fallback xmlns="">
          <p:sp>
            <p:nvSpPr>
              <p:cNvPr id="34" name="TextBox 33">
                <a:extLst>
                  <a:ext uri="{FF2B5EF4-FFF2-40B4-BE49-F238E27FC236}">
                    <a16:creationId xmlns:a16="http://schemas.microsoft.com/office/drawing/2014/main" id="{DB283ABC-BAF7-09BF-02FE-3D3A42D8A1F2}"/>
                  </a:ext>
                </a:extLst>
              </p:cNvPr>
              <p:cNvSpPr txBox="1">
                <a:spLocks noRot="1" noChangeAspect="1" noMove="1" noResize="1" noEditPoints="1" noAdjustHandles="1" noChangeArrowheads="1" noChangeShapeType="1" noTextEdit="1"/>
              </p:cNvSpPr>
              <p:nvPr/>
            </p:nvSpPr>
            <p:spPr>
              <a:xfrm>
                <a:off x="3060418" y="4339543"/>
                <a:ext cx="914400" cy="914400"/>
              </a:xfrm>
              <a:prstGeom prst="rect">
                <a:avLst/>
              </a:prstGeom>
              <a:blipFill>
                <a:blip r:embed="rId6"/>
                <a:stretch>
                  <a:fillRect l="-12000" t="-6000" r="-44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FCF5876-6536-C60B-9CF0-5218A55F2DB7}"/>
                  </a:ext>
                </a:extLst>
              </p:cNvPr>
              <p:cNvSpPr txBox="1"/>
              <p:nvPr/>
            </p:nvSpPr>
            <p:spPr>
              <a:xfrm>
                <a:off x="5219909" y="5717803"/>
                <a:ext cx="1752181" cy="49740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tx1"/>
                            </a:solidFill>
                            <a:latin typeface="Cambria Math" panose="02040503050406030204" pitchFamily="18" charset="0"/>
                          </a:rPr>
                        </m:ctrlPr>
                      </m:accPr>
                      <m:e>
                        <m:r>
                          <a:rPr lang="en-GB" sz="2800" b="0" i="1" smtClean="0">
                            <a:solidFill>
                              <a:schemeClr val="tx1"/>
                            </a:solidFill>
                            <a:latin typeface="Cambria Math" panose="02040503050406030204" pitchFamily="18" charset="0"/>
                          </a:rPr>
                          <m:t>𝑆𝑒𝑐𝑜𝑛𝑑</m:t>
                        </m:r>
                        <m:r>
                          <a:rPr lang="en-GB" sz="2800" b="0" i="1" smtClean="0">
                            <a:solidFill>
                              <a:schemeClr val="tx1"/>
                            </a:solidFill>
                            <a:latin typeface="Cambria Math" panose="02040503050406030204" pitchFamily="18" charset="0"/>
                          </a:rPr>
                          <m:t> </m:t>
                        </m:r>
                        <m:r>
                          <a:rPr lang="en-GB" sz="2800" b="0" i="1" smtClean="0">
                            <a:solidFill>
                              <a:schemeClr val="tx1"/>
                            </a:solidFill>
                            <a:latin typeface="Cambria Math" panose="02040503050406030204" pitchFamily="18" charset="0"/>
                          </a:rPr>
                          <m:t>𝐵𝑎𝑛𝑑</m:t>
                        </m:r>
                        <m:r>
                          <a:rPr lang="en-GB" sz="2800" b="0" i="1" smtClean="0">
                            <a:solidFill>
                              <a:schemeClr val="tx1"/>
                            </a:solidFill>
                            <a:latin typeface="Cambria Math" panose="02040503050406030204" pitchFamily="18" charset="0"/>
                          </a:rPr>
                          <m:t> </m:t>
                        </m:r>
                        <m:r>
                          <a:rPr lang="en-GB" sz="2800" b="0" i="1" smtClean="0">
                            <a:solidFill>
                              <a:schemeClr val="tx1"/>
                            </a:solidFill>
                            <a:latin typeface="Cambria Math" panose="02040503050406030204" pitchFamily="18" charset="0"/>
                          </a:rPr>
                          <m:t>𝐷𝑟𝑖𝑓𝑡</m:t>
                        </m:r>
                      </m:e>
                    </m:acc>
                  </m:oMath>
                </a14:m>
                <a:r>
                  <a:rPr lang="en-GB" sz="2800" b="0" i="1">
                    <a:solidFill>
                      <a:schemeClr val="tx1"/>
                    </a:solidFill>
                    <a:latin typeface="Cambria Math" panose="02040503050406030204" pitchFamily="18" charset="0"/>
                  </a:rPr>
                  <a:t> = </a:t>
                </a:r>
                <a14:m>
                  <m:oMath xmlns:m="http://schemas.openxmlformats.org/officeDocument/2006/math">
                    <m:nary>
                      <m:naryPr>
                        <m:ctrlPr>
                          <a:rPr lang="en-GB" sz="2800" b="0" i="1" smtClean="0">
                            <a:solidFill>
                              <a:schemeClr val="tx1"/>
                            </a:solidFill>
                            <a:latin typeface="Cambria Math" panose="02040503050406030204" pitchFamily="18" charset="0"/>
                          </a:rPr>
                        </m:ctrlPr>
                      </m:naryPr>
                      <m:sub>
                        <m:r>
                          <m:rPr>
                            <m:brk m:alnAt="23"/>
                          </m:rPr>
                          <a:rPr lang="en-GB" sz="2800" b="0" i="1" smtClean="0">
                            <a:solidFill>
                              <a:schemeClr val="tx1"/>
                            </a:solidFill>
                            <a:latin typeface="Cambria Math" panose="02040503050406030204" pitchFamily="18" charset="0"/>
                          </a:rPr>
                          <m:t>𝑎</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𝑟</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𝑖</m:t>
                        </m:r>
                      </m:sub>
                      <m:sup>
                        <m:r>
                          <a:rPr lang="en-GB" sz="2800" b="0" i="1" smtClean="0">
                            <a:solidFill>
                              <a:schemeClr val="tx1"/>
                            </a:solidFill>
                            <a:latin typeface="Cambria Math" panose="02040503050406030204" pitchFamily="18" charset="0"/>
                          </a:rPr>
                          <m:t>𝑏</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𝑟</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𝑖</m:t>
                        </m:r>
                      </m:sup>
                      <m:e>
                        <m:r>
                          <a:rPr lang="en-GB" sz="2800" b="0" i="1" smtClean="0">
                            <a:solidFill>
                              <a:schemeClr val="tx1"/>
                            </a:solidFill>
                            <a:latin typeface="Cambria Math" panose="02040503050406030204" pitchFamily="18" charset="0"/>
                          </a:rPr>
                          <m:t>𝑓</m:t>
                        </m:r>
                        <m:d>
                          <m:dPr>
                            <m:ctrlPr>
                              <a:rPr lang="en-GB" sz="2800" b="0" i="1" smtClean="0">
                                <a:solidFill>
                                  <a:schemeClr val="tx1"/>
                                </a:solidFill>
                                <a:latin typeface="Cambria Math" panose="02040503050406030204" pitchFamily="18" charset="0"/>
                              </a:rPr>
                            </m:ctrlPr>
                          </m:dPr>
                          <m:e>
                            <m:r>
                              <a:rPr lang="en-GB" sz="2800" b="0" i="1" smtClean="0">
                                <a:solidFill>
                                  <a:schemeClr val="tx1"/>
                                </a:solidFill>
                                <a:latin typeface="Cambria Math" panose="02040503050406030204" pitchFamily="18" charset="0"/>
                              </a:rPr>
                              <m:t>𝑧</m:t>
                            </m:r>
                          </m:e>
                        </m:d>
                        <m:r>
                          <a:rPr lang="en-GB" sz="2800" b="0" i="1" smtClean="0">
                            <a:solidFill>
                              <a:schemeClr val="tx1"/>
                            </a:solidFill>
                            <a:latin typeface="Cambria Math" panose="02040503050406030204" pitchFamily="18" charset="0"/>
                          </a:rPr>
                          <m:t>𝑑𝑧</m:t>
                        </m:r>
                      </m:e>
                    </m:nary>
                    <m:r>
                      <a:rPr lang="en-GB" sz="2800" b="0" i="1" smtClean="0">
                        <a:solidFill>
                          <a:schemeClr val="tx1"/>
                        </a:solidFill>
                        <a:latin typeface="Cambria Math" panose="02040503050406030204" pitchFamily="18" charset="0"/>
                      </a:rPr>
                      <m:t> − </m:t>
                    </m:r>
                    <m:nary>
                      <m:naryPr>
                        <m:ctrlPr>
                          <a:rPr lang="en-GB" sz="2800" b="0" i="1" smtClean="0">
                            <a:solidFill>
                              <a:schemeClr val="tx1"/>
                            </a:solidFill>
                            <a:latin typeface="Cambria Math" panose="02040503050406030204" pitchFamily="18" charset="0"/>
                          </a:rPr>
                        </m:ctrlPr>
                      </m:naryPr>
                      <m:sub>
                        <m:r>
                          <m:rPr>
                            <m:brk m:alnAt="23"/>
                          </m:rPr>
                          <a:rPr lang="en-GB" sz="2800" b="0" i="1" smtClean="0">
                            <a:solidFill>
                              <a:schemeClr val="tx1"/>
                            </a:solidFill>
                            <a:latin typeface="Cambria Math" panose="02040503050406030204" pitchFamily="18" charset="0"/>
                          </a:rPr>
                          <m:t>𝑎</m:t>
                        </m:r>
                        <m:r>
                          <a:rPr lang="en-GB" sz="2800" b="0" i="1" smtClean="0">
                            <a:solidFill>
                              <a:schemeClr val="tx1"/>
                            </a:solidFill>
                            <a:latin typeface="Cambria Math" panose="02040503050406030204" pitchFamily="18" charset="0"/>
                          </a:rPr>
                          <m:t>+2</m:t>
                        </m:r>
                        <m:r>
                          <a:rPr lang="en-GB" sz="2800" b="0" i="1" smtClean="0">
                            <a:solidFill>
                              <a:schemeClr val="tx1"/>
                            </a:solidFill>
                            <a:latin typeface="Cambria Math" panose="02040503050406030204" pitchFamily="18" charset="0"/>
                          </a:rPr>
                          <m:t>𝑟</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𝑖</m:t>
                        </m:r>
                      </m:sub>
                      <m:sup>
                        <m:r>
                          <a:rPr lang="en-GB" sz="2800" b="0" i="1" smtClean="0">
                            <a:solidFill>
                              <a:schemeClr val="tx1"/>
                            </a:solidFill>
                            <a:latin typeface="Cambria Math" panose="02040503050406030204" pitchFamily="18" charset="0"/>
                          </a:rPr>
                          <m:t>𝑏</m:t>
                        </m:r>
                        <m:r>
                          <a:rPr lang="en-GB" sz="2800" b="0" i="1" smtClean="0">
                            <a:solidFill>
                              <a:schemeClr val="tx1"/>
                            </a:solidFill>
                            <a:latin typeface="Cambria Math" panose="02040503050406030204" pitchFamily="18" charset="0"/>
                          </a:rPr>
                          <m:t>+2</m:t>
                        </m:r>
                        <m:r>
                          <a:rPr lang="en-GB" sz="2800" b="0" i="1" smtClean="0">
                            <a:solidFill>
                              <a:schemeClr val="tx1"/>
                            </a:solidFill>
                            <a:latin typeface="Cambria Math" panose="02040503050406030204" pitchFamily="18" charset="0"/>
                          </a:rPr>
                          <m:t>𝑟</m:t>
                        </m:r>
                        <m:r>
                          <a:rPr lang="en-GB" sz="2800" b="0" i="1" smtClean="0">
                            <a:solidFill>
                              <a:schemeClr val="tx1"/>
                            </a:solidFill>
                            <a:latin typeface="Cambria Math" panose="02040503050406030204" pitchFamily="18" charset="0"/>
                          </a:rPr>
                          <m:t>+</m:t>
                        </m:r>
                        <m:r>
                          <a:rPr lang="en-GB" sz="2800" b="0" i="1" smtClean="0">
                            <a:solidFill>
                              <a:schemeClr val="tx1"/>
                            </a:solidFill>
                            <a:latin typeface="Cambria Math" panose="02040503050406030204" pitchFamily="18" charset="0"/>
                          </a:rPr>
                          <m:t>𝑖</m:t>
                        </m:r>
                      </m:sup>
                      <m:e>
                        <m:r>
                          <a:rPr lang="en-GB" sz="2800" b="0" i="1" smtClean="0">
                            <a:solidFill>
                              <a:schemeClr val="tx1"/>
                            </a:solidFill>
                            <a:latin typeface="Cambria Math" panose="02040503050406030204" pitchFamily="18" charset="0"/>
                          </a:rPr>
                          <m:t>𝑓</m:t>
                        </m:r>
                        <m:d>
                          <m:dPr>
                            <m:ctrlPr>
                              <a:rPr lang="en-GB" sz="2800" b="0" i="1" smtClean="0">
                                <a:solidFill>
                                  <a:schemeClr val="tx1"/>
                                </a:solidFill>
                                <a:latin typeface="Cambria Math" panose="02040503050406030204" pitchFamily="18" charset="0"/>
                              </a:rPr>
                            </m:ctrlPr>
                          </m:dPr>
                          <m:e>
                            <m:r>
                              <a:rPr lang="en-GB" sz="2800" b="0" i="1" smtClean="0">
                                <a:solidFill>
                                  <a:schemeClr val="tx1"/>
                                </a:solidFill>
                                <a:latin typeface="Cambria Math" panose="02040503050406030204" pitchFamily="18" charset="0"/>
                              </a:rPr>
                              <m:t>𝑧</m:t>
                            </m:r>
                          </m:e>
                        </m:d>
                        <m:r>
                          <a:rPr lang="en-GB" sz="2800" b="0" i="1" smtClean="0">
                            <a:solidFill>
                              <a:schemeClr val="tx1"/>
                            </a:solidFill>
                            <a:latin typeface="Cambria Math" panose="02040503050406030204" pitchFamily="18" charset="0"/>
                          </a:rPr>
                          <m:t>𝑑𝑧</m:t>
                        </m:r>
                      </m:e>
                    </m:nary>
                  </m:oMath>
                </a14:m>
                <a:endParaRPr lang="en-GB" sz="2800" err="1">
                  <a:solidFill>
                    <a:schemeClr val="tx1"/>
                  </a:solidFill>
                </a:endParaRPr>
              </a:p>
            </p:txBody>
          </p:sp>
        </mc:Choice>
        <mc:Fallback xmlns="">
          <p:sp>
            <p:nvSpPr>
              <p:cNvPr id="35" name="TextBox 34">
                <a:extLst>
                  <a:ext uri="{FF2B5EF4-FFF2-40B4-BE49-F238E27FC236}">
                    <a16:creationId xmlns:a16="http://schemas.microsoft.com/office/drawing/2014/main" id="{6FCF5876-6536-C60B-9CF0-5218A55F2DB7}"/>
                  </a:ext>
                </a:extLst>
              </p:cNvPr>
              <p:cNvSpPr txBox="1">
                <a:spLocks noRot="1" noChangeAspect="1" noMove="1" noResize="1" noEditPoints="1" noAdjustHandles="1" noChangeArrowheads="1" noChangeShapeType="1" noTextEdit="1"/>
              </p:cNvSpPr>
              <p:nvPr/>
            </p:nvSpPr>
            <p:spPr>
              <a:xfrm>
                <a:off x="5219909" y="5717803"/>
                <a:ext cx="1752181" cy="497403"/>
              </a:xfrm>
              <a:prstGeom prst="rect">
                <a:avLst/>
              </a:prstGeom>
              <a:blipFill>
                <a:blip r:embed="rId7"/>
                <a:stretch>
                  <a:fillRect l="-189583" t="-2439" r="-188889" b="-47561"/>
                </a:stretch>
              </a:blipFill>
            </p:spPr>
            <p:txBody>
              <a:bodyPr/>
              <a:lstStyle/>
              <a:p>
                <a:r>
                  <a:rPr lang="en-US">
                    <a:noFill/>
                  </a:rPr>
                  <a:t> </a:t>
                </a:r>
              </a:p>
            </p:txBody>
          </p:sp>
        </mc:Fallback>
      </mc:AlternateContent>
    </p:spTree>
    <p:extLst>
      <p:ext uri="{BB962C8B-B14F-4D97-AF65-F5344CB8AC3E}">
        <p14:creationId xmlns:p14="http://schemas.microsoft.com/office/powerpoint/2010/main" val="314555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89F185D-B501-63A8-DF7F-F0B2D291F23F}"/>
              </a:ext>
            </a:extLst>
          </p:cNvPr>
          <p:cNvSpPr>
            <a:spLocks noGrp="1"/>
          </p:cNvSpPr>
          <p:nvPr>
            <p:ph type="title"/>
          </p:nvPr>
        </p:nvSpPr>
        <p:spPr/>
        <p:txBody>
          <a:bodyPr/>
          <a:lstStyle/>
          <a:p>
            <a:r>
              <a:rPr lang="en-GB"/>
              <a:t>Theory – Parallel Bands, Novel Idea</a:t>
            </a:r>
          </a:p>
        </p:txBody>
      </p:sp>
      <p:sp>
        <p:nvSpPr>
          <p:cNvPr id="3" name="Footer Placeholder 2">
            <a:extLst>
              <a:ext uri="{FF2B5EF4-FFF2-40B4-BE49-F238E27FC236}">
                <a16:creationId xmlns:a16="http://schemas.microsoft.com/office/drawing/2014/main" id="{61BC1329-FAE1-261B-C7C9-0AA12B20B81E}"/>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09DF6262-ED5E-3105-7AD2-118D07ED3A24}"/>
              </a:ext>
            </a:extLst>
          </p:cNvPr>
          <p:cNvSpPr>
            <a:spLocks noGrp="1"/>
          </p:cNvSpPr>
          <p:nvPr>
            <p:ph type="sldNum" sz="quarter" idx="12"/>
          </p:nvPr>
        </p:nvSpPr>
        <p:spPr/>
        <p:txBody>
          <a:bodyPr/>
          <a:lstStyle/>
          <a:p>
            <a:fld id="{7695D00A-BA34-4D39-8C84-2534822D6434}" type="slidenum">
              <a:rPr lang="en-GB" smtClean="0"/>
              <a:pPr/>
              <a:t>10</a:t>
            </a:fld>
            <a:endParaRPr lang="en-GB"/>
          </a:p>
        </p:txBody>
      </p:sp>
      <p:grpSp>
        <p:nvGrpSpPr>
          <p:cNvPr id="10" name="Group 9">
            <a:extLst>
              <a:ext uri="{FF2B5EF4-FFF2-40B4-BE49-F238E27FC236}">
                <a16:creationId xmlns:a16="http://schemas.microsoft.com/office/drawing/2014/main" id="{9A29756D-84CA-EC66-E6AB-9162ADCEB7A6}"/>
              </a:ext>
            </a:extLst>
          </p:cNvPr>
          <p:cNvGrpSpPr/>
          <p:nvPr/>
        </p:nvGrpSpPr>
        <p:grpSpPr>
          <a:xfrm>
            <a:off x="4016375" y="1133475"/>
            <a:ext cx="4295309" cy="3972018"/>
            <a:chOff x="14306364" y="6858000"/>
            <a:chExt cx="5660745" cy="5658036"/>
          </a:xfrm>
        </p:grpSpPr>
        <p:sp>
          <p:nvSpPr>
            <p:cNvPr id="11" name="Rectangle 10">
              <a:extLst>
                <a:ext uri="{FF2B5EF4-FFF2-40B4-BE49-F238E27FC236}">
                  <a16:creationId xmlns:a16="http://schemas.microsoft.com/office/drawing/2014/main" id="{3FCCE466-A9F6-6318-ECE7-18B00E6B096F}"/>
                </a:ext>
              </a:extLst>
            </p:cNvPr>
            <p:cNvSpPr/>
            <p:nvPr/>
          </p:nvSpPr>
          <p:spPr>
            <a:xfrm>
              <a:off x="14306364" y="6858000"/>
              <a:ext cx="5658036" cy="565803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2" name="Rectangle 11">
              <a:extLst>
                <a:ext uri="{FF2B5EF4-FFF2-40B4-BE49-F238E27FC236}">
                  <a16:creationId xmlns:a16="http://schemas.microsoft.com/office/drawing/2014/main" id="{379210A0-F4D4-97E2-3ACC-638730694265}"/>
                </a:ext>
              </a:extLst>
            </p:cNvPr>
            <p:cNvSpPr/>
            <p:nvPr/>
          </p:nvSpPr>
          <p:spPr>
            <a:xfrm>
              <a:off x="19662596" y="6858000"/>
              <a:ext cx="304513" cy="5658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3" name="Rectangle 12">
              <a:extLst>
                <a:ext uri="{FF2B5EF4-FFF2-40B4-BE49-F238E27FC236}">
                  <a16:creationId xmlns:a16="http://schemas.microsoft.com/office/drawing/2014/main" id="{79E2D10C-FDB2-7867-FA53-2528E971540D}"/>
                </a:ext>
              </a:extLst>
            </p:cNvPr>
            <p:cNvSpPr/>
            <p:nvPr/>
          </p:nvSpPr>
          <p:spPr>
            <a:xfrm>
              <a:off x="18365284"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Rectangle 13">
              <a:extLst>
                <a:ext uri="{FF2B5EF4-FFF2-40B4-BE49-F238E27FC236}">
                  <a16:creationId xmlns:a16="http://schemas.microsoft.com/office/drawing/2014/main" id="{8D4DB9AF-90CF-E153-C622-95D69A3959FD}"/>
                </a:ext>
              </a:extLst>
            </p:cNvPr>
            <p:cNvSpPr/>
            <p:nvPr/>
          </p:nvSpPr>
          <p:spPr>
            <a:xfrm>
              <a:off x="17122361"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5" name="Rectangle 14">
              <a:extLst>
                <a:ext uri="{FF2B5EF4-FFF2-40B4-BE49-F238E27FC236}">
                  <a16:creationId xmlns:a16="http://schemas.microsoft.com/office/drawing/2014/main" id="{D12AD1F1-1D8C-F8A5-F430-FB743E042DA4}"/>
                </a:ext>
              </a:extLst>
            </p:cNvPr>
            <p:cNvSpPr/>
            <p:nvPr/>
          </p:nvSpPr>
          <p:spPr>
            <a:xfrm>
              <a:off x="15879437"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6" name="Rectangle 15">
              <a:extLst>
                <a:ext uri="{FF2B5EF4-FFF2-40B4-BE49-F238E27FC236}">
                  <a16:creationId xmlns:a16="http://schemas.microsoft.com/office/drawing/2014/main" id="{8AC5100D-6B90-18B1-D889-3AAB32F92A54}"/>
                </a:ext>
              </a:extLst>
            </p:cNvPr>
            <p:cNvSpPr/>
            <p:nvPr/>
          </p:nvSpPr>
          <p:spPr>
            <a:xfrm>
              <a:off x="14636513"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9E3A0B2-EF92-5739-43FA-2B1FCAE2C534}"/>
                  </a:ext>
                </a:extLst>
              </p:cNvPr>
              <p:cNvSpPr txBox="1"/>
              <p:nvPr/>
            </p:nvSpPr>
            <p:spPr>
              <a:xfrm>
                <a:off x="5436568" y="5374903"/>
                <a:ext cx="1752181" cy="49740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tx1"/>
                            </a:solidFill>
                            <a:latin typeface="Cambria Math" panose="02040503050406030204" pitchFamily="18" charset="0"/>
                          </a:rPr>
                        </m:ctrlPr>
                      </m:accPr>
                      <m:e>
                        <m:eqArr>
                          <m:eqArrPr>
                            <m:ctrlPr>
                              <a:rPr lang="en-GB" sz="2800" b="0" i="1" smtClean="0">
                                <a:solidFill>
                                  <a:schemeClr val="tx1"/>
                                </a:solidFill>
                                <a:latin typeface="Cambria Math" panose="02040503050406030204" pitchFamily="18" charset="0"/>
                              </a:rPr>
                            </m:ctrlPr>
                          </m:eqArrPr>
                          <m:e>
                            <m:r>
                              <a:rPr lang="en-GB" sz="2800" b="0" i="1" smtClean="0">
                                <a:solidFill>
                                  <a:schemeClr val="tx1"/>
                                </a:solidFill>
                                <a:latin typeface="Cambria Math" panose="02040503050406030204" pitchFamily="18" charset="0"/>
                              </a:rPr>
                              <m:t>𝑃𝑎𝑟𝑎𝑙𝑙𝑒𝑙</m:t>
                            </m:r>
                            <m:r>
                              <a:rPr lang="en-GB" sz="2800" b="0" i="1" smtClean="0">
                                <a:solidFill>
                                  <a:schemeClr val="tx1"/>
                                </a:solidFill>
                                <a:latin typeface="Cambria Math" panose="02040503050406030204" pitchFamily="18" charset="0"/>
                              </a:rPr>
                              <m:t> </m:t>
                            </m:r>
                            <m:r>
                              <a:rPr lang="en-GB" sz="2800" b="0" i="1" smtClean="0">
                                <a:solidFill>
                                  <a:schemeClr val="tx1"/>
                                </a:solidFill>
                                <a:latin typeface="Cambria Math" panose="02040503050406030204" pitchFamily="18" charset="0"/>
                              </a:rPr>
                              <m:t>𝐵𝑎𝑛𝑑𝑒𝑑</m:t>
                            </m:r>
                            <m:r>
                              <a:rPr lang="en-GB" sz="2800" b="0" i="1" smtClean="0">
                                <a:solidFill>
                                  <a:schemeClr val="tx1"/>
                                </a:solidFill>
                                <a:latin typeface="Cambria Math" panose="02040503050406030204" pitchFamily="18" charset="0"/>
                              </a:rPr>
                              <m:t> </m:t>
                            </m:r>
                          </m:e>
                          <m:e>
                            <m:r>
                              <a:rPr lang="en-GB" sz="2800" b="0" i="1" smtClean="0">
                                <a:solidFill>
                                  <a:schemeClr val="tx1"/>
                                </a:solidFill>
                                <a:latin typeface="Cambria Math" panose="02040503050406030204" pitchFamily="18" charset="0"/>
                              </a:rPr>
                              <m:t>𝐷𝑟𝑖𝑓𝑡</m:t>
                            </m:r>
                          </m:e>
                        </m:eqArr>
                      </m:e>
                    </m:acc>
                  </m:oMath>
                </a14:m>
                <a:r>
                  <a:rPr lang="en-GB" sz="2800" b="0" i="1">
                    <a:solidFill>
                      <a:schemeClr val="tx1"/>
                    </a:solidFill>
                    <a:latin typeface="Cambria Math" panose="02040503050406030204" pitchFamily="18" charset="0"/>
                  </a:rPr>
                  <a:t> = </a:t>
                </a:r>
                <a14:m>
                  <m:oMath xmlns:m="http://schemas.openxmlformats.org/officeDocument/2006/math">
                    <m:nary>
                      <m:naryPr>
                        <m:chr m:val="∑"/>
                        <m:ctrlPr>
                          <a:rPr lang="en-GB" sz="2800" b="0" i="1" smtClean="0">
                            <a:solidFill>
                              <a:schemeClr val="tx1"/>
                            </a:solidFill>
                            <a:latin typeface="Cambria Math" panose="02040503050406030204" pitchFamily="18" charset="0"/>
                          </a:rPr>
                        </m:ctrlPr>
                      </m:naryPr>
                      <m:sub>
                        <m:r>
                          <m:rPr>
                            <m:brk m:alnAt="23"/>
                          </m:rPr>
                          <a:rPr lang="en-GB" sz="2800" b="0" i="1" smtClean="0">
                            <a:solidFill>
                              <a:schemeClr val="tx1"/>
                            </a:solidFill>
                            <a:latin typeface="Cambria Math" panose="02040503050406030204" pitchFamily="18" charset="0"/>
                          </a:rPr>
                          <m:t>𝑗</m:t>
                        </m:r>
                        <m:r>
                          <a:rPr lang="en-GB" sz="2800" b="0" i="1" smtClean="0">
                            <a:solidFill>
                              <a:schemeClr val="tx1"/>
                            </a:solidFill>
                            <a:latin typeface="Cambria Math" panose="02040503050406030204" pitchFamily="18" charset="0"/>
                          </a:rPr>
                          <m:t>=1</m:t>
                        </m:r>
                      </m:sub>
                      <m:sup>
                        <m:r>
                          <a:rPr lang="en-GB" sz="2800" b="0" i="1" smtClean="0">
                            <a:solidFill>
                              <a:schemeClr val="tx1"/>
                            </a:solidFill>
                            <a:latin typeface="Cambria Math" panose="02040503050406030204" pitchFamily="18" charset="0"/>
                            <a:ea typeface="Cambria Math" panose="02040503050406030204" pitchFamily="18" charset="0"/>
                          </a:rPr>
                          <m:t>∞</m:t>
                        </m:r>
                      </m:sup>
                      <m:e>
                        <m:d>
                          <m:dPr>
                            <m:ctrlPr>
                              <a:rPr lang="en-GB" sz="2800" b="0" i="1" smtClean="0">
                                <a:solidFill>
                                  <a:schemeClr val="tx1"/>
                                </a:solidFill>
                                <a:latin typeface="Cambria Math" panose="02040503050406030204" pitchFamily="18" charset="0"/>
                              </a:rPr>
                            </m:ctrlPr>
                          </m:dPr>
                          <m:e>
                            <m:nary>
                              <m:naryPr>
                                <m:ctrlPr>
                                  <a:rPr lang="en-GB" sz="2800" i="1">
                                    <a:latin typeface="Cambria Math" panose="02040503050406030204" pitchFamily="18" charset="0"/>
                                  </a:rPr>
                                </m:ctrlPr>
                              </m:naryPr>
                              <m:sub>
                                <m:r>
                                  <m:rPr>
                                    <m:brk m:alnAt="23"/>
                                  </m:rPr>
                                  <a:rPr lang="en-GB" sz="2800" i="1">
                                    <a:latin typeface="Cambria Math" panose="02040503050406030204" pitchFamily="18" charset="0"/>
                                  </a:rPr>
                                  <m:t>𝑎</m:t>
                                </m:r>
                                <m:r>
                                  <a:rPr lang="en-GB" sz="2800" i="1">
                                    <a:latin typeface="Cambria Math" panose="02040503050406030204" pitchFamily="18" charset="0"/>
                                  </a:rPr>
                                  <m:t>+</m:t>
                                </m:r>
                                <m:d>
                                  <m:dPr>
                                    <m:ctrlPr>
                                      <a:rPr lang="en-GB" sz="2800" i="1">
                                        <a:latin typeface="Cambria Math" panose="02040503050406030204" pitchFamily="18" charset="0"/>
                                      </a:rPr>
                                    </m:ctrlPr>
                                  </m:dPr>
                                  <m:e>
                                    <m:r>
                                      <a:rPr lang="en-GB" sz="2800" i="1">
                                        <a:latin typeface="Cambria Math" panose="02040503050406030204" pitchFamily="18" charset="0"/>
                                      </a:rPr>
                                      <m:t>𝑗</m:t>
                                    </m:r>
                                    <m:r>
                                      <a:rPr lang="en-GB" sz="2800" i="1">
                                        <a:latin typeface="Cambria Math" panose="02040503050406030204" pitchFamily="18" charset="0"/>
                                      </a:rPr>
                                      <m:t>−1</m:t>
                                    </m:r>
                                  </m:e>
                                </m:d>
                                <m:d>
                                  <m:dPr>
                                    <m:ctrlPr>
                                      <a:rPr lang="en-GB" sz="2800" i="1">
                                        <a:latin typeface="Cambria Math" panose="02040503050406030204" pitchFamily="18" charset="0"/>
                                      </a:rPr>
                                    </m:ctrlPr>
                                  </m:dPr>
                                  <m:e>
                                    <m:r>
                                      <a:rPr lang="en-GB" sz="2800" i="1">
                                        <a:latin typeface="Cambria Math" panose="02040503050406030204" pitchFamily="18" charset="0"/>
                                      </a:rPr>
                                      <m:t>𝑟</m:t>
                                    </m:r>
                                    <m:r>
                                      <a:rPr lang="en-GB" sz="2800" i="1">
                                        <a:latin typeface="Cambria Math" panose="02040503050406030204" pitchFamily="18" charset="0"/>
                                      </a:rPr>
                                      <m:t>+</m:t>
                                    </m:r>
                                    <m:r>
                                      <a:rPr lang="en-GB" sz="2800" i="1">
                                        <a:latin typeface="Cambria Math" panose="02040503050406030204" pitchFamily="18" charset="0"/>
                                      </a:rPr>
                                      <m:t>𝑖</m:t>
                                    </m:r>
                                  </m:e>
                                </m:d>
                              </m:sub>
                              <m:sup>
                                <m:r>
                                  <a:rPr lang="en-GB" sz="2800" i="1">
                                    <a:latin typeface="Cambria Math" panose="02040503050406030204" pitchFamily="18" charset="0"/>
                                  </a:rPr>
                                  <m:t>𝑏</m:t>
                                </m:r>
                                <m:r>
                                  <a:rPr lang="en-GB" sz="2800" i="1">
                                    <a:latin typeface="Cambria Math" panose="02040503050406030204" pitchFamily="18" charset="0"/>
                                  </a:rPr>
                                  <m:t>+</m:t>
                                </m:r>
                                <m:d>
                                  <m:dPr>
                                    <m:ctrlPr>
                                      <a:rPr lang="en-GB" sz="2800" i="1" smtClean="0">
                                        <a:latin typeface="Cambria Math" panose="02040503050406030204" pitchFamily="18" charset="0"/>
                                      </a:rPr>
                                    </m:ctrlPr>
                                  </m:dPr>
                                  <m:e>
                                    <m:r>
                                      <a:rPr lang="en-GB" sz="2800" b="0" i="1" smtClean="0">
                                        <a:latin typeface="Cambria Math" panose="02040503050406030204" pitchFamily="18" charset="0"/>
                                      </a:rPr>
                                      <m:t>𝑗</m:t>
                                    </m:r>
                                    <m:r>
                                      <a:rPr lang="en-GB" sz="2800" b="0" i="1" smtClean="0">
                                        <a:latin typeface="Cambria Math" panose="02040503050406030204" pitchFamily="18" charset="0"/>
                                      </a:rPr>
                                      <m:t>−1</m:t>
                                    </m:r>
                                  </m:e>
                                </m:d>
                                <m:d>
                                  <m:dPr>
                                    <m:ctrlPr>
                                      <a:rPr lang="en-GB" sz="2800" i="1" smtClean="0">
                                        <a:latin typeface="Cambria Math" panose="02040503050406030204" pitchFamily="18" charset="0"/>
                                      </a:rPr>
                                    </m:ctrlPr>
                                  </m:dPr>
                                  <m:e>
                                    <m:r>
                                      <a:rPr lang="en-GB" sz="2800" b="0" i="1" smtClean="0">
                                        <a:latin typeface="Cambria Math" panose="02040503050406030204" pitchFamily="18" charset="0"/>
                                      </a:rPr>
                                      <m:t>𝑟</m:t>
                                    </m:r>
                                    <m:r>
                                      <a:rPr lang="en-GB" sz="2800" b="0" i="1" smtClean="0">
                                        <a:latin typeface="Cambria Math" panose="02040503050406030204" pitchFamily="18" charset="0"/>
                                      </a:rPr>
                                      <m:t>+</m:t>
                                    </m:r>
                                    <m:r>
                                      <a:rPr lang="en-GB" sz="2800" b="0" i="1" smtClean="0">
                                        <a:latin typeface="Cambria Math" panose="02040503050406030204" pitchFamily="18" charset="0"/>
                                      </a:rPr>
                                      <m:t>𝑖</m:t>
                                    </m:r>
                                  </m:e>
                                </m:d>
                              </m:sup>
                              <m:e>
                                <m:r>
                                  <a:rPr lang="en-GB" sz="2800" i="1">
                                    <a:latin typeface="Cambria Math" panose="02040503050406030204" pitchFamily="18" charset="0"/>
                                  </a:rPr>
                                  <m:t>𝑓</m:t>
                                </m:r>
                                <m:d>
                                  <m:dPr>
                                    <m:ctrlPr>
                                      <a:rPr lang="en-GB" sz="2800" i="1">
                                        <a:latin typeface="Cambria Math" panose="02040503050406030204" pitchFamily="18" charset="0"/>
                                      </a:rPr>
                                    </m:ctrlPr>
                                  </m:dPr>
                                  <m:e>
                                    <m:r>
                                      <a:rPr lang="en-GB" sz="2800" i="1">
                                        <a:latin typeface="Cambria Math" panose="02040503050406030204" pitchFamily="18" charset="0"/>
                                      </a:rPr>
                                      <m:t>𝑧</m:t>
                                    </m:r>
                                  </m:e>
                                </m:d>
                                <m:r>
                                  <a:rPr lang="en-GB" sz="2800" i="1">
                                    <a:latin typeface="Cambria Math" panose="02040503050406030204" pitchFamily="18" charset="0"/>
                                  </a:rPr>
                                  <m:t>𝑑𝑧</m:t>
                                </m:r>
                              </m:e>
                            </m:nary>
                            <m:r>
                              <a:rPr lang="en-GB" sz="2800" i="1">
                                <a:latin typeface="Cambria Math" panose="02040503050406030204" pitchFamily="18" charset="0"/>
                              </a:rPr>
                              <m:t> − </m:t>
                            </m:r>
                            <m:nary>
                              <m:naryPr>
                                <m:ctrlPr>
                                  <a:rPr lang="en-GB" sz="2800" i="1">
                                    <a:latin typeface="Cambria Math" panose="02040503050406030204" pitchFamily="18" charset="0"/>
                                  </a:rPr>
                                </m:ctrlPr>
                              </m:naryPr>
                              <m:sub>
                                <m:r>
                                  <m:rPr>
                                    <m:brk m:alnAt="23"/>
                                  </m:rPr>
                                  <a:rPr lang="en-GB" sz="2800" i="1">
                                    <a:latin typeface="Cambria Math" panose="02040503050406030204" pitchFamily="18" charset="0"/>
                                  </a:rPr>
                                  <m:t>𝑎</m:t>
                                </m:r>
                                <m:r>
                                  <a:rPr lang="en-GB" sz="2800" i="1">
                                    <a:latin typeface="Cambria Math" panose="02040503050406030204" pitchFamily="18" charset="0"/>
                                  </a:rPr>
                                  <m:t>+</m:t>
                                </m:r>
                                <m:r>
                                  <a:rPr lang="en-GB" sz="2800" i="1">
                                    <a:latin typeface="Cambria Math" panose="02040503050406030204" pitchFamily="18" charset="0"/>
                                  </a:rPr>
                                  <m:t>𝑗𝑟</m:t>
                                </m:r>
                                <m:r>
                                  <a:rPr lang="en-GB" sz="2800" i="1">
                                    <a:latin typeface="Cambria Math" panose="02040503050406030204" pitchFamily="18" charset="0"/>
                                  </a:rPr>
                                  <m:t>+</m:t>
                                </m:r>
                                <m:d>
                                  <m:dPr>
                                    <m:ctrlPr>
                                      <a:rPr lang="en-GB" sz="2800" i="1">
                                        <a:latin typeface="Cambria Math" panose="02040503050406030204" pitchFamily="18" charset="0"/>
                                      </a:rPr>
                                    </m:ctrlPr>
                                  </m:dPr>
                                  <m:e>
                                    <m:r>
                                      <a:rPr lang="en-GB" sz="2800" i="1">
                                        <a:latin typeface="Cambria Math" panose="02040503050406030204" pitchFamily="18" charset="0"/>
                                      </a:rPr>
                                      <m:t>𝑗</m:t>
                                    </m:r>
                                    <m:r>
                                      <a:rPr lang="en-GB" sz="2800" i="1">
                                        <a:latin typeface="Cambria Math" panose="02040503050406030204" pitchFamily="18" charset="0"/>
                                      </a:rPr>
                                      <m:t>−1</m:t>
                                    </m:r>
                                  </m:e>
                                </m:d>
                                <m:r>
                                  <a:rPr lang="en-GB" sz="2800" i="1">
                                    <a:latin typeface="Cambria Math" panose="02040503050406030204" pitchFamily="18" charset="0"/>
                                  </a:rPr>
                                  <m:t>𝑖</m:t>
                                </m:r>
                              </m:sub>
                              <m:sup>
                                <m:r>
                                  <a:rPr lang="en-GB" sz="2800" i="1">
                                    <a:latin typeface="Cambria Math" panose="02040503050406030204" pitchFamily="18" charset="0"/>
                                  </a:rPr>
                                  <m:t>𝑏</m:t>
                                </m:r>
                                <m:r>
                                  <a:rPr lang="en-GB" sz="2800" i="1">
                                    <a:latin typeface="Cambria Math" panose="02040503050406030204" pitchFamily="18" charset="0"/>
                                  </a:rPr>
                                  <m:t>+</m:t>
                                </m:r>
                                <m:r>
                                  <a:rPr lang="en-GB" sz="2800" b="0" i="1" smtClean="0">
                                    <a:latin typeface="Cambria Math" panose="02040503050406030204" pitchFamily="18" charset="0"/>
                                  </a:rPr>
                                  <m:t>𝑗</m:t>
                                </m:r>
                                <m:r>
                                  <a:rPr lang="en-GB" sz="2800" i="1">
                                    <a:latin typeface="Cambria Math" panose="02040503050406030204" pitchFamily="18" charset="0"/>
                                  </a:rPr>
                                  <m:t>𝑟</m:t>
                                </m:r>
                                <m:r>
                                  <a:rPr lang="en-GB" sz="2800" i="1">
                                    <a:latin typeface="Cambria Math" panose="02040503050406030204" pitchFamily="18" charset="0"/>
                                  </a:rPr>
                                  <m:t>+</m:t>
                                </m:r>
                                <m:d>
                                  <m:dPr>
                                    <m:ctrlPr>
                                      <a:rPr lang="en-GB" sz="2800" i="1" smtClean="0">
                                        <a:latin typeface="Cambria Math" panose="02040503050406030204" pitchFamily="18" charset="0"/>
                                      </a:rPr>
                                    </m:ctrlPr>
                                  </m:dPr>
                                  <m:e>
                                    <m:r>
                                      <a:rPr lang="en-GB" sz="2800" b="0" i="1" smtClean="0">
                                        <a:latin typeface="Cambria Math" panose="02040503050406030204" pitchFamily="18" charset="0"/>
                                      </a:rPr>
                                      <m:t>𝑗</m:t>
                                    </m:r>
                                    <m:r>
                                      <a:rPr lang="en-GB" sz="2800" b="0" i="1" smtClean="0">
                                        <a:latin typeface="Cambria Math" panose="02040503050406030204" pitchFamily="18" charset="0"/>
                                      </a:rPr>
                                      <m:t>−1</m:t>
                                    </m:r>
                                  </m:e>
                                </m:d>
                                <m:r>
                                  <a:rPr lang="en-GB" sz="2800" i="1">
                                    <a:latin typeface="Cambria Math" panose="02040503050406030204" pitchFamily="18" charset="0"/>
                                  </a:rPr>
                                  <m:t>𝑖</m:t>
                                </m:r>
                              </m:sup>
                              <m:e>
                                <m:r>
                                  <a:rPr lang="en-GB" sz="2800" i="1">
                                    <a:latin typeface="Cambria Math" panose="02040503050406030204" pitchFamily="18" charset="0"/>
                                  </a:rPr>
                                  <m:t>𝑓</m:t>
                                </m:r>
                                <m:d>
                                  <m:dPr>
                                    <m:ctrlPr>
                                      <a:rPr lang="en-GB" sz="2800" i="1">
                                        <a:latin typeface="Cambria Math" panose="02040503050406030204" pitchFamily="18" charset="0"/>
                                      </a:rPr>
                                    </m:ctrlPr>
                                  </m:dPr>
                                  <m:e>
                                    <m:r>
                                      <a:rPr lang="en-GB" sz="2800" i="1">
                                        <a:latin typeface="Cambria Math" panose="02040503050406030204" pitchFamily="18" charset="0"/>
                                      </a:rPr>
                                      <m:t>𝑧</m:t>
                                    </m:r>
                                  </m:e>
                                </m:d>
                                <m:r>
                                  <a:rPr lang="en-GB" sz="2800" i="1">
                                    <a:latin typeface="Cambria Math" panose="02040503050406030204" pitchFamily="18" charset="0"/>
                                  </a:rPr>
                                  <m:t>𝑑𝑧</m:t>
                                </m:r>
                              </m:e>
                            </m:nary>
                          </m:e>
                        </m:d>
                      </m:e>
                    </m:nary>
                  </m:oMath>
                </a14:m>
                <a:endParaRPr lang="en-GB" sz="2800" err="1">
                  <a:solidFill>
                    <a:schemeClr val="tx1"/>
                  </a:solidFill>
                </a:endParaRPr>
              </a:p>
            </p:txBody>
          </p:sp>
        </mc:Choice>
        <mc:Fallback xmlns="">
          <p:sp>
            <p:nvSpPr>
              <p:cNvPr id="17" name="TextBox 16">
                <a:extLst>
                  <a:ext uri="{FF2B5EF4-FFF2-40B4-BE49-F238E27FC236}">
                    <a16:creationId xmlns:a16="http://schemas.microsoft.com/office/drawing/2014/main" id="{79E3A0B2-EF92-5739-43FA-2B1FCAE2C534}"/>
                  </a:ext>
                </a:extLst>
              </p:cNvPr>
              <p:cNvSpPr txBox="1">
                <a:spLocks noRot="1" noChangeAspect="1" noMove="1" noResize="1" noEditPoints="1" noAdjustHandles="1" noChangeArrowheads="1" noChangeShapeType="1" noTextEdit="1"/>
              </p:cNvSpPr>
              <p:nvPr/>
            </p:nvSpPr>
            <p:spPr>
              <a:xfrm>
                <a:off x="5436568" y="5374903"/>
                <a:ext cx="1752181" cy="497403"/>
              </a:xfrm>
              <a:prstGeom prst="rect">
                <a:avLst/>
              </a:prstGeom>
              <a:blipFill>
                <a:blip r:embed="rId3"/>
                <a:stretch>
                  <a:fillRect l="-258188" r="-256446" b="-765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Rounded Corners 18">
                <a:extLst>
                  <a:ext uri="{FF2B5EF4-FFF2-40B4-BE49-F238E27FC236}">
                    <a16:creationId xmlns:a16="http://schemas.microsoft.com/office/drawing/2014/main" id="{DAC933B6-48F5-CE56-5413-EDC8A8774864}"/>
                  </a:ext>
                </a:extLst>
              </p:cNvPr>
              <p:cNvSpPr/>
              <p:nvPr/>
            </p:nvSpPr>
            <p:spPr>
              <a:xfrm>
                <a:off x="478534" y="1133475"/>
                <a:ext cx="2724150" cy="416242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600"/>
                  </a:spcBef>
                </a:pPr>
                <a:r>
                  <a:rPr lang="en-GB" sz="1400" b="1" dirty="0">
                    <a:solidFill>
                      <a:schemeClr val="tx1"/>
                    </a:solidFill>
                    <a:latin typeface="Cambria Math" panose="02040503050406030204" pitchFamily="18" charset="0"/>
                  </a:rPr>
                  <a:t>Reference</a:t>
                </a:r>
              </a:p>
              <a:p>
                <a:pPr marL="228600" indent="-228600" algn="l">
                  <a:spcBef>
                    <a:spcPts val="600"/>
                  </a:spcBef>
                  <a:buFont typeface="Arial" panose="020B0604020202020204" pitchFamily="34" charset="0"/>
                  <a:buChar char="●"/>
                </a:pPr>
                <a14:m>
                  <m:oMath xmlns:m="http://schemas.openxmlformats.org/officeDocument/2006/math">
                    <m:r>
                      <a:rPr lang="en-GB" sz="1400" b="0" i="1" smtClean="0">
                        <a:solidFill>
                          <a:schemeClr val="tx1"/>
                        </a:solidFill>
                        <a:latin typeface="Cambria Math" panose="02040503050406030204" pitchFamily="18" charset="0"/>
                      </a:rPr>
                      <m:t>𝑓</m:t>
                    </m:r>
                    <m:d>
                      <m:dPr>
                        <m:ctrlPr>
                          <a:rPr lang="en-GB" sz="1400" b="0" i="1" smtClean="0">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𝑧</m:t>
                        </m:r>
                      </m:e>
                    </m:d>
                  </m:oMath>
                </a14:m>
                <a:r>
                  <a:rPr lang="en-GB" sz="1400" dirty="0">
                    <a:solidFill>
                      <a:schemeClr val="tx1"/>
                    </a:solidFill>
                    <a:latin typeface="Cambria Math" panose="02040503050406030204" pitchFamily="18" charset="0"/>
                  </a:rPr>
                  <a:t> is the drift deposition at distance </a:t>
                </a:r>
                <a14:m>
                  <m:oMath xmlns:m="http://schemas.openxmlformats.org/officeDocument/2006/math">
                    <m:r>
                      <a:rPr lang="en-GB" sz="1400" i="1" dirty="0" smtClean="0">
                        <a:solidFill>
                          <a:schemeClr val="tx1"/>
                        </a:solidFill>
                        <a:latin typeface="Cambria Math" panose="02040503050406030204" pitchFamily="18" charset="0"/>
                      </a:rPr>
                      <m:t>𝑧</m:t>
                    </m:r>
                  </m:oMath>
                </a14:m>
                <a:r>
                  <a:rPr lang="en-GB" sz="1400" dirty="0">
                    <a:solidFill>
                      <a:schemeClr val="tx1"/>
                    </a:solidFill>
                    <a:latin typeface="Cambria Math" panose="02040503050406030204" pitchFamily="18" charset="0"/>
                  </a:rPr>
                  <a:t> downwind from field edge</a:t>
                </a:r>
              </a:p>
              <a:p>
                <a:pPr marL="228600" indent="-228600" algn="l">
                  <a:spcBef>
                    <a:spcPts val="600"/>
                  </a:spcBef>
                  <a:buFont typeface="Arial" panose="020B0604020202020204" pitchFamily="34" charset="0"/>
                  <a:buChar char="●"/>
                </a:pPr>
                <a14:m>
                  <m:oMath xmlns:m="http://schemas.openxmlformats.org/officeDocument/2006/math">
                    <m:r>
                      <a:rPr lang="en-GB" sz="1400" i="1" dirty="0" smtClean="0">
                        <a:solidFill>
                          <a:schemeClr val="tx1"/>
                        </a:solidFill>
                        <a:latin typeface="Cambria Math" panose="02040503050406030204" pitchFamily="18" charset="0"/>
                      </a:rPr>
                      <m:t>𝑎</m:t>
                    </m:r>
                  </m:oMath>
                </a14:m>
                <a:r>
                  <a:rPr lang="en-GB" sz="1400" dirty="0">
                    <a:solidFill>
                      <a:schemeClr val="tx1"/>
                    </a:solidFill>
                  </a:rPr>
                  <a:t> is the distance from the edge of field to the near edge of water body</a:t>
                </a:r>
              </a:p>
              <a:p>
                <a:pPr marL="228600" indent="-228600" algn="l">
                  <a:spcBef>
                    <a:spcPts val="600"/>
                  </a:spcBef>
                  <a:buFont typeface="Arial" panose="020B0604020202020204" pitchFamily="34" charset="0"/>
                  <a:buChar char="●"/>
                </a:pPr>
                <a14:m>
                  <m:oMath xmlns:m="http://schemas.openxmlformats.org/officeDocument/2006/math">
                    <m:r>
                      <a:rPr lang="en-GB" sz="1400" i="1" dirty="0" smtClean="0">
                        <a:solidFill>
                          <a:schemeClr val="tx1"/>
                        </a:solidFill>
                        <a:latin typeface="Cambria Math" panose="02040503050406030204" pitchFamily="18" charset="0"/>
                      </a:rPr>
                      <m:t>𝑏</m:t>
                    </m:r>
                  </m:oMath>
                </a14:m>
                <a:r>
                  <a:rPr lang="en-GB" sz="1400" dirty="0">
                    <a:solidFill>
                      <a:schemeClr val="tx1"/>
                    </a:solidFill>
                  </a:rPr>
                  <a:t> is the distance from the edge of field to the far edge of the water body</a:t>
                </a:r>
              </a:p>
              <a:p>
                <a:pPr marL="228600" indent="-228600" algn="l">
                  <a:spcBef>
                    <a:spcPts val="600"/>
                  </a:spcBef>
                  <a:buFont typeface="Arial" panose="020B0604020202020204" pitchFamily="34" charset="0"/>
                  <a:buChar char="●"/>
                </a:pPr>
                <a14:m>
                  <m:oMath xmlns:m="http://schemas.openxmlformats.org/officeDocument/2006/math">
                    <m:r>
                      <a:rPr lang="en-GB" sz="1400" i="1" dirty="0" smtClean="0">
                        <a:solidFill>
                          <a:schemeClr val="tx1"/>
                        </a:solidFill>
                        <a:latin typeface="Cambria Math" panose="02040503050406030204" pitchFamily="18" charset="0"/>
                      </a:rPr>
                      <m:t>𝑟</m:t>
                    </m:r>
                  </m:oMath>
                </a14:m>
                <a:r>
                  <a:rPr lang="en-GB" sz="1400" dirty="0">
                    <a:solidFill>
                      <a:schemeClr val="tx1"/>
                    </a:solidFill>
                  </a:rPr>
                  <a:t> is the row width (spray)</a:t>
                </a:r>
              </a:p>
              <a:p>
                <a:pPr marL="228600" indent="-228600" algn="l">
                  <a:spcBef>
                    <a:spcPts val="600"/>
                  </a:spcBef>
                  <a:buFont typeface="Arial" panose="020B0604020202020204" pitchFamily="34" charset="0"/>
                  <a:buChar char="●"/>
                </a:pPr>
                <a14:m>
                  <m:oMath xmlns:m="http://schemas.openxmlformats.org/officeDocument/2006/math">
                    <m:r>
                      <a:rPr lang="en-GB" sz="1400" i="1" dirty="0" smtClean="0">
                        <a:solidFill>
                          <a:schemeClr val="tx1"/>
                        </a:solidFill>
                        <a:latin typeface="Cambria Math" panose="02040503050406030204" pitchFamily="18" charset="0"/>
                      </a:rPr>
                      <m:t>𝑖</m:t>
                    </m:r>
                  </m:oMath>
                </a14:m>
                <a:r>
                  <a:rPr lang="en-GB" sz="1400" dirty="0">
                    <a:solidFill>
                      <a:schemeClr val="tx1"/>
                    </a:solidFill>
                  </a:rPr>
                  <a:t> is the inter row width (no spray)</a:t>
                </a:r>
              </a:p>
              <a:p>
                <a:pPr marL="228600" indent="-228600" algn="l">
                  <a:spcBef>
                    <a:spcPts val="600"/>
                  </a:spcBef>
                  <a:buFont typeface="Arial" panose="020B0604020202020204" pitchFamily="34" charset="0"/>
                  <a:buChar char="●"/>
                </a:pPr>
                <a14:m>
                  <m:oMath xmlns:m="http://schemas.openxmlformats.org/officeDocument/2006/math">
                    <m:r>
                      <a:rPr lang="en-GB" sz="1400" i="1" dirty="0" smtClean="0">
                        <a:solidFill>
                          <a:schemeClr val="tx1"/>
                        </a:solidFill>
                        <a:latin typeface="Cambria Math" panose="02040503050406030204" pitchFamily="18" charset="0"/>
                      </a:rPr>
                      <m:t>𝑗</m:t>
                    </m:r>
                  </m:oMath>
                </a14:m>
                <a:r>
                  <a:rPr lang="en-GB" sz="1400" dirty="0">
                    <a:solidFill>
                      <a:schemeClr val="tx1"/>
                    </a:solidFill>
                  </a:rPr>
                  <a:t> index's each band from nearest to the water body</a:t>
                </a:r>
              </a:p>
              <a:p>
                <a:pPr algn="ctr"/>
                <a:endParaRPr lang="en-GB" sz="1400" dirty="0">
                  <a:solidFill>
                    <a:schemeClr val="tx1"/>
                  </a:solidFill>
                </a:endParaRPr>
              </a:p>
            </p:txBody>
          </p:sp>
        </mc:Choice>
        <mc:Fallback xmlns="">
          <p:sp>
            <p:nvSpPr>
              <p:cNvPr id="19" name="Rectangle: Rounded Corners 18">
                <a:extLst>
                  <a:ext uri="{FF2B5EF4-FFF2-40B4-BE49-F238E27FC236}">
                    <a16:creationId xmlns:a16="http://schemas.microsoft.com/office/drawing/2014/main" id="{DAC933B6-48F5-CE56-5413-EDC8A8774864}"/>
                  </a:ext>
                </a:extLst>
              </p:cNvPr>
              <p:cNvSpPr>
                <a:spLocks noRot="1" noChangeAspect="1" noMove="1" noResize="1" noEditPoints="1" noAdjustHandles="1" noChangeArrowheads="1" noChangeShapeType="1" noTextEdit="1"/>
              </p:cNvSpPr>
              <p:nvPr/>
            </p:nvSpPr>
            <p:spPr>
              <a:xfrm>
                <a:off x="478534" y="1133475"/>
                <a:ext cx="2724150" cy="4162424"/>
              </a:xfrm>
              <a:prstGeom prst="roundRect">
                <a:avLst/>
              </a:prstGeom>
              <a:blipFill>
                <a:blip r:embed="rId4"/>
                <a:stretch>
                  <a:fillRect/>
                </a:stretch>
              </a:blipFill>
              <a:ln>
                <a:noFill/>
              </a:ln>
            </p:spPr>
            <p:txBody>
              <a:bodyPr/>
              <a:lstStyle/>
              <a:p>
                <a:r>
                  <a:rPr lang="en-GB">
                    <a:noFill/>
                  </a:rPr>
                  <a:t> </a:t>
                </a:r>
              </a:p>
            </p:txBody>
          </p:sp>
        </mc:Fallback>
      </mc:AlternateContent>
      <p:sp>
        <p:nvSpPr>
          <p:cNvPr id="20" name="Left Brace 19">
            <a:extLst>
              <a:ext uri="{FF2B5EF4-FFF2-40B4-BE49-F238E27FC236}">
                <a16:creationId xmlns:a16="http://schemas.microsoft.com/office/drawing/2014/main" id="{3C63CDEA-ED2A-0A61-E2BC-D6A6F8B23F36}"/>
              </a:ext>
            </a:extLst>
          </p:cNvPr>
          <p:cNvSpPr/>
          <p:nvPr/>
        </p:nvSpPr>
        <p:spPr>
          <a:xfrm rot="16200000">
            <a:off x="7711572" y="1395131"/>
            <a:ext cx="204787" cy="529202"/>
          </a:xfrm>
          <a:prstGeom prst="leftBrace">
            <a:avLst>
              <a:gd name="adj1" fmla="val 33333"/>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21" name="Left Brace 20">
            <a:extLst>
              <a:ext uri="{FF2B5EF4-FFF2-40B4-BE49-F238E27FC236}">
                <a16:creationId xmlns:a16="http://schemas.microsoft.com/office/drawing/2014/main" id="{53F9EBEC-69C1-88EE-E778-A0750DBB4DD4}"/>
              </a:ext>
            </a:extLst>
          </p:cNvPr>
          <p:cNvSpPr/>
          <p:nvPr/>
        </p:nvSpPr>
        <p:spPr>
          <a:xfrm rot="16200000">
            <a:off x="7827103" y="1805857"/>
            <a:ext cx="204789" cy="760264"/>
          </a:xfrm>
          <a:prstGeom prst="leftBrace">
            <a:avLst>
              <a:gd name="adj1" fmla="val 33333"/>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22" name="Left Brace 21">
            <a:extLst>
              <a:ext uri="{FF2B5EF4-FFF2-40B4-BE49-F238E27FC236}">
                <a16:creationId xmlns:a16="http://schemas.microsoft.com/office/drawing/2014/main" id="{2F974653-8F5E-53E7-1576-E1B8E0488038}"/>
              </a:ext>
            </a:extLst>
          </p:cNvPr>
          <p:cNvSpPr/>
          <p:nvPr/>
        </p:nvSpPr>
        <p:spPr>
          <a:xfrm rot="16200000">
            <a:off x="7225531" y="2489856"/>
            <a:ext cx="204789" cy="467487"/>
          </a:xfrm>
          <a:prstGeom prst="leftBrace">
            <a:avLst>
              <a:gd name="adj1" fmla="val 33333"/>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23" name="Left Brace 22">
            <a:extLst>
              <a:ext uri="{FF2B5EF4-FFF2-40B4-BE49-F238E27FC236}">
                <a16:creationId xmlns:a16="http://schemas.microsoft.com/office/drawing/2014/main" id="{19868ABA-5BFD-3398-761B-156158B61DF8}"/>
              </a:ext>
            </a:extLst>
          </p:cNvPr>
          <p:cNvSpPr/>
          <p:nvPr/>
        </p:nvSpPr>
        <p:spPr>
          <a:xfrm rot="16200000">
            <a:off x="6737598" y="3027465"/>
            <a:ext cx="204789" cy="467487"/>
          </a:xfrm>
          <a:prstGeom prst="leftBrace">
            <a:avLst>
              <a:gd name="adj1" fmla="val 33333"/>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A5FDD13-5301-7328-8570-C3EACDE74649}"/>
                  </a:ext>
                </a:extLst>
              </p:cNvPr>
              <p:cNvSpPr txBox="1"/>
              <p:nvPr/>
            </p:nvSpPr>
            <p:spPr>
              <a:xfrm>
                <a:off x="7415211" y="1650445"/>
                <a:ext cx="8118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i="1" dirty="0" smtClean="0">
                          <a:solidFill>
                            <a:schemeClr val="tx1"/>
                          </a:solidFill>
                          <a:latin typeface="Cambria Math" panose="02040503050406030204" pitchFamily="18" charset="0"/>
                        </a:rPr>
                        <m:t>𝑎</m:t>
                      </m:r>
                    </m:oMath>
                  </m:oMathPara>
                </a14:m>
                <a:endParaRPr lang="en-GB"/>
              </a:p>
            </p:txBody>
          </p:sp>
        </mc:Choice>
        <mc:Fallback xmlns="">
          <p:sp>
            <p:nvSpPr>
              <p:cNvPr id="25" name="TextBox 24">
                <a:extLst>
                  <a:ext uri="{FF2B5EF4-FFF2-40B4-BE49-F238E27FC236}">
                    <a16:creationId xmlns:a16="http://schemas.microsoft.com/office/drawing/2014/main" id="{5A5FDD13-5301-7328-8570-C3EACDE74649}"/>
                  </a:ext>
                </a:extLst>
              </p:cNvPr>
              <p:cNvSpPr txBox="1">
                <a:spLocks noRot="1" noChangeAspect="1" noMove="1" noResize="1" noEditPoints="1" noAdjustHandles="1" noChangeArrowheads="1" noChangeShapeType="1" noTextEdit="1"/>
              </p:cNvSpPr>
              <p:nvPr/>
            </p:nvSpPr>
            <p:spPr>
              <a:xfrm>
                <a:off x="7415211" y="1650445"/>
                <a:ext cx="811871"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9D27E8A-3212-685A-9717-9F88C377ABF5}"/>
                  </a:ext>
                </a:extLst>
              </p:cNvPr>
              <p:cNvSpPr txBox="1"/>
              <p:nvPr/>
            </p:nvSpPr>
            <p:spPr>
              <a:xfrm>
                <a:off x="7571865" y="2229729"/>
                <a:ext cx="70517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i="1" dirty="0" smtClean="0">
                          <a:solidFill>
                            <a:schemeClr val="tx1"/>
                          </a:solidFill>
                          <a:latin typeface="Cambria Math" panose="02040503050406030204" pitchFamily="18" charset="0"/>
                        </a:rPr>
                        <m:t>𝑏</m:t>
                      </m:r>
                    </m:oMath>
                  </m:oMathPara>
                </a14:m>
                <a:endParaRPr lang="en-GB"/>
              </a:p>
            </p:txBody>
          </p:sp>
        </mc:Choice>
        <mc:Fallback xmlns="">
          <p:sp>
            <p:nvSpPr>
              <p:cNvPr id="27" name="TextBox 26">
                <a:extLst>
                  <a:ext uri="{FF2B5EF4-FFF2-40B4-BE49-F238E27FC236}">
                    <a16:creationId xmlns:a16="http://schemas.microsoft.com/office/drawing/2014/main" id="{29D27E8A-3212-685A-9717-9F88C377ABF5}"/>
                  </a:ext>
                </a:extLst>
              </p:cNvPr>
              <p:cNvSpPr txBox="1">
                <a:spLocks noRot="1" noChangeAspect="1" noMove="1" noResize="1" noEditPoints="1" noAdjustHandles="1" noChangeArrowheads="1" noChangeShapeType="1" noTextEdit="1"/>
              </p:cNvSpPr>
              <p:nvPr/>
            </p:nvSpPr>
            <p:spPr>
              <a:xfrm>
                <a:off x="7571865" y="2229729"/>
                <a:ext cx="70517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25BFEE2-7A36-C2F8-64D2-8E8E16F9A9EF}"/>
                  </a:ext>
                </a:extLst>
              </p:cNvPr>
              <p:cNvSpPr txBox="1"/>
              <p:nvPr/>
            </p:nvSpPr>
            <p:spPr>
              <a:xfrm>
                <a:off x="7051003" y="2735597"/>
                <a:ext cx="58385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i="1" dirty="0" smtClean="0">
                          <a:solidFill>
                            <a:schemeClr val="tx1"/>
                          </a:solidFill>
                          <a:latin typeface="Cambria Math" panose="02040503050406030204" pitchFamily="18" charset="0"/>
                        </a:rPr>
                        <m:t>𝑟</m:t>
                      </m:r>
                    </m:oMath>
                  </m:oMathPara>
                </a14:m>
                <a:endParaRPr lang="en-GB"/>
              </a:p>
            </p:txBody>
          </p:sp>
        </mc:Choice>
        <mc:Fallback xmlns="">
          <p:sp>
            <p:nvSpPr>
              <p:cNvPr id="29" name="TextBox 28">
                <a:extLst>
                  <a:ext uri="{FF2B5EF4-FFF2-40B4-BE49-F238E27FC236}">
                    <a16:creationId xmlns:a16="http://schemas.microsoft.com/office/drawing/2014/main" id="{425BFEE2-7A36-C2F8-64D2-8E8E16F9A9EF}"/>
                  </a:ext>
                </a:extLst>
              </p:cNvPr>
              <p:cNvSpPr txBox="1">
                <a:spLocks noRot="1" noChangeAspect="1" noMove="1" noResize="1" noEditPoints="1" noAdjustHandles="1" noChangeArrowheads="1" noChangeShapeType="1" noTextEdit="1"/>
              </p:cNvSpPr>
              <p:nvPr/>
            </p:nvSpPr>
            <p:spPr>
              <a:xfrm>
                <a:off x="7051003" y="2735597"/>
                <a:ext cx="583859"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BDA04B7-28C3-8356-6C4B-89FF18555CCB}"/>
                  </a:ext>
                </a:extLst>
              </p:cNvPr>
              <p:cNvSpPr txBox="1"/>
              <p:nvPr/>
            </p:nvSpPr>
            <p:spPr>
              <a:xfrm>
                <a:off x="6666355" y="3306571"/>
                <a:ext cx="34438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i="1" dirty="0" smtClean="0">
                          <a:solidFill>
                            <a:schemeClr val="tx1"/>
                          </a:solidFill>
                          <a:latin typeface="Cambria Math" panose="02040503050406030204" pitchFamily="18" charset="0"/>
                        </a:rPr>
                        <m:t>𝑖</m:t>
                      </m:r>
                    </m:oMath>
                  </m:oMathPara>
                </a14:m>
                <a:endParaRPr lang="en-GB"/>
              </a:p>
            </p:txBody>
          </p:sp>
        </mc:Choice>
        <mc:Fallback xmlns="">
          <p:sp>
            <p:nvSpPr>
              <p:cNvPr id="31" name="TextBox 30">
                <a:extLst>
                  <a:ext uri="{FF2B5EF4-FFF2-40B4-BE49-F238E27FC236}">
                    <a16:creationId xmlns:a16="http://schemas.microsoft.com/office/drawing/2014/main" id="{CBDA04B7-28C3-8356-6C4B-89FF18555CCB}"/>
                  </a:ext>
                </a:extLst>
              </p:cNvPr>
              <p:cNvSpPr txBox="1">
                <a:spLocks noRot="1" noChangeAspect="1" noMove="1" noResize="1" noEditPoints="1" noAdjustHandles="1" noChangeArrowheads="1" noChangeShapeType="1" noTextEdit="1"/>
              </p:cNvSpPr>
              <p:nvPr/>
            </p:nvSpPr>
            <p:spPr>
              <a:xfrm>
                <a:off x="6666355" y="3306571"/>
                <a:ext cx="344384" cy="369332"/>
              </a:xfrm>
              <a:prstGeom prst="rect">
                <a:avLst/>
              </a:prstGeom>
              <a:blipFill>
                <a:blip r:embed="rId8"/>
                <a:stretch>
                  <a:fillRect/>
                </a:stretch>
              </a:blipFill>
            </p:spPr>
            <p:txBody>
              <a:bodyPr/>
              <a:lstStyle/>
              <a:p>
                <a:r>
                  <a:rPr lang="en-US">
                    <a:noFill/>
                  </a:rPr>
                  <a:t> </a:t>
                </a:r>
              </a:p>
            </p:txBody>
          </p:sp>
        </mc:Fallback>
      </mc:AlternateContent>
      <p:sp>
        <p:nvSpPr>
          <p:cNvPr id="35" name="Rectangle: Rounded Corners 34">
            <a:extLst>
              <a:ext uri="{FF2B5EF4-FFF2-40B4-BE49-F238E27FC236}">
                <a16:creationId xmlns:a16="http://schemas.microsoft.com/office/drawing/2014/main" id="{368B58FC-D682-2A22-1686-DF6B4212AA3E}"/>
              </a:ext>
            </a:extLst>
          </p:cNvPr>
          <p:cNvSpPr/>
          <p:nvPr/>
        </p:nvSpPr>
        <p:spPr>
          <a:xfrm>
            <a:off x="8989318" y="1133475"/>
            <a:ext cx="2724150" cy="416242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600"/>
              </a:spcBef>
            </a:pPr>
            <a:r>
              <a:rPr lang="en-GB" sz="1400" b="1" dirty="0">
                <a:solidFill>
                  <a:schemeClr val="tx1"/>
                </a:solidFill>
                <a:latin typeface="Cambria Math" panose="02040503050406030204" pitchFamily="18" charset="0"/>
              </a:rPr>
              <a:t>In Words</a:t>
            </a:r>
          </a:p>
          <a:p>
            <a:pPr>
              <a:spcBef>
                <a:spcPts val="600"/>
              </a:spcBef>
            </a:pPr>
            <a:r>
              <a:rPr lang="en-GB" sz="1400" dirty="0">
                <a:solidFill>
                  <a:schemeClr val="tx1"/>
                </a:solidFill>
                <a:latin typeface="Cambria Math" panose="02040503050406030204" pitchFamily="18" charset="0"/>
              </a:rPr>
              <a:t>To calculate the spray drift deposition for a banded application:</a:t>
            </a:r>
          </a:p>
          <a:p>
            <a:pPr marL="285750" indent="-285750">
              <a:spcBef>
                <a:spcPts val="600"/>
              </a:spcBef>
              <a:buFont typeface="Arial" panose="020B0604020202020204" pitchFamily="34" charset="0"/>
              <a:buChar char="•"/>
            </a:pPr>
            <a:r>
              <a:rPr lang="en-GB" sz="1400" dirty="0">
                <a:solidFill>
                  <a:schemeClr val="tx1"/>
                </a:solidFill>
                <a:latin typeface="Cambria Math" panose="02040503050406030204" pitchFamily="18" charset="0"/>
              </a:rPr>
              <a:t>Calculate the drift for each band by subtracting the full field drift up the LHS of the band from the full field drift up to the RHS of the band</a:t>
            </a:r>
          </a:p>
          <a:p>
            <a:pPr marL="285750" indent="-285750">
              <a:spcBef>
                <a:spcPts val="600"/>
              </a:spcBef>
              <a:buFont typeface="Arial" panose="020B0604020202020204" pitchFamily="34" charset="0"/>
              <a:buChar char="•"/>
            </a:pPr>
            <a:r>
              <a:rPr lang="en-GB" sz="1400" dirty="0">
                <a:solidFill>
                  <a:schemeClr val="tx1"/>
                </a:solidFill>
                <a:latin typeface="Cambria Math" panose="02040503050406030204" pitchFamily="18" charset="0"/>
              </a:rPr>
              <a:t>Sum all bands that have significant drift </a:t>
            </a:r>
            <a:endParaRPr lang="en-GB" sz="1400" dirty="0">
              <a:solidFill>
                <a:schemeClr val="tx1"/>
              </a:solidFill>
            </a:endParaRPr>
          </a:p>
        </p:txBody>
      </p:sp>
      <p:sp>
        <p:nvSpPr>
          <p:cNvPr id="2" name="TextBox 1">
            <a:extLst>
              <a:ext uri="{FF2B5EF4-FFF2-40B4-BE49-F238E27FC236}">
                <a16:creationId xmlns:a16="http://schemas.microsoft.com/office/drawing/2014/main" id="{75B88F25-B32A-E433-99BB-4937081C7ED3}"/>
              </a:ext>
            </a:extLst>
          </p:cNvPr>
          <p:cNvSpPr txBox="1"/>
          <p:nvPr/>
        </p:nvSpPr>
        <p:spPr>
          <a:xfrm>
            <a:off x="5181600" y="6313239"/>
            <a:ext cx="914400" cy="914400"/>
          </a:xfrm>
          <a:prstGeom prst="rect">
            <a:avLst/>
          </a:prstGeom>
        </p:spPr>
        <p:txBody>
          <a:bodyPr vert="horz" wrap="none" lIns="0" tIns="0" rIns="0" bIns="0" rtlCol="0">
            <a:noAutofit/>
          </a:bodyPr>
          <a:lstStyle/>
          <a:p>
            <a:pPr algn="l">
              <a:spcBef>
                <a:spcPts val="600"/>
              </a:spcBef>
            </a:pPr>
            <a:r>
              <a:rPr lang="en-GB" sz="1400" dirty="0">
                <a:solidFill>
                  <a:schemeClr val="accent4">
                    <a:lumMod val="75000"/>
                  </a:schemeClr>
                </a:solidFill>
              </a:rPr>
              <a:t>Near / Right Side</a:t>
            </a:r>
          </a:p>
        </p:txBody>
      </p:sp>
      <p:sp>
        <p:nvSpPr>
          <p:cNvPr id="5" name="TextBox 4">
            <a:extLst>
              <a:ext uri="{FF2B5EF4-FFF2-40B4-BE49-F238E27FC236}">
                <a16:creationId xmlns:a16="http://schemas.microsoft.com/office/drawing/2014/main" id="{908A5E80-9337-0F0A-289A-E280C0365C35}"/>
              </a:ext>
            </a:extLst>
          </p:cNvPr>
          <p:cNvSpPr txBox="1"/>
          <p:nvPr/>
        </p:nvSpPr>
        <p:spPr>
          <a:xfrm>
            <a:off x="8783146" y="6313239"/>
            <a:ext cx="914400" cy="357862"/>
          </a:xfrm>
          <a:prstGeom prst="rect">
            <a:avLst/>
          </a:prstGeom>
        </p:spPr>
        <p:txBody>
          <a:bodyPr vert="horz" wrap="none" lIns="0" tIns="0" rIns="0" bIns="0" rtlCol="0">
            <a:noAutofit/>
          </a:bodyPr>
          <a:lstStyle/>
          <a:p>
            <a:pPr algn="l">
              <a:spcBef>
                <a:spcPts val="600"/>
              </a:spcBef>
            </a:pPr>
            <a:r>
              <a:rPr lang="en-GB" sz="1400" dirty="0">
                <a:solidFill>
                  <a:schemeClr val="accent4">
                    <a:lumMod val="75000"/>
                  </a:schemeClr>
                </a:solidFill>
              </a:rPr>
              <a:t>Far / Left Side</a:t>
            </a:r>
          </a:p>
        </p:txBody>
      </p:sp>
    </p:spTree>
    <p:extLst>
      <p:ext uri="{BB962C8B-B14F-4D97-AF65-F5344CB8AC3E}">
        <p14:creationId xmlns:p14="http://schemas.microsoft.com/office/powerpoint/2010/main" val="46227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animBg="1"/>
      <p:bldP spid="20" grpId="0" animBg="1"/>
      <p:bldP spid="21" grpId="0" animBg="1"/>
      <p:bldP spid="22" grpId="0" animBg="1"/>
      <p:bldP spid="23" grpId="0" animBg="1"/>
      <p:bldP spid="25" grpId="0"/>
      <p:bldP spid="27" grpId="0"/>
      <p:bldP spid="29" grpId="0"/>
      <p:bldP spid="31" grpId="0"/>
      <p:bldP spid="35" grpId="0" animBg="1"/>
      <p:bldP spid="2"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7FEA9-5A94-1762-F450-DE1C8C6128F1}"/>
              </a:ext>
            </a:extLst>
          </p:cNvPr>
          <p:cNvSpPr>
            <a:spLocks noGrp="1"/>
          </p:cNvSpPr>
          <p:nvPr>
            <p:ph type="title"/>
          </p:nvPr>
        </p:nvSpPr>
        <p:spPr/>
        <p:txBody>
          <a:bodyPr/>
          <a:lstStyle/>
          <a:p>
            <a:r>
              <a:rPr lang="en-GB"/>
              <a:t>Theory – Regular Spot, Combine Parallel and Perpendicular</a:t>
            </a:r>
          </a:p>
        </p:txBody>
      </p:sp>
      <p:sp>
        <p:nvSpPr>
          <p:cNvPr id="3" name="Footer Placeholder 2">
            <a:extLst>
              <a:ext uri="{FF2B5EF4-FFF2-40B4-BE49-F238E27FC236}">
                <a16:creationId xmlns:a16="http://schemas.microsoft.com/office/drawing/2014/main" id="{1DEC7573-4929-1E29-0649-8E1442F95441}"/>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3347AC43-5237-FDF4-8845-F18C719DCEE1}"/>
              </a:ext>
            </a:extLst>
          </p:cNvPr>
          <p:cNvSpPr>
            <a:spLocks noGrp="1"/>
          </p:cNvSpPr>
          <p:nvPr>
            <p:ph type="sldNum" sz="quarter" idx="12"/>
          </p:nvPr>
        </p:nvSpPr>
        <p:spPr/>
        <p:txBody>
          <a:bodyPr/>
          <a:lstStyle/>
          <a:p>
            <a:fld id="{7695D00A-BA34-4D39-8C84-2534822D6434}" type="slidenum">
              <a:rPr lang="en-GB" smtClean="0"/>
              <a:pPr/>
              <a:t>11</a:t>
            </a:fld>
            <a:endParaRPr lang="en-GB"/>
          </a:p>
        </p:txBody>
      </p:sp>
      <p:sp>
        <p:nvSpPr>
          <p:cNvPr id="47" name="Text Placeholder 4">
            <a:extLst>
              <a:ext uri="{FF2B5EF4-FFF2-40B4-BE49-F238E27FC236}">
                <a16:creationId xmlns:a16="http://schemas.microsoft.com/office/drawing/2014/main" id="{805B0C62-A0DE-3A7A-2D7B-59F314D94D1C}"/>
              </a:ext>
            </a:extLst>
          </p:cNvPr>
          <p:cNvSpPr>
            <a:spLocks noGrp="1"/>
          </p:cNvSpPr>
          <p:nvPr>
            <p:ph type="body" sz="quarter" idx="13"/>
          </p:nvPr>
        </p:nvSpPr>
        <p:spPr>
          <a:xfrm>
            <a:off x="304798" y="1616539"/>
            <a:ext cx="4286252" cy="4666441"/>
          </a:xfrm>
        </p:spPr>
        <p:txBody>
          <a:bodyPr/>
          <a:lstStyle/>
          <a:p>
            <a:pPr marL="285750" indent="-285750">
              <a:buFont typeface="Arial" panose="020B0604020202020204" pitchFamily="34" charset="0"/>
              <a:buChar char="•"/>
            </a:pPr>
            <a:r>
              <a:rPr lang="en-GB" dirty="0"/>
              <a:t>Scale drift from each Parallel banded by factor derived from Perpendicular banded</a:t>
            </a:r>
            <a:endParaRPr lang="en-GB" b="1" dirty="0"/>
          </a:p>
          <a:p>
            <a:pPr marL="514350" lvl="1" indent="-285750">
              <a:buFont typeface="Arial" panose="020B0604020202020204" pitchFamily="34" charset="0"/>
              <a:buChar char="•"/>
            </a:pPr>
            <a:endParaRPr lang="en-GB" dirty="0"/>
          </a:p>
        </p:txBody>
      </p:sp>
      <p:grpSp>
        <p:nvGrpSpPr>
          <p:cNvPr id="6" name="Group 5">
            <a:extLst>
              <a:ext uri="{FF2B5EF4-FFF2-40B4-BE49-F238E27FC236}">
                <a16:creationId xmlns:a16="http://schemas.microsoft.com/office/drawing/2014/main" id="{7F308670-D093-6475-ED45-84932E20C37F}"/>
              </a:ext>
            </a:extLst>
          </p:cNvPr>
          <p:cNvGrpSpPr/>
          <p:nvPr/>
        </p:nvGrpSpPr>
        <p:grpSpPr>
          <a:xfrm>
            <a:off x="259656" y="2897155"/>
            <a:ext cx="3590467" cy="3320226"/>
            <a:chOff x="14306364" y="6858000"/>
            <a:chExt cx="5660745" cy="5658036"/>
          </a:xfrm>
        </p:grpSpPr>
        <p:sp>
          <p:nvSpPr>
            <p:cNvPr id="7" name="Rectangle 6">
              <a:extLst>
                <a:ext uri="{FF2B5EF4-FFF2-40B4-BE49-F238E27FC236}">
                  <a16:creationId xmlns:a16="http://schemas.microsoft.com/office/drawing/2014/main" id="{D02F7919-A5C3-C703-54DD-C7F988711326}"/>
                </a:ext>
              </a:extLst>
            </p:cNvPr>
            <p:cNvSpPr/>
            <p:nvPr/>
          </p:nvSpPr>
          <p:spPr>
            <a:xfrm>
              <a:off x="14306364" y="6858000"/>
              <a:ext cx="5658036" cy="565803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 name="Rectangle 7">
              <a:extLst>
                <a:ext uri="{FF2B5EF4-FFF2-40B4-BE49-F238E27FC236}">
                  <a16:creationId xmlns:a16="http://schemas.microsoft.com/office/drawing/2014/main" id="{AAF7B329-DCEC-A3E2-EF9D-CCC9BAD36642}"/>
                </a:ext>
              </a:extLst>
            </p:cNvPr>
            <p:cNvSpPr/>
            <p:nvPr/>
          </p:nvSpPr>
          <p:spPr>
            <a:xfrm>
              <a:off x="19662596" y="6858000"/>
              <a:ext cx="304513" cy="5658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 name="Rectangle 8">
              <a:extLst>
                <a:ext uri="{FF2B5EF4-FFF2-40B4-BE49-F238E27FC236}">
                  <a16:creationId xmlns:a16="http://schemas.microsoft.com/office/drawing/2014/main" id="{E0D0D8E3-1860-2A9A-2744-BBDB115AE8C4}"/>
                </a:ext>
              </a:extLst>
            </p:cNvPr>
            <p:cNvSpPr/>
            <p:nvPr/>
          </p:nvSpPr>
          <p:spPr>
            <a:xfrm>
              <a:off x="18365284"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0" name="Rectangle 9">
              <a:extLst>
                <a:ext uri="{FF2B5EF4-FFF2-40B4-BE49-F238E27FC236}">
                  <a16:creationId xmlns:a16="http://schemas.microsoft.com/office/drawing/2014/main" id="{991711F1-B756-59BB-A4AF-E1E82D8F32B7}"/>
                </a:ext>
              </a:extLst>
            </p:cNvPr>
            <p:cNvSpPr/>
            <p:nvPr/>
          </p:nvSpPr>
          <p:spPr>
            <a:xfrm>
              <a:off x="17122361"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1" name="Rectangle 10">
              <a:extLst>
                <a:ext uri="{FF2B5EF4-FFF2-40B4-BE49-F238E27FC236}">
                  <a16:creationId xmlns:a16="http://schemas.microsoft.com/office/drawing/2014/main" id="{3FBD438A-3FEA-5DE4-A726-B0C24A72B083}"/>
                </a:ext>
              </a:extLst>
            </p:cNvPr>
            <p:cNvSpPr/>
            <p:nvPr/>
          </p:nvSpPr>
          <p:spPr>
            <a:xfrm>
              <a:off x="15879437"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2" name="Rectangle 11">
              <a:extLst>
                <a:ext uri="{FF2B5EF4-FFF2-40B4-BE49-F238E27FC236}">
                  <a16:creationId xmlns:a16="http://schemas.microsoft.com/office/drawing/2014/main" id="{CD40F1B2-2E10-5079-2142-AEDA7230CAA3}"/>
                </a:ext>
              </a:extLst>
            </p:cNvPr>
            <p:cNvSpPr/>
            <p:nvPr/>
          </p:nvSpPr>
          <p:spPr>
            <a:xfrm>
              <a:off x="14636513" y="6858000"/>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ECE741D6-C2A9-27B2-E1A2-11B616C0826A}"/>
                  </a:ext>
                </a:extLst>
              </p:cNvPr>
              <p:cNvSpPr txBox="1"/>
              <p:nvPr/>
            </p:nvSpPr>
            <p:spPr>
              <a:xfrm>
                <a:off x="5893999" y="1502081"/>
                <a:ext cx="4853279" cy="1372123"/>
              </a:xfrm>
              <a:prstGeom prst="rect">
                <a:avLst/>
              </a:prstGeom>
            </p:spPr>
            <p:txBody>
              <a:bodyPr vert="horz" wrap="none" lIns="0" tIns="0" rIns="0" bIns="0" rtlCol="0">
                <a:noAutofit/>
              </a:bodyPr>
              <a:lstStyle/>
              <a:p>
                <a:pPr algn="ctr">
                  <a:spcBef>
                    <a:spcPts val="600"/>
                  </a:spcBef>
                </a:pPr>
                <a14:m>
                  <m:oMath xmlns:m="http://schemas.openxmlformats.org/officeDocument/2006/math">
                    <m:acc>
                      <m:accPr>
                        <m:chr m:val="̅"/>
                        <m:ctrlPr>
                          <a:rPr lang="en-GB" sz="2800" i="1" smtClean="0">
                            <a:solidFill>
                              <a:schemeClr val="tx1"/>
                            </a:solidFill>
                            <a:latin typeface="Cambria Math" panose="02040503050406030204" pitchFamily="18" charset="0"/>
                          </a:rPr>
                        </m:ctrlPr>
                      </m:accPr>
                      <m:e>
                        <m:eqArr>
                          <m:eqArrPr>
                            <m:ctrlPr>
                              <a:rPr lang="en-GB" sz="2800" b="0" i="1" smtClean="0">
                                <a:solidFill>
                                  <a:schemeClr val="tx1"/>
                                </a:solidFill>
                                <a:latin typeface="Cambria Math" panose="02040503050406030204" pitchFamily="18" charset="0"/>
                              </a:rPr>
                            </m:ctrlPr>
                          </m:eqArrPr>
                          <m:e>
                            <m:r>
                              <a:rPr lang="en-GB" sz="2800" b="0" i="1" smtClean="0">
                                <a:solidFill>
                                  <a:schemeClr val="tx1"/>
                                </a:solidFill>
                                <a:latin typeface="Cambria Math" panose="02040503050406030204" pitchFamily="18" charset="0"/>
                              </a:rPr>
                              <m:t>𝑅𝑒𝑔𝑢𝑙𝑎𝑟</m:t>
                            </m:r>
                            <m:r>
                              <a:rPr lang="en-GB" sz="2800" b="0" i="1" smtClean="0">
                                <a:solidFill>
                                  <a:schemeClr val="tx1"/>
                                </a:solidFill>
                                <a:latin typeface="Cambria Math" panose="02040503050406030204" pitchFamily="18" charset="0"/>
                              </a:rPr>
                              <m:t> </m:t>
                            </m:r>
                            <m:r>
                              <a:rPr lang="en-GB" sz="2800" b="0" i="1" smtClean="0">
                                <a:solidFill>
                                  <a:schemeClr val="tx1"/>
                                </a:solidFill>
                                <a:latin typeface="Cambria Math" panose="02040503050406030204" pitchFamily="18" charset="0"/>
                              </a:rPr>
                              <m:t>𝑆𝑝𝑜𝑡</m:t>
                            </m:r>
                            <m:r>
                              <a:rPr lang="en-GB" sz="2800" b="0" i="1" smtClean="0">
                                <a:solidFill>
                                  <a:schemeClr val="tx1"/>
                                </a:solidFill>
                                <a:latin typeface="Cambria Math" panose="02040503050406030204" pitchFamily="18" charset="0"/>
                              </a:rPr>
                              <m:t> </m:t>
                            </m:r>
                          </m:e>
                          <m:e>
                            <m:r>
                              <a:rPr lang="en-GB" sz="2800" b="0" i="1" smtClean="0">
                                <a:solidFill>
                                  <a:schemeClr val="tx1"/>
                                </a:solidFill>
                                <a:latin typeface="Cambria Math" panose="02040503050406030204" pitchFamily="18" charset="0"/>
                              </a:rPr>
                              <m:t>𝐷𝑟𝑖𝑓𝑡</m:t>
                            </m:r>
                          </m:e>
                        </m:eqArr>
                      </m:e>
                    </m:acc>
                  </m:oMath>
                </a14:m>
                <a:r>
                  <a:rPr lang="en-GB" sz="2800" b="0" i="1" dirty="0">
                    <a:solidFill>
                      <a:schemeClr val="tx1"/>
                    </a:solidFill>
                    <a:latin typeface="Cambria Math" panose="02040503050406030204" pitchFamily="18" charset="0"/>
                  </a:rPr>
                  <a:t> =</a:t>
                </a:r>
                <a:r>
                  <a:rPr lang="en-GB" sz="2800" dirty="0"/>
                  <a:t> </a:t>
                </a:r>
                <a14:m>
                  <m:oMath xmlns:m="http://schemas.openxmlformats.org/officeDocument/2006/math">
                    <m:d>
                      <m:dPr>
                        <m:ctrlPr>
                          <a:rPr lang="en-GB" sz="2800" i="1" smtClean="0">
                            <a:latin typeface="Cambria Math" panose="02040503050406030204" pitchFamily="18" charset="0"/>
                          </a:rPr>
                        </m:ctrlPr>
                      </m:dPr>
                      <m:e>
                        <m:f>
                          <m:fPr>
                            <m:ctrlPr>
                              <a:rPr lang="en-GB" sz="2800" i="1" smtClean="0">
                                <a:latin typeface="Cambria Math" panose="02040503050406030204" pitchFamily="18" charset="0"/>
                              </a:rPr>
                            </m:ctrlPr>
                          </m:fPr>
                          <m:num>
                            <m:r>
                              <a:rPr lang="en-GB" sz="2800" b="0" i="1" smtClean="0">
                                <a:latin typeface="Cambria Math" panose="02040503050406030204" pitchFamily="18" charset="0"/>
                              </a:rPr>
                              <m:t>𝑟</m:t>
                            </m:r>
                          </m:num>
                          <m:den>
                            <m:r>
                              <a:rPr lang="en-GB" sz="2800" b="0" i="1" smtClean="0">
                                <a:latin typeface="Cambria Math" panose="02040503050406030204" pitchFamily="18" charset="0"/>
                              </a:rPr>
                              <m:t>𝑟</m:t>
                            </m:r>
                            <m:r>
                              <a:rPr lang="en-GB" sz="2800" b="0" i="1" smtClean="0">
                                <a:latin typeface="Cambria Math" panose="02040503050406030204" pitchFamily="18" charset="0"/>
                              </a:rPr>
                              <m:t>+</m:t>
                            </m:r>
                            <m:r>
                              <a:rPr lang="en-GB" sz="2800" b="0" i="1" smtClean="0">
                                <a:latin typeface="Cambria Math" panose="02040503050406030204" pitchFamily="18" charset="0"/>
                              </a:rPr>
                              <m:t>𝑖</m:t>
                            </m:r>
                          </m:den>
                        </m:f>
                      </m:e>
                    </m:d>
                    <m:acc>
                      <m:accPr>
                        <m:chr m:val="̅"/>
                        <m:ctrlPr>
                          <a:rPr lang="en-GB" sz="2800" i="1">
                            <a:latin typeface="Cambria Math" panose="02040503050406030204" pitchFamily="18" charset="0"/>
                          </a:rPr>
                        </m:ctrlPr>
                      </m:accPr>
                      <m:e>
                        <m:eqArr>
                          <m:eqArrPr>
                            <m:ctrlPr>
                              <a:rPr lang="en-GB" sz="2800" i="1">
                                <a:latin typeface="Cambria Math" panose="02040503050406030204" pitchFamily="18" charset="0"/>
                              </a:rPr>
                            </m:ctrlPr>
                          </m:eqArrPr>
                          <m:e>
                            <m:r>
                              <a:rPr lang="en-GB" sz="2800" b="0" i="1" smtClean="0">
                                <a:latin typeface="Cambria Math" panose="02040503050406030204" pitchFamily="18" charset="0"/>
                              </a:rPr>
                              <m:t>𝑃𝑎𝑟𝑎𝑙𝑙𝑒𝑙</m:t>
                            </m:r>
                            <m:r>
                              <a:rPr lang="en-GB" sz="2800" i="1">
                                <a:latin typeface="Cambria Math" panose="02040503050406030204" pitchFamily="18" charset="0"/>
                              </a:rPr>
                              <m:t> </m:t>
                            </m:r>
                            <m:r>
                              <a:rPr lang="en-GB" sz="2800" b="0" i="1" smtClean="0">
                                <a:latin typeface="Cambria Math" panose="02040503050406030204" pitchFamily="18" charset="0"/>
                              </a:rPr>
                              <m:t>𝐵𝑎𝑛𝑑𝑒𝑑</m:t>
                            </m:r>
                          </m:e>
                          <m:e>
                            <m:r>
                              <a:rPr lang="en-GB" sz="2800" i="1">
                                <a:latin typeface="Cambria Math" panose="02040503050406030204" pitchFamily="18" charset="0"/>
                              </a:rPr>
                              <m:t>𝐷𝑟𝑖𝑓𝑡</m:t>
                            </m:r>
                          </m:e>
                        </m:eqArr>
                      </m:e>
                    </m:acc>
                  </m:oMath>
                </a14:m>
                <a:endParaRPr lang="en-GB" sz="2800" dirty="0">
                  <a:solidFill>
                    <a:schemeClr val="tx1"/>
                  </a:solidFill>
                </a:endParaRPr>
              </a:p>
            </p:txBody>
          </p:sp>
        </mc:Choice>
        <mc:Fallback xmlns="">
          <p:sp>
            <p:nvSpPr>
              <p:cNvPr id="61" name="TextBox 60">
                <a:extLst>
                  <a:ext uri="{FF2B5EF4-FFF2-40B4-BE49-F238E27FC236}">
                    <a16:creationId xmlns:a16="http://schemas.microsoft.com/office/drawing/2014/main" id="{ECE741D6-C2A9-27B2-E1A2-11B616C0826A}"/>
                  </a:ext>
                </a:extLst>
              </p:cNvPr>
              <p:cNvSpPr txBox="1">
                <a:spLocks noRot="1" noChangeAspect="1" noMove="1" noResize="1" noEditPoints="1" noAdjustHandles="1" noChangeArrowheads="1" noChangeShapeType="1" noTextEdit="1"/>
              </p:cNvSpPr>
              <p:nvPr/>
            </p:nvSpPr>
            <p:spPr>
              <a:xfrm>
                <a:off x="5893999" y="1502081"/>
                <a:ext cx="4853279" cy="1372123"/>
              </a:xfrm>
              <a:prstGeom prst="rect">
                <a:avLst/>
              </a:prstGeom>
              <a:blipFill>
                <a:blip r:embed="rId3"/>
                <a:stretch>
                  <a:fillRect l="-12940" r="-13065"/>
                </a:stretch>
              </a:blipFill>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1C495184-E8BB-1408-0A10-2DDF625E099B}"/>
              </a:ext>
            </a:extLst>
          </p:cNvPr>
          <p:cNvGrpSpPr/>
          <p:nvPr/>
        </p:nvGrpSpPr>
        <p:grpSpPr>
          <a:xfrm>
            <a:off x="8309660" y="2897154"/>
            <a:ext cx="3588747" cy="3320227"/>
            <a:chOff x="8045500" y="2897154"/>
            <a:chExt cx="3588747" cy="3320227"/>
          </a:xfrm>
        </p:grpSpPr>
        <p:grpSp>
          <p:nvGrpSpPr>
            <p:cNvPr id="13" name="Group 12">
              <a:extLst>
                <a:ext uri="{FF2B5EF4-FFF2-40B4-BE49-F238E27FC236}">
                  <a16:creationId xmlns:a16="http://schemas.microsoft.com/office/drawing/2014/main" id="{0BE2FE69-72DD-B04C-3443-7BFC5D8C84B9}"/>
                </a:ext>
              </a:extLst>
            </p:cNvPr>
            <p:cNvGrpSpPr/>
            <p:nvPr/>
          </p:nvGrpSpPr>
          <p:grpSpPr>
            <a:xfrm>
              <a:off x="8045500" y="2897154"/>
              <a:ext cx="3588747" cy="3320227"/>
              <a:chOff x="3785489" y="2899774"/>
              <a:chExt cx="3588747" cy="3320227"/>
            </a:xfrm>
          </p:grpSpPr>
          <p:grpSp>
            <p:nvGrpSpPr>
              <p:cNvPr id="99" name="Group 98">
                <a:extLst>
                  <a:ext uri="{FF2B5EF4-FFF2-40B4-BE49-F238E27FC236}">
                    <a16:creationId xmlns:a16="http://schemas.microsoft.com/office/drawing/2014/main" id="{170F1E3F-D58E-0A95-C378-65B86C6AC244}"/>
                  </a:ext>
                </a:extLst>
              </p:cNvPr>
              <p:cNvGrpSpPr/>
              <p:nvPr/>
            </p:nvGrpSpPr>
            <p:grpSpPr>
              <a:xfrm>
                <a:off x="3785489" y="2899774"/>
                <a:ext cx="3588747" cy="3320227"/>
                <a:chOff x="5195836" y="3910085"/>
                <a:chExt cx="2932954" cy="2713497"/>
              </a:xfrm>
            </p:grpSpPr>
            <p:sp>
              <p:nvSpPr>
                <p:cNvPr id="14" name="Rectangle 13">
                  <a:extLst>
                    <a:ext uri="{FF2B5EF4-FFF2-40B4-BE49-F238E27FC236}">
                      <a16:creationId xmlns:a16="http://schemas.microsoft.com/office/drawing/2014/main" id="{04EA29BA-5345-9060-29BF-47A987D0F49B}"/>
                    </a:ext>
                  </a:extLst>
                </p:cNvPr>
                <p:cNvSpPr/>
                <p:nvPr/>
              </p:nvSpPr>
              <p:spPr>
                <a:xfrm>
                  <a:off x="5195836" y="3910085"/>
                  <a:ext cx="2931551" cy="271349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5" name="Rectangle 14">
                  <a:extLst>
                    <a:ext uri="{FF2B5EF4-FFF2-40B4-BE49-F238E27FC236}">
                      <a16:creationId xmlns:a16="http://schemas.microsoft.com/office/drawing/2014/main" id="{0661D23A-0ACA-5CAB-E6EF-904F1B01D1D7}"/>
                    </a:ext>
                  </a:extLst>
                </p:cNvPr>
                <p:cNvSpPr/>
                <p:nvPr/>
              </p:nvSpPr>
              <p:spPr>
                <a:xfrm>
                  <a:off x="7971015" y="3910085"/>
                  <a:ext cx="157775" cy="27134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nvGrpSpPr>
                <p:cNvPr id="16" name="Group 15">
                  <a:extLst>
                    <a:ext uri="{FF2B5EF4-FFF2-40B4-BE49-F238E27FC236}">
                      <a16:creationId xmlns:a16="http://schemas.microsoft.com/office/drawing/2014/main" id="{01B61620-AAA0-65E7-FFAB-7E0A64541F90}"/>
                    </a:ext>
                  </a:extLst>
                </p:cNvPr>
                <p:cNvGrpSpPr/>
                <p:nvPr/>
              </p:nvGrpSpPr>
              <p:grpSpPr>
                <a:xfrm>
                  <a:off x="7283139" y="4021116"/>
                  <a:ext cx="309407" cy="2448798"/>
                  <a:chOff x="11851587" y="514000"/>
                  <a:chExt cx="597172" cy="5106100"/>
                </a:xfrm>
              </p:grpSpPr>
              <p:sp>
                <p:nvSpPr>
                  <p:cNvPr id="41" name="Rectangle 40">
                    <a:extLst>
                      <a:ext uri="{FF2B5EF4-FFF2-40B4-BE49-F238E27FC236}">
                        <a16:creationId xmlns:a16="http://schemas.microsoft.com/office/drawing/2014/main" id="{2BE90A49-3507-72C6-EC0B-5C4301C4F80B}"/>
                      </a:ext>
                    </a:extLst>
                  </p:cNvPr>
                  <p:cNvSpPr/>
                  <p:nvPr/>
                </p:nvSpPr>
                <p:spPr>
                  <a:xfrm>
                    <a:off x="11851587" y="50225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2" name="Rectangle 41">
                    <a:extLst>
                      <a:ext uri="{FF2B5EF4-FFF2-40B4-BE49-F238E27FC236}">
                        <a16:creationId xmlns:a16="http://schemas.microsoft.com/office/drawing/2014/main" id="{3BAA9229-19CE-DED2-2A35-2B83FD783A5B}"/>
                      </a:ext>
                    </a:extLst>
                  </p:cNvPr>
                  <p:cNvSpPr/>
                  <p:nvPr/>
                </p:nvSpPr>
                <p:spPr>
                  <a:xfrm>
                    <a:off x="11851587" y="5140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3" name="Rectangle 42">
                    <a:extLst>
                      <a:ext uri="{FF2B5EF4-FFF2-40B4-BE49-F238E27FC236}">
                        <a16:creationId xmlns:a16="http://schemas.microsoft.com/office/drawing/2014/main" id="{7D13D47D-736D-8769-9E4B-FF9997ED7290}"/>
                      </a:ext>
                    </a:extLst>
                  </p:cNvPr>
                  <p:cNvSpPr/>
                  <p:nvPr/>
                </p:nvSpPr>
                <p:spPr>
                  <a:xfrm>
                    <a:off x="11851587" y="164112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4" name="Rectangle 43">
                    <a:extLst>
                      <a:ext uri="{FF2B5EF4-FFF2-40B4-BE49-F238E27FC236}">
                        <a16:creationId xmlns:a16="http://schemas.microsoft.com/office/drawing/2014/main" id="{88030FD1-8D58-6142-7982-D3D77D704E4B}"/>
                      </a:ext>
                    </a:extLst>
                  </p:cNvPr>
                  <p:cNvSpPr/>
                  <p:nvPr/>
                </p:nvSpPr>
                <p:spPr>
                  <a:xfrm>
                    <a:off x="11851587" y="276825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5" name="Rectangle 44">
                    <a:extLst>
                      <a:ext uri="{FF2B5EF4-FFF2-40B4-BE49-F238E27FC236}">
                        <a16:creationId xmlns:a16="http://schemas.microsoft.com/office/drawing/2014/main" id="{13185338-1670-34BE-E788-BAB9D2270BC5}"/>
                      </a:ext>
                    </a:extLst>
                  </p:cNvPr>
                  <p:cNvSpPr/>
                  <p:nvPr/>
                </p:nvSpPr>
                <p:spPr>
                  <a:xfrm>
                    <a:off x="11851587" y="389537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17" name="Group 16">
                  <a:extLst>
                    <a:ext uri="{FF2B5EF4-FFF2-40B4-BE49-F238E27FC236}">
                      <a16:creationId xmlns:a16="http://schemas.microsoft.com/office/drawing/2014/main" id="{65DCDF78-2151-A6AB-F519-E057F40A0C00}"/>
                    </a:ext>
                  </a:extLst>
                </p:cNvPr>
                <p:cNvGrpSpPr/>
                <p:nvPr/>
              </p:nvGrpSpPr>
              <p:grpSpPr>
                <a:xfrm>
                  <a:off x="5371226" y="4021117"/>
                  <a:ext cx="309407" cy="2448798"/>
                  <a:chOff x="7791264" y="513999"/>
                  <a:chExt cx="597172" cy="5106101"/>
                </a:xfrm>
              </p:grpSpPr>
              <p:sp>
                <p:nvSpPr>
                  <p:cNvPr id="36" name="Rectangle 35">
                    <a:extLst>
                      <a:ext uri="{FF2B5EF4-FFF2-40B4-BE49-F238E27FC236}">
                        <a16:creationId xmlns:a16="http://schemas.microsoft.com/office/drawing/2014/main" id="{561BA7F1-7B50-72E6-E92E-5F5B378576AD}"/>
                      </a:ext>
                    </a:extLst>
                  </p:cNvPr>
                  <p:cNvSpPr/>
                  <p:nvPr/>
                </p:nvSpPr>
                <p:spPr>
                  <a:xfrm>
                    <a:off x="7791264" y="50225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7" name="Rectangle 36">
                    <a:extLst>
                      <a:ext uri="{FF2B5EF4-FFF2-40B4-BE49-F238E27FC236}">
                        <a16:creationId xmlns:a16="http://schemas.microsoft.com/office/drawing/2014/main" id="{7695E454-4E20-CF44-FE46-62F6BF6B7E89}"/>
                      </a:ext>
                    </a:extLst>
                  </p:cNvPr>
                  <p:cNvSpPr/>
                  <p:nvPr/>
                </p:nvSpPr>
                <p:spPr>
                  <a:xfrm>
                    <a:off x="7791264" y="513999"/>
                    <a:ext cx="597172" cy="5975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8" name="Rectangle 37">
                    <a:extLst>
                      <a:ext uri="{FF2B5EF4-FFF2-40B4-BE49-F238E27FC236}">
                        <a16:creationId xmlns:a16="http://schemas.microsoft.com/office/drawing/2014/main" id="{2C3DF882-1241-0E6E-990D-0D35A05CD26C}"/>
                      </a:ext>
                    </a:extLst>
                  </p:cNvPr>
                  <p:cNvSpPr/>
                  <p:nvPr/>
                </p:nvSpPr>
                <p:spPr>
                  <a:xfrm>
                    <a:off x="7791264" y="1641123"/>
                    <a:ext cx="597172" cy="5975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9" name="Rectangle 38">
                    <a:extLst>
                      <a:ext uri="{FF2B5EF4-FFF2-40B4-BE49-F238E27FC236}">
                        <a16:creationId xmlns:a16="http://schemas.microsoft.com/office/drawing/2014/main" id="{4D874FA7-66B5-2E2D-BD24-91F8783DF8D8}"/>
                      </a:ext>
                    </a:extLst>
                  </p:cNvPr>
                  <p:cNvSpPr/>
                  <p:nvPr/>
                </p:nvSpPr>
                <p:spPr>
                  <a:xfrm>
                    <a:off x="7791264" y="2768247"/>
                    <a:ext cx="597172" cy="5975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40" name="Rectangle 39">
                    <a:extLst>
                      <a:ext uri="{FF2B5EF4-FFF2-40B4-BE49-F238E27FC236}">
                        <a16:creationId xmlns:a16="http://schemas.microsoft.com/office/drawing/2014/main" id="{2D749E81-489E-3A80-DFB5-2045E271BC39}"/>
                      </a:ext>
                    </a:extLst>
                  </p:cNvPr>
                  <p:cNvSpPr/>
                  <p:nvPr/>
                </p:nvSpPr>
                <p:spPr>
                  <a:xfrm>
                    <a:off x="7791264" y="3895376"/>
                    <a:ext cx="597172" cy="5975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75" name="Group 74">
                  <a:extLst>
                    <a:ext uri="{FF2B5EF4-FFF2-40B4-BE49-F238E27FC236}">
                      <a16:creationId xmlns:a16="http://schemas.microsoft.com/office/drawing/2014/main" id="{89608604-C3B6-4376-DC22-4BF9CCA40DCE}"/>
                    </a:ext>
                  </a:extLst>
                </p:cNvPr>
                <p:cNvGrpSpPr/>
                <p:nvPr/>
              </p:nvGrpSpPr>
              <p:grpSpPr>
                <a:xfrm>
                  <a:off x="7282990" y="4051340"/>
                  <a:ext cx="309407" cy="2448798"/>
                  <a:chOff x="11851587" y="514000"/>
                  <a:chExt cx="597172" cy="5106100"/>
                </a:xfrm>
              </p:grpSpPr>
              <p:sp>
                <p:nvSpPr>
                  <p:cNvPr id="76" name="Rectangle 75">
                    <a:extLst>
                      <a:ext uri="{FF2B5EF4-FFF2-40B4-BE49-F238E27FC236}">
                        <a16:creationId xmlns:a16="http://schemas.microsoft.com/office/drawing/2014/main" id="{EB690F0A-8952-044A-C694-B25BD84DC347}"/>
                      </a:ext>
                    </a:extLst>
                  </p:cNvPr>
                  <p:cNvSpPr/>
                  <p:nvPr/>
                </p:nvSpPr>
                <p:spPr>
                  <a:xfrm>
                    <a:off x="11851587" y="50225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77" name="Rectangle 76">
                    <a:extLst>
                      <a:ext uri="{FF2B5EF4-FFF2-40B4-BE49-F238E27FC236}">
                        <a16:creationId xmlns:a16="http://schemas.microsoft.com/office/drawing/2014/main" id="{0925A450-717C-A959-359D-703422767573}"/>
                      </a:ext>
                    </a:extLst>
                  </p:cNvPr>
                  <p:cNvSpPr/>
                  <p:nvPr/>
                </p:nvSpPr>
                <p:spPr>
                  <a:xfrm>
                    <a:off x="11851587" y="5140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78" name="Rectangle 77">
                    <a:extLst>
                      <a:ext uri="{FF2B5EF4-FFF2-40B4-BE49-F238E27FC236}">
                        <a16:creationId xmlns:a16="http://schemas.microsoft.com/office/drawing/2014/main" id="{EE96080C-6845-1C61-9552-048A47638753}"/>
                      </a:ext>
                    </a:extLst>
                  </p:cNvPr>
                  <p:cNvSpPr/>
                  <p:nvPr/>
                </p:nvSpPr>
                <p:spPr>
                  <a:xfrm>
                    <a:off x="11851587" y="164112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79" name="Rectangle 78">
                    <a:extLst>
                      <a:ext uri="{FF2B5EF4-FFF2-40B4-BE49-F238E27FC236}">
                        <a16:creationId xmlns:a16="http://schemas.microsoft.com/office/drawing/2014/main" id="{AF1EF44D-10D2-CED9-DD82-4D205AE83811}"/>
                      </a:ext>
                    </a:extLst>
                  </p:cNvPr>
                  <p:cNvSpPr/>
                  <p:nvPr/>
                </p:nvSpPr>
                <p:spPr>
                  <a:xfrm>
                    <a:off x="11851587" y="276825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0" name="Rectangle 79">
                    <a:extLst>
                      <a:ext uri="{FF2B5EF4-FFF2-40B4-BE49-F238E27FC236}">
                        <a16:creationId xmlns:a16="http://schemas.microsoft.com/office/drawing/2014/main" id="{16BE910E-E51B-7A31-745D-704DE5FCB7D9}"/>
                      </a:ext>
                    </a:extLst>
                  </p:cNvPr>
                  <p:cNvSpPr/>
                  <p:nvPr/>
                </p:nvSpPr>
                <p:spPr>
                  <a:xfrm>
                    <a:off x="11851587" y="389537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81" name="Group 80">
                  <a:extLst>
                    <a:ext uri="{FF2B5EF4-FFF2-40B4-BE49-F238E27FC236}">
                      <a16:creationId xmlns:a16="http://schemas.microsoft.com/office/drawing/2014/main" id="{655D3006-83C3-802B-97AD-91D6C7900826}"/>
                    </a:ext>
                  </a:extLst>
                </p:cNvPr>
                <p:cNvGrpSpPr/>
                <p:nvPr/>
              </p:nvGrpSpPr>
              <p:grpSpPr>
                <a:xfrm>
                  <a:off x="5371079" y="4051340"/>
                  <a:ext cx="309407" cy="2448798"/>
                  <a:chOff x="7791264" y="513999"/>
                  <a:chExt cx="597172" cy="5106096"/>
                </a:xfrm>
              </p:grpSpPr>
              <p:sp>
                <p:nvSpPr>
                  <p:cNvPr id="82" name="Rectangle 81">
                    <a:extLst>
                      <a:ext uri="{FF2B5EF4-FFF2-40B4-BE49-F238E27FC236}">
                        <a16:creationId xmlns:a16="http://schemas.microsoft.com/office/drawing/2014/main" id="{F928BBB8-6D4D-56EF-CF47-787611546D2F}"/>
                      </a:ext>
                    </a:extLst>
                  </p:cNvPr>
                  <p:cNvSpPr/>
                  <p:nvPr/>
                </p:nvSpPr>
                <p:spPr>
                  <a:xfrm>
                    <a:off x="7791264" y="5022496"/>
                    <a:ext cx="597172" cy="5975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3" name="Rectangle 82">
                    <a:extLst>
                      <a:ext uri="{FF2B5EF4-FFF2-40B4-BE49-F238E27FC236}">
                        <a16:creationId xmlns:a16="http://schemas.microsoft.com/office/drawing/2014/main" id="{D55CB5F3-359C-B78A-A953-831B76BEA85E}"/>
                      </a:ext>
                    </a:extLst>
                  </p:cNvPr>
                  <p:cNvSpPr/>
                  <p:nvPr/>
                </p:nvSpPr>
                <p:spPr>
                  <a:xfrm>
                    <a:off x="7791264" y="513999"/>
                    <a:ext cx="597172" cy="5975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4" name="Rectangle 83">
                    <a:extLst>
                      <a:ext uri="{FF2B5EF4-FFF2-40B4-BE49-F238E27FC236}">
                        <a16:creationId xmlns:a16="http://schemas.microsoft.com/office/drawing/2014/main" id="{DA2FF24C-CA6A-74FA-5E26-E0B6140FFCB1}"/>
                      </a:ext>
                    </a:extLst>
                  </p:cNvPr>
                  <p:cNvSpPr/>
                  <p:nvPr/>
                </p:nvSpPr>
                <p:spPr>
                  <a:xfrm>
                    <a:off x="7791264" y="1641123"/>
                    <a:ext cx="597172" cy="5975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5" name="Rectangle 84">
                    <a:extLst>
                      <a:ext uri="{FF2B5EF4-FFF2-40B4-BE49-F238E27FC236}">
                        <a16:creationId xmlns:a16="http://schemas.microsoft.com/office/drawing/2014/main" id="{6D342ABE-1672-F625-9890-DA2761ACD5D0}"/>
                      </a:ext>
                    </a:extLst>
                  </p:cNvPr>
                  <p:cNvSpPr/>
                  <p:nvPr/>
                </p:nvSpPr>
                <p:spPr>
                  <a:xfrm>
                    <a:off x="7791264" y="2768247"/>
                    <a:ext cx="597172" cy="5975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6" name="Rectangle 85">
                    <a:extLst>
                      <a:ext uri="{FF2B5EF4-FFF2-40B4-BE49-F238E27FC236}">
                        <a16:creationId xmlns:a16="http://schemas.microsoft.com/office/drawing/2014/main" id="{B8D8C8D8-F000-B208-A78F-CA3C92B63407}"/>
                      </a:ext>
                    </a:extLst>
                  </p:cNvPr>
                  <p:cNvSpPr/>
                  <p:nvPr/>
                </p:nvSpPr>
                <p:spPr>
                  <a:xfrm>
                    <a:off x="7791264" y="3895374"/>
                    <a:ext cx="597172" cy="5975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87" name="Group 86">
                  <a:extLst>
                    <a:ext uri="{FF2B5EF4-FFF2-40B4-BE49-F238E27FC236}">
                      <a16:creationId xmlns:a16="http://schemas.microsoft.com/office/drawing/2014/main" id="{3882180B-4C1A-1317-DB04-D2F0756C73C4}"/>
                    </a:ext>
                  </a:extLst>
                </p:cNvPr>
                <p:cNvGrpSpPr/>
                <p:nvPr/>
              </p:nvGrpSpPr>
              <p:grpSpPr>
                <a:xfrm>
                  <a:off x="6008381" y="4051340"/>
                  <a:ext cx="309407" cy="2448798"/>
                  <a:chOff x="11851587" y="514000"/>
                  <a:chExt cx="597172" cy="5106100"/>
                </a:xfrm>
              </p:grpSpPr>
              <p:sp>
                <p:nvSpPr>
                  <p:cNvPr id="88" name="Rectangle 87">
                    <a:extLst>
                      <a:ext uri="{FF2B5EF4-FFF2-40B4-BE49-F238E27FC236}">
                        <a16:creationId xmlns:a16="http://schemas.microsoft.com/office/drawing/2014/main" id="{32EE8D84-D451-E293-BF4D-5FC9E827B106}"/>
                      </a:ext>
                    </a:extLst>
                  </p:cNvPr>
                  <p:cNvSpPr/>
                  <p:nvPr/>
                </p:nvSpPr>
                <p:spPr>
                  <a:xfrm>
                    <a:off x="11851587" y="50225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9" name="Rectangle 88">
                    <a:extLst>
                      <a:ext uri="{FF2B5EF4-FFF2-40B4-BE49-F238E27FC236}">
                        <a16:creationId xmlns:a16="http://schemas.microsoft.com/office/drawing/2014/main" id="{DB3D4485-B963-3FD1-0780-E8E8BE3FE8EA}"/>
                      </a:ext>
                    </a:extLst>
                  </p:cNvPr>
                  <p:cNvSpPr/>
                  <p:nvPr/>
                </p:nvSpPr>
                <p:spPr>
                  <a:xfrm>
                    <a:off x="11851587" y="5140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0" name="Rectangle 89">
                    <a:extLst>
                      <a:ext uri="{FF2B5EF4-FFF2-40B4-BE49-F238E27FC236}">
                        <a16:creationId xmlns:a16="http://schemas.microsoft.com/office/drawing/2014/main" id="{DB219FC1-16B7-D2D2-321B-ED0ED177CC40}"/>
                      </a:ext>
                    </a:extLst>
                  </p:cNvPr>
                  <p:cNvSpPr/>
                  <p:nvPr/>
                </p:nvSpPr>
                <p:spPr>
                  <a:xfrm>
                    <a:off x="11851587" y="164112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1" name="Rectangle 90">
                    <a:extLst>
                      <a:ext uri="{FF2B5EF4-FFF2-40B4-BE49-F238E27FC236}">
                        <a16:creationId xmlns:a16="http://schemas.microsoft.com/office/drawing/2014/main" id="{C051FCDC-CA70-2B74-70A5-34F351A0F5EB}"/>
                      </a:ext>
                    </a:extLst>
                  </p:cNvPr>
                  <p:cNvSpPr/>
                  <p:nvPr/>
                </p:nvSpPr>
                <p:spPr>
                  <a:xfrm>
                    <a:off x="11851587" y="276825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2" name="Rectangle 91">
                    <a:extLst>
                      <a:ext uri="{FF2B5EF4-FFF2-40B4-BE49-F238E27FC236}">
                        <a16:creationId xmlns:a16="http://schemas.microsoft.com/office/drawing/2014/main" id="{FD161C17-B5E7-B3DD-79F1-F31FD5EACE19}"/>
                      </a:ext>
                    </a:extLst>
                  </p:cNvPr>
                  <p:cNvSpPr/>
                  <p:nvPr/>
                </p:nvSpPr>
                <p:spPr>
                  <a:xfrm>
                    <a:off x="11851587" y="389537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93" name="Group 92">
                  <a:extLst>
                    <a:ext uri="{FF2B5EF4-FFF2-40B4-BE49-F238E27FC236}">
                      <a16:creationId xmlns:a16="http://schemas.microsoft.com/office/drawing/2014/main" id="{D667E289-6CDA-24D1-C17E-5E6C16C9D3EA}"/>
                    </a:ext>
                  </a:extLst>
                </p:cNvPr>
                <p:cNvGrpSpPr/>
                <p:nvPr/>
              </p:nvGrpSpPr>
              <p:grpSpPr>
                <a:xfrm>
                  <a:off x="6645676" y="4051340"/>
                  <a:ext cx="309407" cy="2448798"/>
                  <a:chOff x="11851587" y="514000"/>
                  <a:chExt cx="597172" cy="5106100"/>
                </a:xfrm>
              </p:grpSpPr>
              <p:sp>
                <p:nvSpPr>
                  <p:cNvPr id="94" name="Rectangle 93">
                    <a:extLst>
                      <a:ext uri="{FF2B5EF4-FFF2-40B4-BE49-F238E27FC236}">
                        <a16:creationId xmlns:a16="http://schemas.microsoft.com/office/drawing/2014/main" id="{7E191118-0E0E-D6D6-CD38-1DC88A66C5F9}"/>
                      </a:ext>
                    </a:extLst>
                  </p:cNvPr>
                  <p:cNvSpPr/>
                  <p:nvPr/>
                </p:nvSpPr>
                <p:spPr>
                  <a:xfrm>
                    <a:off x="11851587" y="50225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5" name="Rectangle 94">
                    <a:extLst>
                      <a:ext uri="{FF2B5EF4-FFF2-40B4-BE49-F238E27FC236}">
                        <a16:creationId xmlns:a16="http://schemas.microsoft.com/office/drawing/2014/main" id="{BA744CC8-1B35-D565-3BD5-A34DE9256795}"/>
                      </a:ext>
                    </a:extLst>
                  </p:cNvPr>
                  <p:cNvSpPr/>
                  <p:nvPr/>
                </p:nvSpPr>
                <p:spPr>
                  <a:xfrm>
                    <a:off x="11851587" y="51400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6" name="Rectangle 95">
                    <a:extLst>
                      <a:ext uri="{FF2B5EF4-FFF2-40B4-BE49-F238E27FC236}">
                        <a16:creationId xmlns:a16="http://schemas.microsoft.com/office/drawing/2014/main" id="{EF6166A9-A697-1B3F-ED81-71AA545D3DA5}"/>
                      </a:ext>
                    </a:extLst>
                  </p:cNvPr>
                  <p:cNvSpPr/>
                  <p:nvPr/>
                </p:nvSpPr>
                <p:spPr>
                  <a:xfrm>
                    <a:off x="11851587" y="164112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7" name="Rectangle 96">
                    <a:extLst>
                      <a:ext uri="{FF2B5EF4-FFF2-40B4-BE49-F238E27FC236}">
                        <a16:creationId xmlns:a16="http://schemas.microsoft.com/office/drawing/2014/main" id="{CB9C78B0-4A34-A3BF-DCA0-93229C1A182E}"/>
                      </a:ext>
                    </a:extLst>
                  </p:cNvPr>
                  <p:cNvSpPr/>
                  <p:nvPr/>
                </p:nvSpPr>
                <p:spPr>
                  <a:xfrm>
                    <a:off x="11851587" y="2768250"/>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8" name="Rectangle 97">
                    <a:extLst>
                      <a:ext uri="{FF2B5EF4-FFF2-40B4-BE49-F238E27FC236}">
                        <a16:creationId xmlns:a16="http://schemas.microsoft.com/office/drawing/2014/main" id="{A88BE5DC-95B8-A5CC-407C-F52BD812466D}"/>
                      </a:ext>
                    </a:extLst>
                  </p:cNvPr>
                  <p:cNvSpPr/>
                  <p:nvPr/>
                </p:nvSpPr>
                <p:spPr>
                  <a:xfrm>
                    <a:off x="11851587" y="3895375"/>
                    <a:ext cx="597172" cy="597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grpSp>
            <p:nvGrpSpPr>
              <p:cNvPr id="5" name="Group 4">
                <a:extLst>
                  <a:ext uri="{FF2B5EF4-FFF2-40B4-BE49-F238E27FC236}">
                    <a16:creationId xmlns:a16="http://schemas.microsoft.com/office/drawing/2014/main" id="{72488800-0BB9-FC83-59D9-CB9D64F3F864}"/>
                  </a:ext>
                </a:extLst>
              </p:cNvPr>
              <p:cNvGrpSpPr/>
              <p:nvPr/>
            </p:nvGrpSpPr>
            <p:grpSpPr>
              <a:xfrm>
                <a:off x="5658702" y="3043473"/>
                <a:ext cx="1277559" cy="2158450"/>
                <a:chOff x="5658702" y="3043473"/>
                <a:chExt cx="1277559" cy="2158450"/>
              </a:xfrm>
            </p:grpSpPr>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7B36EA91-3C86-DC05-7A3D-D2E378FF056F}"/>
                        </a:ext>
                      </a:extLst>
                    </p:cNvPr>
                    <p:cNvSpPr txBox="1"/>
                    <p:nvPr/>
                  </p:nvSpPr>
                  <p:spPr>
                    <a:xfrm>
                      <a:off x="5658702" y="3043473"/>
                      <a:ext cx="8118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0" i="1" dirty="0" smtClean="0">
                                <a:solidFill>
                                  <a:schemeClr val="tx1"/>
                                </a:solidFill>
                                <a:latin typeface="Cambria Math" panose="02040503050406030204" pitchFamily="18" charset="0"/>
                              </a:rPr>
                              <m:t>𝑟</m:t>
                            </m:r>
                          </m:oMath>
                        </m:oMathPara>
                      </a14:m>
                      <a:endParaRPr lang="en-GB"/>
                    </a:p>
                  </p:txBody>
                </p:sp>
              </mc:Choice>
              <mc:Fallback xmlns="">
                <p:sp>
                  <p:nvSpPr>
                    <p:cNvPr id="102" name="TextBox 101">
                      <a:extLst>
                        <a:ext uri="{FF2B5EF4-FFF2-40B4-BE49-F238E27FC236}">
                          <a16:creationId xmlns:a16="http://schemas.microsoft.com/office/drawing/2014/main" id="{7B36EA91-3C86-DC05-7A3D-D2E378FF056F}"/>
                        </a:ext>
                      </a:extLst>
                    </p:cNvPr>
                    <p:cNvSpPr txBox="1">
                      <a:spLocks noRot="1" noChangeAspect="1" noMove="1" noResize="1" noEditPoints="1" noAdjustHandles="1" noChangeArrowheads="1" noChangeShapeType="1" noTextEdit="1"/>
                    </p:cNvSpPr>
                    <p:nvPr/>
                  </p:nvSpPr>
                  <p:spPr>
                    <a:xfrm>
                      <a:off x="5658702" y="3043473"/>
                      <a:ext cx="811871"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65C6B8ED-EE0F-28CB-FB48-FD9D09FBF1E5}"/>
                        </a:ext>
                      </a:extLst>
                    </p:cNvPr>
                    <p:cNvSpPr txBox="1"/>
                    <p:nvPr/>
                  </p:nvSpPr>
                  <p:spPr>
                    <a:xfrm>
                      <a:off x="5914187" y="4832591"/>
                      <a:ext cx="42173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0" i="1" dirty="0" smtClean="0">
                                <a:solidFill>
                                  <a:schemeClr val="tx1"/>
                                </a:solidFill>
                                <a:latin typeface="Cambria Math" panose="02040503050406030204" pitchFamily="18" charset="0"/>
                              </a:rPr>
                              <m:t>𝑖</m:t>
                            </m:r>
                          </m:oMath>
                        </m:oMathPara>
                      </a14:m>
                      <a:endParaRPr lang="en-GB"/>
                    </a:p>
                  </p:txBody>
                </p:sp>
              </mc:Choice>
              <mc:Fallback xmlns="">
                <p:sp>
                  <p:nvSpPr>
                    <p:cNvPr id="103" name="TextBox 102">
                      <a:extLst>
                        <a:ext uri="{FF2B5EF4-FFF2-40B4-BE49-F238E27FC236}">
                          <a16:creationId xmlns:a16="http://schemas.microsoft.com/office/drawing/2014/main" id="{65C6B8ED-EE0F-28CB-FB48-FD9D09FBF1E5}"/>
                        </a:ext>
                      </a:extLst>
                    </p:cNvPr>
                    <p:cNvSpPr txBox="1">
                      <a:spLocks noRot="1" noChangeAspect="1" noMove="1" noResize="1" noEditPoints="1" noAdjustHandles="1" noChangeArrowheads="1" noChangeShapeType="1" noTextEdit="1"/>
                    </p:cNvSpPr>
                    <p:nvPr/>
                  </p:nvSpPr>
                  <p:spPr>
                    <a:xfrm>
                      <a:off x="5914187" y="4832591"/>
                      <a:ext cx="421737"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D5FAB2AE-86F5-D7E9-F697-1ADFCEEA1981}"/>
                        </a:ext>
                      </a:extLst>
                    </p:cNvPr>
                    <p:cNvSpPr txBox="1"/>
                    <p:nvPr/>
                  </p:nvSpPr>
                  <p:spPr>
                    <a:xfrm>
                      <a:off x="6124390" y="3439508"/>
                      <a:ext cx="8118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0" i="1" dirty="0" smtClean="0">
                                <a:solidFill>
                                  <a:schemeClr val="tx1"/>
                                </a:solidFill>
                                <a:latin typeface="Cambria Math" panose="02040503050406030204" pitchFamily="18" charset="0"/>
                              </a:rPr>
                              <m:t>𝑟</m:t>
                            </m:r>
                          </m:oMath>
                        </m:oMathPara>
                      </a14:m>
                      <a:endParaRPr lang="en-GB"/>
                    </a:p>
                  </p:txBody>
                </p:sp>
              </mc:Choice>
              <mc:Fallback xmlns="">
                <p:sp>
                  <p:nvSpPr>
                    <p:cNvPr id="106" name="TextBox 105">
                      <a:extLst>
                        <a:ext uri="{FF2B5EF4-FFF2-40B4-BE49-F238E27FC236}">
                          <a16:creationId xmlns:a16="http://schemas.microsoft.com/office/drawing/2014/main" id="{D5FAB2AE-86F5-D7E9-F697-1ADFCEEA1981}"/>
                        </a:ext>
                      </a:extLst>
                    </p:cNvPr>
                    <p:cNvSpPr txBox="1">
                      <a:spLocks noRot="1" noChangeAspect="1" noMove="1" noResize="1" noEditPoints="1" noAdjustHandles="1" noChangeArrowheads="1" noChangeShapeType="1" noTextEdit="1"/>
                    </p:cNvSpPr>
                    <p:nvPr/>
                  </p:nvSpPr>
                  <p:spPr>
                    <a:xfrm>
                      <a:off x="6124390" y="3439508"/>
                      <a:ext cx="811871" cy="369332"/>
                    </a:xfrm>
                    <a:prstGeom prst="rect">
                      <a:avLst/>
                    </a:prstGeom>
                    <a:blipFill>
                      <a:blip r:embed="rId6"/>
                      <a:stretch>
                        <a:fillRect/>
                      </a:stretch>
                    </a:blipFill>
                  </p:spPr>
                  <p:txBody>
                    <a:bodyPr/>
                    <a:lstStyle/>
                    <a:p>
                      <a:r>
                        <a:rPr lang="en-GB">
                          <a:noFill/>
                        </a:rPr>
                        <a:t> </a:t>
                      </a:r>
                    </a:p>
                  </p:txBody>
                </p:sp>
              </mc:Fallback>
            </mc:AlternateContent>
            <p:sp>
              <p:nvSpPr>
                <p:cNvPr id="107" name="Left Brace 106">
                  <a:extLst>
                    <a:ext uri="{FF2B5EF4-FFF2-40B4-BE49-F238E27FC236}">
                      <a16:creationId xmlns:a16="http://schemas.microsoft.com/office/drawing/2014/main" id="{381C7ADB-076E-EC9A-D60C-B6B7A801946D}"/>
                    </a:ext>
                  </a:extLst>
                </p:cNvPr>
                <p:cNvSpPr/>
                <p:nvPr/>
              </p:nvSpPr>
              <p:spPr>
                <a:xfrm rot="16200000">
                  <a:off x="6448308" y="3315997"/>
                  <a:ext cx="150320" cy="388890"/>
                </a:xfrm>
                <a:prstGeom prst="leftBrace">
                  <a:avLst>
                    <a:gd name="adj1" fmla="val 33333"/>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08" name="Left Brace 107">
                  <a:extLst>
                    <a:ext uri="{FF2B5EF4-FFF2-40B4-BE49-F238E27FC236}">
                      <a16:creationId xmlns:a16="http://schemas.microsoft.com/office/drawing/2014/main" id="{57B5284A-E241-CB67-5C34-B360F8138AA1}"/>
                    </a:ext>
                  </a:extLst>
                </p:cNvPr>
                <p:cNvSpPr/>
                <p:nvPr/>
              </p:nvSpPr>
              <p:spPr>
                <a:xfrm rot="16200000">
                  <a:off x="6051993" y="4606257"/>
                  <a:ext cx="179377" cy="374682"/>
                </a:xfrm>
                <a:prstGeom prst="leftBrace">
                  <a:avLst>
                    <a:gd name="adj1" fmla="val 33333"/>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3FE11A84-E328-3BFC-63E1-E266BA60DED1}"/>
                        </a:ext>
                      </a:extLst>
                    </p:cNvPr>
                    <p:cNvSpPr txBox="1"/>
                    <p:nvPr/>
                  </p:nvSpPr>
                  <p:spPr>
                    <a:xfrm>
                      <a:off x="5832155" y="4055410"/>
                      <a:ext cx="42173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0" i="1" dirty="0" smtClean="0">
                                <a:solidFill>
                                  <a:schemeClr val="tx1"/>
                                </a:solidFill>
                                <a:latin typeface="Cambria Math" panose="02040503050406030204" pitchFamily="18" charset="0"/>
                              </a:rPr>
                              <m:t>𝑖</m:t>
                            </m:r>
                          </m:oMath>
                        </m:oMathPara>
                      </a14:m>
                      <a:endParaRPr lang="en-GB"/>
                    </a:p>
                  </p:txBody>
                </p:sp>
              </mc:Choice>
              <mc:Fallback xmlns="">
                <p:sp>
                  <p:nvSpPr>
                    <p:cNvPr id="109" name="TextBox 108">
                      <a:extLst>
                        <a:ext uri="{FF2B5EF4-FFF2-40B4-BE49-F238E27FC236}">
                          <a16:creationId xmlns:a16="http://schemas.microsoft.com/office/drawing/2014/main" id="{3FE11A84-E328-3BFC-63E1-E266BA60DED1}"/>
                        </a:ext>
                      </a:extLst>
                    </p:cNvPr>
                    <p:cNvSpPr txBox="1">
                      <a:spLocks noRot="1" noChangeAspect="1" noMove="1" noResize="1" noEditPoints="1" noAdjustHandles="1" noChangeArrowheads="1" noChangeShapeType="1" noTextEdit="1"/>
                    </p:cNvSpPr>
                    <p:nvPr/>
                  </p:nvSpPr>
                  <p:spPr>
                    <a:xfrm>
                      <a:off x="5832155" y="4055410"/>
                      <a:ext cx="421737" cy="369332"/>
                    </a:xfrm>
                    <a:prstGeom prst="rect">
                      <a:avLst/>
                    </a:prstGeom>
                    <a:blipFill>
                      <a:blip r:embed="rId7"/>
                      <a:stretch>
                        <a:fillRect/>
                      </a:stretch>
                    </a:blipFill>
                  </p:spPr>
                  <p:txBody>
                    <a:bodyPr/>
                    <a:lstStyle/>
                    <a:p>
                      <a:r>
                        <a:rPr lang="en-GB">
                          <a:noFill/>
                        </a:rPr>
                        <a:t> </a:t>
                      </a:r>
                    </a:p>
                  </p:txBody>
                </p:sp>
              </mc:Fallback>
            </mc:AlternateContent>
          </p:grpSp>
        </p:grpSp>
        <p:sp>
          <p:nvSpPr>
            <p:cNvPr id="100" name="Left Brace 99">
              <a:extLst>
                <a:ext uri="{FF2B5EF4-FFF2-40B4-BE49-F238E27FC236}">
                  <a16:creationId xmlns:a16="http://schemas.microsoft.com/office/drawing/2014/main" id="{ACF61861-C90A-A386-0AF4-85105E3D4E9A}"/>
                </a:ext>
              </a:extLst>
            </p:cNvPr>
            <p:cNvSpPr/>
            <p:nvPr/>
          </p:nvSpPr>
          <p:spPr>
            <a:xfrm>
              <a:off x="10364083" y="3054702"/>
              <a:ext cx="223267" cy="368592"/>
            </a:xfrm>
            <a:prstGeom prst="leftBrace">
              <a:avLst>
                <a:gd name="adj1" fmla="val 33333"/>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01" name="Left Brace 100">
              <a:extLst>
                <a:ext uri="{FF2B5EF4-FFF2-40B4-BE49-F238E27FC236}">
                  <a16:creationId xmlns:a16="http://schemas.microsoft.com/office/drawing/2014/main" id="{3428E984-8C16-95D7-A044-E5028719184F}"/>
                </a:ext>
              </a:extLst>
            </p:cNvPr>
            <p:cNvSpPr/>
            <p:nvPr/>
          </p:nvSpPr>
          <p:spPr>
            <a:xfrm>
              <a:off x="10361109" y="4095757"/>
              <a:ext cx="179377" cy="252817"/>
            </a:xfrm>
            <a:prstGeom prst="leftBrace">
              <a:avLst>
                <a:gd name="adj1" fmla="val 33333"/>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grpSp>
      <p:grpSp>
        <p:nvGrpSpPr>
          <p:cNvPr id="18" name="Group 17">
            <a:extLst>
              <a:ext uri="{FF2B5EF4-FFF2-40B4-BE49-F238E27FC236}">
                <a16:creationId xmlns:a16="http://schemas.microsoft.com/office/drawing/2014/main" id="{C6287FC8-C3E6-5B9B-29A1-F6EF694DBDE9}"/>
              </a:ext>
            </a:extLst>
          </p:cNvPr>
          <p:cNvGrpSpPr/>
          <p:nvPr/>
        </p:nvGrpSpPr>
        <p:grpSpPr>
          <a:xfrm>
            <a:off x="4507941" y="2897154"/>
            <a:ext cx="3132379" cy="3284830"/>
            <a:chOff x="-6953437" y="1061301"/>
            <a:chExt cx="5660746" cy="5658036"/>
          </a:xfrm>
        </p:grpSpPr>
        <p:sp>
          <p:nvSpPr>
            <p:cNvPr id="19" name="Rectangle 18">
              <a:extLst>
                <a:ext uri="{FF2B5EF4-FFF2-40B4-BE49-F238E27FC236}">
                  <a16:creationId xmlns:a16="http://schemas.microsoft.com/office/drawing/2014/main" id="{BCC06037-FC7A-4CBA-9BA0-F1610DC05BCA}"/>
                </a:ext>
              </a:extLst>
            </p:cNvPr>
            <p:cNvSpPr/>
            <p:nvPr/>
          </p:nvSpPr>
          <p:spPr>
            <a:xfrm>
              <a:off x="-6953436" y="1061301"/>
              <a:ext cx="5658036" cy="565803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0" name="Rectangle 19">
              <a:extLst>
                <a:ext uri="{FF2B5EF4-FFF2-40B4-BE49-F238E27FC236}">
                  <a16:creationId xmlns:a16="http://schemas.microsoft.com/office/drawing/2014/main" id="{A6A9ACD1-D581-0F04-206E-6FF1A7C72120}"/>
                </a:ext>
              </a:extLst>
            </p:cNvPr>
            <p:cNvSpPr/>
            <p:nvPr/>
          </p:nvSpPr>
          <p:spPr>
            <a:xfrm>
              <a:off x="-1597204" y="1061301"/>
              <a:ext cx="304513" cy="5658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nvGrpSpPr>
            <p:cNvPr id="21" name="Group 20">
              <a:extLst>
                <a:ext uri="{FF2B5EF4-FFF2-40B4-BE49-F238E27FC236}">
                  <a16:creationId xmlns:a16="http://schemas.microsoft.com/office/drawing/2014/main" id="{AD6AF01B-C31D-3262-DD6C-F250D0B14D9A}"/>
                </a:ext>
              </a:extLst>
            </p:cNvPr>
            <p:cNvGrpSpPr/>
            <p:nvPr/>
          </p:nvGrpSpPr>
          <p:grpSpPr>
            <a:xfrm rot="16200000">
              <a:off x="-6782129" y="905129"/>
              <a:ext cx="4325943" cy="4668559"/>
              <a:chOff x="-6623287" y="1061301"/>
              <a:chExt cx="4325943" cy="5658036"/>
            </a:xfrm>
          </p:grpSpPr>
          <p:sp>
            <p:nvSpPr>
              <p:cNvPr id="27" name="Rectangle 26">
                <a:extLst>
                  <a:ext uri="{FF2B5EF4-FFF2-40B4-BE49-F238E27FC236}">
                    <a16:creationId xmlns:a16="http://schemas.microsoft.com/office/drawing/2014/main" id="{C360D91A-C6BF-F921-DB6E-61563B0F3241}"/>
                  </a:ext>
                </a:extLst>
              </p:cNvPr>
              <p:cNvSpPr/>
              <p:nvPr/>
            </p:nvSpPr>
            <p:spPr>
              <a:xfrm>
                <a:off x="-2894516"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8" name="Rectangle 27">
                <a:extLst>
                  <a:ext uri="{FF2B5EF4-FFF2-40B4-BE49-F238E27FC236}">
                    <a16:creationId xmlns:a16="http://schemas.microsoft.com/office/drawing/2014/main" id="{828939F2-5BC8-2395-6015-3C45D02D74ED}"/>
                  </a:ext>
                </a:extLst>
              </p:cNvPr>
              <p:cNvSpPr/>
              <p:nvPr/>
            </p:nvSpPr>
            <p:spPr>
              <a:xfrm>
                <a:off x="-4137439"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9" name="Rectangle 28">
                <a:extLst>
                  <a:ext uri="{FF2B5EF4-FFF2-40B4-BE49-F238E27FC236}">
                    <a16:creationId xmlns:a16="http://schemas.microsoft.com/office/drawing/2014/main" id="{AD8D340C-FEAD-B4FA-E9AB-ED7A59EB3B9E}"/>
                  </a:ext>
                </a:extLst>
              </p:cNvPr>
              <p:cNvSpPr/>
              <p:nvPr/>
            </p:nvSpPr>
            <p:spPr>
              <a:xfrm>
                <a:off x="-5380363"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0" name="Rectangle 29">
                <a:extLst>
                  <a:ext uri="{FF2B5EF4-FFF2-40B4-BE49-F238E27FC236}">
                    <a16:creationId xmlns:a16="http://schemas.microsoft.com/office/drawing/2014/main" id="{A8D955C7-366B-F51E-9E6C-BFC7FB64FC4D}"/>
                  </a:ext>
                </a:extLst>
              </p:cNvPr>
              <p:cNvSpPr/>
              <p:nvPr/>
            </p:nvSpPr>
            <p:spPr>
              <a:xfrm>
                <a:off x="-6623287"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nvGrpSpPr>
            <p:cNvPr id="22" name="Group 21">
              <a:extLst>
                <a:ext uri="{FF2B5EF4-FFF2-40B4-BE49-F238E27FC236}">
                  <a16:creationId xmlns:a16="http://schemas.microsoft.com/office/drawing/2014/main" id="{29CA021B-D1AE-E480-0068-84FA3A6377D0}"/>
                </a:ext>
              </a:extLst>
            </p:cNvPr>
            <p:cNvGrpSpPr/>
            <p:nvPr/>
          </p:nvGrpSpPr>
          <p:grpSpPr>
            <a:xfrm rot="16200000">
              <a:off x="-6774509" y="2168046"/>
              <a:ext cx="4325943" cy="4668559"/>
              <a:chOff x="-6623287" y="1061301"/>
              <a:chExt cx="4325943" cy="5658036"/>
            </a:xfrm>
          </p:grpSpPr>
          <p:sp>
            <p:nvSpPr>
              <p:cNvPr id="23" name="Rectangle 22">
                <a:extLst>
                  <a:ext uri="{FF2B5EF4-FFF2-40B4-BE49-F238E27FC236}">
                    <a16:creationId xmlns:a16="http://schemas.microsoft.com/office/drawing/2014/main" id="{7585E929-F033-41CF-9795-15E9C9ECC3EA}"/>
                  </a:ext>
                </a:extLst>
              </p:cNvPr>
              <p:cNvSpPr/>
              <p:nvPr/>
            </p:nvSpPr>
            <p:spPr>
              <a:xfrm>
                <a:off x="-2894516"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4" name="Rectangle 23">
                <a:extLst>
                  <a:ext uri="{FF2B5EF4-FFF2-40B4-BE49-F238E27FC236}">
                    <a16:creationId xmlns:a16="http://schemas.microsoft.com/office/drawing/2014/main" id="{650A438B-4D17-CA0A-F721-A69E8DA7BC08}"/>
                  </a:ext>
                </a:extLst>
              </p:cNvPr>
              <p:cNvSpPr/>
              <p:nvPr/>
            </p:nvSpPr>
            <p:spPr>
              <a:xfrm>
                <a:off x="-4137439"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5" name="Rectangle 24">
                <a:extLst>
                  <a:ext uri="{FF2B5EF4-FFF2-40B4-BE49-F238E27FC236}">
                    <a16:creationId xmlns:a16="http://schemas.microsoft.com/office/drawing/2014/main" id="{11E86852-C056-C221-8D61-E492F8F10AA8}"/>
                  </a:ext>
                </a:extLst>
              </p:cNvPr>
              <p:cNvSpPr/>
              <p:nvPr/>
            </p:nvSpPr>
            <p:spPr>
              <a:xfrm>
                <a:off x="-5380363"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6" name="Rectangle 25">
                <a:extLst>
                  <a:ext uri="{FF2B5EF4-FFF2-40B4-BE49-F238E27FC236}">
                    <a16:creationId xmlns:a16="http://schemas.microsoft.com/office/drawing/2014/main" id="{BA8A7A5C-13DC-9B6C-69F1-8CC19AAE8A8A}"/>
                  </a:ext>
                </a:extLst>
              </p:cNvPr>
              <p:cNvSpPr/>
              <p:nvPr/>
            </p:nvSpPr>
            <p:spPr>
              <a:xfrm>
                <a:off x="-6623287" y="1061301"/>
                <a:ext cx="597172" cy="565803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grpSp>
      <p:sp>
        <p:nvSpPr>
          <p:cNvPr id="31" name="Multiplication Sign 30">
            <a:extLst>
              <a:ext uri="{FF2B5EF4-FFF2-40B4-BE49-F238E27FC236}">
                <a16:creationId xmlns:a16="http://schemas.microsoft.com/office/drawing/2014/main" id="{E6D9944A-67CD-F8EB-9411-08683B411D9C}"/>
              </a:ext>
            </a:extLst>
          </p:cNvPr>
          <p:cNvSpPr/>
          <p:nvPr/>
        </p:nvSpPr>
        <p:spPr>
          <a:xfrm>
            <a:off x="3837611" y="4122729"/>
            <a:ext cx="736402" cy="736402"/>
          </a:xfrm>
          <a:prstGeom prst="mathMultiply">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32" name="Equals 31">
            <a:extLst>
              <a:ext uri="{FF2B5EF4-FFF2-40B4-BE49-F238E27FC236}">
                <a16:creationId xmlns:a16="http://schemas.microsoft.com/office/drawing/2014/main" id="{F6C92151-716E-706B-0BD2-92E57B569DA0}"/>
              </a:ext>
            </a:extLst>
          </p:cNvPr>
          <p:cNvSpPr/>
          <p:nvPr/>
        </p:nvSpPr>
        <p:spPr>
          <a:xfrm>
            <a:off x="7612994" y="4199207"/>
            <a:ext cx="542925" cy="571500"/>
          </a:xfrm>
          <a:prstGeom prst="mathEqual">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Tree>
    <p:extLst>
      <p:ext uri="{BB962C8B-B14F-4D97-AF65-F5344CB8AC3E}">
        <p14:creationId xmlns:p14="http://schemas.microsoft.com/office/powerpoint/2010/main" val="1481261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31" grpId="0" animBg="1"/>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DB726-05ED-6B65-DC8E-6495F9C1C52B}"/>
              </a:ext>
            </a:extLst>
          </p:cNvPr>
          <p:cNvSpPr>
            <a:spLocks noGrp="1"/>
          </p:cNvSpPr>
          <p:nvPr>
            <p:ph type="title"/>
          </p:nvPr>
        </p:nvSpPr>
        <p:spPr/>
        <p:txBody>
          <a:bodyPr/>
          <a:lstStyle/>
          <a:p>
            <a:r>
              <a:rPr lang="en-GB"/>
              <a:t>Exploration</a:t>
            </a:r>
          </a:p>
        </p:txBody>
      </p:sp>
      <p:sp>
        <p:nvSpPr>
          <p:cNvPr id="3" name="Footer Placeholder 2">
            <a:extLst>
              <a:ext uri="{FF2B5EF4-FFF2-40B4-BE49-F238E27FC236}">
                <a16:creationId xmlns:a16="http://schemas.microsoft.com/office/drawing/2014/main" id="{2F0BC151-9AF0-81A8-F637-E45E7C15A099}"/>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98AFE133-A1E8-CB66-FC2F-7E122FDC3D74}"/>
              </a:ext>
            </a:extLst>
          </p:cNvPr>
          <p:cNvSpPr>
            <a:spLocks noGrp="1"/>
          </p:cNvSpPr>
          <p:nvPr>
            <p:ph type="sldNum" sz="quarter" idx="12"/>
          </p:nvPr>
        </p:nvSpPr>
        <p:spPr/>
        <p:txBody>
          <a:bodyPr/>
          <a:lstStyle/>
          <a:p>
            <a:fld id="{7695D00A-BA34-4D39-8C84-2534822D6434}" type="slidenum">
              <a:rPr lang="en-GB" smtClean="0"/>
              <a:pPr/>
              <a:t>12</a:t>
            </a:fld>
            <a:endParaRPr lang="en-GB"/>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FC1747F8-4A8E-7BB7-DB56-3FBEB3483DC2}"/>
                  </a:ext>
                </a:extLst>
              </p:cNvPr>
              <p:cNvSpPr>
                <a:spLocks noGrp="1"/>
              </p:cNvSpPr>
              <p:nvPr>
                <p:ph type="body" sz="quarter" idx="13"/>
              </p:nvPr>
            </p:nvSpPr>
            <p:spPr>
              <a:xfrm>
                <a:off x="304800" y="1581958"/>
                <a:ext cx="4953000" cy="4666441"/>
              </a:xfrm>
            </p:spPr>
            <p:txBody>
              <a:bodyPr/>
              <a:lstStyle/>
              <a:p>
                <a:pPr marL="285750" indent="-285750">
                  <a:buFont typeface="Arial" panose="020B0604020202020204" pitchFamily="34" charset="0"/>
                  <a:buChar char="•"/>
                </a:pPr>
                <a:r>
                  <a:rPr lang="en-GB" dirty="0"/>
                  <a:t>How much does drift reduce using the parallel banded method?</a:t>
                </a:r>
              </a:p>
              <a:p>
                <a:pPr marL="285750" indent="-285750">
                  <a:buFont typeface="Arial" panose="020B0604020202020204" pitchFamily="34" charset="0"/>
                  <a:buChar char="•"/>
                </a:pPr>
                <a:r>
                  <a:rPr lang="en-GB" dirty="0"/>
                  <a:t>Depends on:</a:t>
                </a:r>
              </a:p>
              <a:p>
                <a:pPr marL="514350" lvl="1" indent="-285750">
                  <a:buFont typeface="Arial" panose="020B0604020202020204" pitchFamily="34" charset="0"/>
                  <a:buChar char="•"/>
                </a:pPr>
                <a:r>
                  <a:rPr lang="en-GB" dirty="0"/>
                  <a:t>Distance to / size of water body</a:t>
                </a:r>
              </a:p>
              <a:p>
                <a:pPr marL="514350" lvl="1" indent="-285750">
                  <a:buFont typeface="Arial" panose="020B0604020202020204" pitchFamily="34" charset="0"/>
                  <a:buChar char="•"/>
                </a:pPr>
                <a:r>
                  <a:rPr lang="en-GB" dirty="0"/>
                  <a:t>Width of row</a:t>
                </a:r>
              </a:p>
              <a:p>
                <a:pPr marL="514350" lvl="1" indent="-285750">
                  <a:buFont typeface="Arial" panose="020B0604020202020204" pitchFamily="34" charset="0"/>
                  <a:buChar char="•"/>
                </a:pPr>
                <a:r>
                  <a:rPr lang="en-GB" dirty="0"/>
                  <a:t>Width of inter row</a:t>
                </a:r>
              </a:p>
              <a:p>
                <a:pPr marL="514350" lvl="1" indent="-285750">
                  <a:buFont typeface="Arial" panose="020B0604020202020204" pitchFamily="34" charset="0"/>
                  <a:buChar char="•"/>
                </a:pPr>
                <a:r>
                  <a:rPr lang="en-GB" dirty="0"/>
                  <a:t>Drift Deposition Curve </a:t>
                </a:r>
                <a14:m>
                  <m:oMath xmlns:m="http://schemas.openxmlformats.org/officeDocument/2006/math">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𝑧</m:t>
                    </m:r>
                    <m:r>
                      <a:rPr lang="en-GB" b="0" i="1" smtClean="0">
                        <a:latin typeface="Cambria Math" panose="02040503050406030204" pitchFamily="18" charset="0"/>
                      </a:rPr>
                      <m:t>)</m:t>
                    </m:r>
                  </m:oMath>
                </a14:m>
                <a:r>
                  <a:rPr lang="en-GB" dirty="0"/>
                  <a:t> used</a:t>
                </a:r>
              </a:p>
              <a:p>
                <a:pPr marL="285750" indent="-285750">
                  <a:buFont typeface="Arial" panose="020B0604020202020204" pitchFamily="34" charset="0"/>
                  <a:buChar char="•"/>
                </a:pPr>
                <a:r>
                  <a:rPr lang="en-GB" dirty="0"/>
                  <a:t>Use Rautmann and FOCUS Definitions to explore</a:t>
                </a:r>
              </a:p>
            </p:txBody>
          </p:sp>
        </mc:Choice>
        <mc:Fallback xmlns="">
          <p:sp>
            <p:nvSpPr>
              <p:cNvPr id="5" name="Text Placeholder 4">
                <a:extLst>
                  <a:ext uri="{FF2B5EF4-FFF2-40B4-BE49-F238E27FC236}">
                    <a16:creationId xmlns:a16="http://schemas.microsoft.com/office/drawing/2014/main" id="{FC1747F8-4A8E-7BB7-DB56-3FBEB3483DC2}"/>
                  </a:ext>
                </a:extLst>
              </p:cNvPr>
              <p:cNvSpPr>
                <a:spLocks noGrp="1" noRot="1" noChangeAspect="1" noMove="1" noResize="1" noEditPoints="1" noAdjustHandles="1" noChangeArrowheads="1" noChangeShapeType="1" noTextEdit="1"/>
              </p:cNvSpPr>
              <p:nvPr>
                <p:ph type="body" sz="quarter" idx="13"/>
              </p:nvPr>
            </p:nvSpPr>
            <p:spPr>
              <a:xfrm>
                <a:off x="304800" y="1581958"/>
                <a:ext cx="4953000" cy="4666441"/>
              </a:xfrm>
              <a:blipFill>
                <a:blip r:embed="rId3"/>
                <a:stretch>
                  <a:fillRect l="-2091" t="-1699" r="-3444"/>
                </a:stretch>
              </a:blipFill>
            </p:spPr>
            <p:txBody>
              <a:bodyPr/>
              <a:lstStyle/>
              <a:p>
                <a:r>
                  <a:rPr lang="en-GB">
                    <a:noFill/>
                  </a:rPr>
                  <a:t> </a:t>
                </a:r>
              </a:p>
            </p:txBody>
          </p:sp>
        </mc:Fallback>
      </mc:AlternateContent>
      <p:sp>
        <p:nvSpPr>
          <p:cNvPr id="7" name="Rectangle 6">
            <a:extLst>
              <a:ext uri="{FF2B5EF4-FFF2-40B4-BE49-F238E27FC236}">
                <a16:creationId xmlns:a16="http://schemas.microsoft.com/office/drawing/2014/main" id="{06C8B9AE-ADF3-7ED0-AEDA-0497673511FB}"/>
              </a:ext>
            </a:extLst>
          </p:cNvPr>
          <p:cNvSpPr/>
          <p:nvPr/>
        </p:nvSpPr>
        <p:spPr>
          <a:xfrm>
            <a:off x="6553200" y="642587"/>
            <a:ext cx="2455173" cy="265375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8" name="Rectangle 7">
            <a:extLst>
              <a:ext uri="{FF2B5EF4-FFF2-40B4-BE49-F238E27FC236}">
                <a16:creationId xmlns:a16="http://schemas.microsoft.com/office/drawing/2014/main" id="{82109D61-C1A9-B651-AB48-4249AC9A2410}"/>
              </a:ext>
            </a:extLst>
          </p:cNvPr>
          <p:cNvSpPr/>
          <p:nvPr/>
        </p:nvSpPr>
        <p:spPr>
          <a:xfrm>
            <a:off x="8877413" y="642587"/>
            <a:ext cx="132136" cy="2653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9" name="Rectangle 8">
            <a:extLst>
              <a:ext uri="{FF2B5EF4-FFF2-40B4-BE49-F238E27FC236}">
                <a16:creationId xmlns:a16="http://schemas.microsoft.com/office/drawing/2014/main" id="{DB588879-2596-AE1F-3455-B52C4162A035}"/>
              </a:ext>
            </a:extLst>
          </p:cNvPr>
          <p:cNvSpPr/>
          <p:nvPr/>
        </p:nvSpPr>
        <p:spPr>
          <a:xfrm>
            <a:off x="8412064" y="645301"/>
            <a:ext cx="63950"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0" name="Rectangle 9">
            <a:extLst>
              <a:ext uri="{FF2B5EF4-FFF2-40B4-BE49-F238E27FC236}">
                <a16:creationId xmlns:a16="http://schemas.microsoft.com/office/drawing/2014/main" id="{39E35839-4A15-D599-C761-1648BE484068}"/>
              </a:ext>
            </a:extLst>
          </p:cNvPr>
          <p:cNvSpPr/>
          <p:nvPr/>
        </p:nvSpPr>
        <p:spPr>
          <a:xfrm>
            <a:off x="7872727" y="645301"/>
            <a:ext cx="63950"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1" name="Rectangle 10">
            <a:extLst>
              <a:ext uri="{FF2B5EF4-FFF2-40B4-BE49-F238E27FC236}">
                <a16:creationId xmlns:a16="http://schemas.microsoft.com/office/drawing/2014/main" id="{5EBB440D-6B5B-FE0C-FAD3-115FA2D020D9}"/>
              </a:ext>
            </a:extLst>
          </p:cNvPr>
          <p:cNvSpPr/>
          <p:nvPr/>
        </p:nvSpPr>
        <p:spPr>
          <a:xfrm>
            <a:off x="7333389" y="645301"/>
            <a:ext cx="63950"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2" name="Rectangle 11">
            <a:extLst>
              <a:ext uri="{FF2B5EF4-FFF2-40B4-BE49-F238E27FC236}">
                <a16:creationId xmlns:a16="http://schemas.microsoft.com/office/drawing/2014/main" id="{70813B0E-913A-B1C7-C107-47A5B500F61D}"/>
              </a:ext>
            </a:extLst>
          </p:cNvPr>
          <p:cNvSpPr/>
          <p:nvPr/>
        </p:nvSpPr>
        <p:spPr>
          <a:xfrm>
            <a:off x="6794051" y="645301"/>
            <a:ext cx="63950"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3" name="Rectangle 12">
            <a:extLst>
              <a:ext uri="{FF2B5EF4-FFF2-40B4-BE49-F238E27FC236}">
                <a16:creationId xmlns:a16="http://schemas.microsoft.com/office/drawing/2014/main" id="{8DBF7BB2-3900-4851-5A1F-B2E8FE13998F}"/>
              </a:ext>
            </a:extLst>
          </p:cNvPr>
          <p:cNvSpPr/>
          <p:nvPr/>
        </p:nvSpPr>
        <p:spPr>
          <a:xfrm>
            <a:off x="9267839" y="642587"/>
            <a:ext cx="2455173" cy="265375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Rectangle 13">
            <a:extLst>
              <a:ext uri="{FF2B5EF4-FFF2-40B4-BE49-F238E27FC236}">
                <a16:creationId xmlns:a16="http://schemas.microsoft.com/office/drawing/2014/main" id="{AF2BDB0F-D293-2A73-6324-A6B3B8019D8A}"/>
              </a:ext>
            </a:extLst>
          </p:cNvPr>
          <p:cNvSpPr/>
          <p:nvPr/>
        </p:nvSpPr>
        <p:spPr>
          <a:xfrm>
            <a:off x="11592052" y="642587"/>
            <a:ext cx="132136" cy="2653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5" name="Rectangle 14">
            <a:extLst>
              <a:ext uri="{FF2B5EF4-FFF2-40B4-BE49-F238E27FC236}">
                <a16:creationId xmlns:a16="http://schemas.microsoft.com/office/drawing/2014/main" id="{840FDA52-8B32-C319-ECB9-E452FFF233B4}"/>
              </a:ext>
            </a:extLst>
          </p:cNvPr>
          <p:cNvSpPr/>
          <p:nvPr/>
        </p:nvSpPr>
        <p:spPr>
          <a:xfrm>
            <a:off x="10954011" y="645301"/>
            <a:ext cx="409334"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6" name="Rectangle 15">
            <a:extLst>
              <a:ext uri="{FF2B5EF4-FFF2-40B4-BE49-F238E27FC236}">
                <a16:creationId xmlns:a16="http://schemas.microsoft.com/office/drawing/2014/main" id="{D9812730-A1A4-09C0-8606-5D21D248346A}"/>
              </a:ext>
            </a:extLst>
          </p:cNvPr>
          <p:cNvSpPr/>
          <p:nvPr/>
        </p:nvSpPr>
        <p:spPr>
          <a:xfrm>
            <a:off x="10414674" y="645301"/>
            <a:ext cx="409334"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7" name="Rectangle 16">
            <a:extLst>
              <a:ext uri="{FF2B5EF4-FFF2-40B4-BE49-F238E27FC236}">
                <a16:creationId xmlns:a16="http://schemas.microsoft.com/office/drawing/2014/main" id="{ABFB9614-F876-7163-DC6D-C2A1FED7D394}"/>
              </a:ext>
            </a:extLst>
          </p:cNvPr>
          <p:cNvSpPr/>
          <p:nvPr/>
        </p:nvSpPr>
        <p:spPr>
          <a:xfrm>
            <a:off x="9875336" y="645301"/>
            <a:ext cx="409334"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8" name="Rectangle 17">
            <a:extLst>
              <a:ext uri="{FF2B5EF4-FFF2-40B4-BE49-F238E27FC236}">
                <a16:creationId xmlns:a16="http://schemas.microsoft.com/office/drawing/2014/main" id="{1C4B773C-32DA-2976-3586-B76988A98140}"/>
              </a:ext>
            </a:extLst>
          </p:cNvPr>
          <p:cNvSpPr/>
          <p:nvPr/>
        </p:nvSpPr>
        <p:spPr>
          <a:xfrm>
            <a:off x="9335998" y="645301"/>
            <a:ext cx="409334"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9" name="TextBox 18">
            <a:extLst>
              <a:ext uri="{FF2B5EF4-FFF2-40B4-BE49-F238E27FC236}">
                <a16:creationId xmlns:a16="http://schemas.microsoft.com/office/drawing/2014/main" id="{530D77A3-EF72-5CB2-2F34-5BEDA6788456}"/>
              </a:ext>
            </a:extLst>
          </p:cNvPr>
          <p:cNvSpPr txBox="1"/>
          <p:nvPr/>
        </p:nvSpPr>
        <p:spPr>
          <a:xfrm>
            <a:off x="6553199" y="3356976"/>
            <a:ext cx="2455173" cy="438411"/>
          </a:xfrm>
          <a:prstGeom prst="rect">
            <a:avLst/>
          </a:prstGeom>
        </p:spPr>
        <p:txBody>
          <a:bodyPr vert="horz" wrap="none" lIns="0" tIns="0" rIns="0" bIns="0" rtlCol="0">
            <a:noAutofit/>
          </a:bodyPr>
          <a:lstStyle/>
          <a:p>
            <a:pPr algn="l">
              <a:spcBef>
                <a:spcPts val="600"/>
              </a:spcBef>
            </a:pPr>
            <a:r>
              <a:rPr lang="en-GB" sz="1400">
                <a:solidFill>
                  <a:schemeClr val="bg1">
                    <a:lumMod val="50000"/>
                  </a:schemeClr>
                </a:solidFill>
              </a:rPr>
              <a:t>High reduction from full field</a:t>
            </a:r>
          </a:p>
        </p:txBody>
      </p:sp>
      <p:sp>
        <p:nvSpPr>
          <p:cNvPr id="20" name="TextBox 19">
            <a:extLst>
              <a:ext uri="{FF2B5EF4-FFF2-40B4-BE49-F238E27FC236}">
                <a16:creationId xmlns:a16="http://schemas.microsoft.com/office/drawing/2014/main" id="{438B5A6E-EAA0-8255-E7F2-7B63A40C1A8F}"/>
              </a:ext>
            </a:extLst>
          </p:cNvPr>
          <p:cNvSpPr txBox="1"/>
          <p:nvPr/>
        </p:nvSpPr>
        <p:spPr>
          <a:xfrm>
            <a:off x="9267840" y="3332718"/>
            <a:ext cx="2455173" cy="438411"/>
          </a:xfrm>
          <a:prstGeom prst="rect">
            <a:avLst/>
          </a:prstGeom>
        </p:spPr>
        <p:txBody>
          <a:bodyPr vert="horz" wrap="none" lIns="0" tIns="0" rIns="0" bIns="0" rtlCol="0">
            <a:noAutofit/>
          </a:bodyPr>
          <a:lstStyle/>
          <a:p>
            <a:pPr algn="l">
              <a:spcBef>
                <a:spcPts val="600"/>
              </a:spcBef>
            </a:pPr>
            <a:r>
              <a:rPr lang="en-GB" sz="1400">
                <a:solidFill>
                  <a:schemeClr val="bg1">
                    <a:lumMod val="50000"/>
                  </a:schemeClr>
                </a:solidFill>
              </a:rPr>
              <a:t>Low reduction from full field</a:t>
            </a:r>
          </a:p>
        </p:txBody>
      </p:sp>
      <p:sp>
        <p:nvSpPr>
          <p:cNvPr id="28" name="Rectangle 27">
            <a:extLst>
              <a:ext uri="{FF2B5EF4-FFF2-40B4-BE49-F238E27FC236}">
                <a16:creationId xmlns:a16="http://schemas.microsoft.com/office/drawing/2014/main" id="{7E73E03E-16CD-C014-1DDD-2A7C5DE445F1}"/>
              </a:ext>
            </a:extLst>
          </p:cNvPr>
          <p:cNvSpPr/>
          <p:nvPr/>
        </p:nvSpPr>
        <p:spPr>
          <a:xfrm>
            <a:off x="6553200" y="3638812"/>
            <a:ext cx="3413975" cy="265375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9" name="Rectangle 28">
            <a:extLst>
              <a:ext uri="{FF2B5EF4-FFF2-40B4-BE49-F238E27FC236}">
                <a16:creationId xmlns:a16="http://schemas.microsoft.com/office/drawing/2014/main" id="{1FB21DF2-D76F-4D58-54EA-37B875F40FB9}"/>
              </a:ext>
            </a:extLst>
          </p:cNvPr>
          <p:cNvSpPr/>
          <p:nvPr/>
        </p:nvSpPr>
        <p:spPr>
          <a:xfrm>
            <a:off x="9498494" y="3638812"/>
            <a:ext cx="702266" cy="2653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0" name="Rectangle 29">
            <a:extLst>
              <a:ext uri="{FF2B5EF4-FFF2-40B4-BE49-F238E27FC236}">
                <a16:creationId xmlns:a16="http://schemas.microsoft.com/office/drawing/2014/main" id="{56781F76-F7B3-A8CB-D1FB-8BB87D5E8779}"/>
              </a:ext>
            </a:extLst>
          </p:cNvPr>
          <p:cNvSpPr/>
          <p:nvPr/>
        </p:nvSpPr>
        <p:spPr>
          <a:xfrm>
            <a:off x="8412063" y="3641526"/>
            <a:ext cx="318577"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1" name="Rectangle 30">
            <a:extLst>
              <a:ext uri="{FF2B5EF4-FFF2-40B4-BE49-F238E27FC236}">
                <a16:creationId xmlns:a16="http://schemas.microsoft.com/office/drawing/2014/main" id="{608BBB1B-E8B8-8432-3AD1-B6EB49E497CD}"/>
              </a:ext>
            </a:extLst>
          </p:cNvPr>
          <p:cNvSpPr/>
          <p:nvPr/>
        </p:nvSpPr>
        <p:spPr>
          <a:xfrm>
            <a:off x="7872726" y="3641526"/>
            <a:ext cx="318577"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2" name="Rectangle 31">
            <a:extLst>
              <a:ext uri="{FF2B5EF4-FFF2-40B4-BE49-F238E27FC236}">
                <a16:creationId xmlns:a16="http://schemas.microsoft.com/office/drawing/2014/main" id="{716648E6-7005-775D-EFB0-DE84830DC8F3}"/>
              </a:ext>
            </a:extLst>
          </p:cNvPr>
          <p:cNvSpPr/>
          <p:nvPr/>
        </p:nvSpPr>
        <p:spPr>
          <a:xfrm>
            <a:off x="7333388" y="3641526"/>
            <a:ext cx="318577"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3" name="Rectangle 32">
            <a:extLst>
              <a:ext uri="{FF2B5EF4-FFF2-40B4-BE49-F238E27FC236}">
                <a16:creationId xmlns:a16="http://schemas.microsoft.com/office/drawing/2014/main" id="{BE58269A-BB53-E561-983A-6CAE51AE054C}"/>
              </a:ext>
            </a:extLst>
          </p:cNvPr>
          <p:cNvSpPr/>
          <p:nvPr/>
        </p:nvSpPr>
        <p:spPr>
          <a:xfrm>
            <a:off x="6794050" y="3641526"/>
            <a:ext cx="318577" cy="265375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34" name="TextBox 33">
            <a:extLst>
              <a:ext uri="{FF2B5EF4-FFF2-40B4-BE49-F238E27FC236}">
                <a16:creationId xmlns:a16="http://schemas.microsoft.com/office/drawing/2014/main" id="{CDDB53F9-86AB-1654-9469-5761D027F66A}"/>
              </a:ext>
            </a:extLst>
          </p:cNvPr>
          <p:cNvSpPr txBox="1"/>
          <p:nvPr/>
        </p:nvSpPr>
        <p:spPr>
          <a:xfrm>
            <a:off x="6553199" y="6353201"/>
            <a:ext cx="3647561" cy="438411"/>
          </a:xfrm>
          <a:prstGeom prst="rect">
            <a:avLst/>
          </a:prstGeom>
        </p:spPr>
        <p:txBody>
          <a:bodyPr vert="horz" wrap="square" lIns="0" tIns="0" rIns="0" bIns="0" rtlCol="0">
            <a:noAutofit/>
          </a:bodyPr>
          <a:lstStyle/>
          <a:p>
            <a:pPr algn="l">
              <a:spcBef>
                <a:spcPts val="600"/>
              </a:spcBef>
            </a:pPr>
            <a:r>
              <a:rPr lang="en-GB" sz="1400">
                <a:solidFill>
                  <a:schemeClr val="bg1">
                    <a:lumMod val="50000"/>
                  </a:schemeClr>
                </a:solidFill>
              </a:rPr>
              <a:t>Different reduction for increased spray buffers and water body sizes</a:t>
            </a:r>
          </a:p>
        </p:txBody>
      </p:sp>
    </p:spTree>
    <p:extLst>
      <p:ext uri="{BB962C8B-B14F-4D97-AF65-F5344CB8AC3E}">
        <p14:creationId xmlns:p14="http://schemas.microsoft.com/office/powerpoint/2010/main" val="3748735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F5B1E-8BD5-3FD0-9EBE-FBD66B5D1C62}"/>
              </a:ext>
            </a:extLst>
          </p:cNvPr>
          <p:cNvSpPr>
            <a:spLocks noGrp="1"/>
          </p:cNvSpPr>
          <p:nvPr>
            <p:ph type="title"/>
          </p:nvPr>
        </p:nvSpPr>
        <p:spPr/>
        <p:txBody>
          <a:bodyPr/>
          <a:lstStyle/>
          <a:p>
            <a:r>
              <a:rPr lang="en-GB"/>
              <a:t>Exploration</a:t>
            </a:r>
          </a:p>
        </p:txBody>
      </p:sp>
      <p:sp>
        <p:nvSpPr>
          <p:cNvPr id="3" name="Footer Placeholder 2">
            <a:extLst>
              <a:ext uri="{FF2B5EF4-FFF2-40B4-BE49-F238E27FC236}">
                <a16:creationId xmlns:a16="http://schemas.microsoft.com/office/drawing/2014/main" id="{30579A11-BEFC-3936-9994-7DFBD4CBF107}"/>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E466BC15-E42F-4F5C-486B-12799FEBDB9E}"/>
              </a:ext>
            </a:extLst>
          </p:cNvPr>
          <p:cNvSpPr>
            <a:spLocks noGrp="1"/>
          </p:cNvSpPr>
          <p:nvPr>
            <p:ph type="sldNum" sz="quarter" idx="12"/>
          </p:nvPr>
        </p:nvSpPr>
        <p:spPr/>
        <p:txBody>
          <a:bodyPr/>
          <a:lstStyle/>
          <a:p>
            <a:fld id="{7695D00A-BA34-4D39-8C84-2534822D6434}" type="slidenum">
              <a:rPr lang="en-GB" smtClean="0"/>
              <a:pPr/>
              <a:t>13</a:t>
            </a:fld>
            <a:endParaRPr lang="en-GB"/>
          </a:p>
        </p:txBody>
      </p:sp>
      <p:sp>
        <p:nvSpPr>
          <p:cNvPr id="5" name="Text Placeholder 4">
            <a:extLst>
              <a:ext uri="{FF2B5EF4-FFF2-40B4-BE49-F238E27FC236}">
                <a16:creationId xmlns:a16="http://schemas.microsoft.com/office/drawing/2014/main" id="{63E218BD-0F3C-2CDD-3DD0-AE05D14E6FBB}"/>
              </a:ext>
            </a:extLst>
          </p:cNvPr>
          <p:cNvSpPr>
            <a:spLocks noGrp="1"/>
          </p:cNvSpPr>
          <p:nvPr>
            <p:ph type="body" sz="quarter" idx="13"/>
          </p:nvPr>
        </p:nvSpPr>
        <p:spPr>
          <a:xfrm>
            <a:off x="304800" y="1581958"/>
            <a:ext cx="3314145" cy="4666441"/>
          </a:xfrm>
        </p:spPr>
        <p:txBody>
          <a:bodyPr/>
          <a:lstStyle/>
          <a:p>
            <a:pPr marL="285750" indent="-285750">
              <a:buFont typeface="Arial" panose="020B0604020202020204" pitchFamily="34" charset="0"/>
              <a:buChar char="•"/>
            </a:pPr>
            <a:r>
              <a:rPr lang="en-GB" sz="1400"/>
              <a:t>Crop: Vegetables</a:t>
            </a:r>
          </a:p>
          <a:p>
            <a:pPr marL="514350" lvl="1" indent="-285750">
              <a:buFont typeface="Arial" panose="020B0604020202020204" pitchFamily="34" charset="0"/>
              <a:buChar char="•"/>
            </a:pPr>
            <a:r>
              <a:rPr lang="en-GB" sz="1400"/>
              <a:t>Rautmann curve “Arable and veg sub 50cm”</a:t>
            </a:r>
          </a:p>
          <a:p>
            <a:pPr marL="514350" lvl="1" indent="-285750">
              <a:buFont typeface="Arial" panose="020B0604020202020204" pitchFamily="34" charset="0"/>
              <a:buChar char="•"/>
            </a:pPr>
            <a:r>
              <a:rPr lang="en-GB" sz="1400"/>
              <a:t>Distance from crop to bank 0.5 m</a:t>
            </a:r>
          </a:p>
          <a:p>
            <a:pPr marL="285750" indent="-285750">
              <a:buFont typeface="Arial" panose="020B0604020202020204" pitchFamily="34" charset="0"/>
              <a:buChar char="•"/>
            </a:pPr>
            <a:r>
              <a:rPr lang="en-GB" sz="1400"/>
              <a:t>Water body: “FOCUS Ditch”</a:t>
            </a:r>
          </a:p>
          <a:p>
            <a:pPr marL="514350" lvl="1" indent="-285750">
              <a:buFont typeface="Arial" panose="020B0604020202020204" pitchFamily="34" charset="0"/>
              <a:buChar char="•"/>
            </a:pPr>
            <a:r>
              <a:rPr lang="en-GB" sz="1400"/>
              <a:t>Width 1m</a:t>
            </a:r>
          </a:p>
          <a:p>
            <a:pPr marL="514350" lvl="1" indent="-285750">
              <a:buFont typeface="Arial" panose="020B0604020202020204" pitchFamily="34" charset="0"/>
              <a:buChar char="•"/>
            </a:pPr>
            <a:r>
              <a:rPr lang="en-GB" sz="1400"/>
              <a:t>Distance from bank to water body 0.5 m</a:t>
            </a:r>
          </a:p>
          <a:p>
            <a:pPr marL="285750" indent="-285750">
              <a:buFont typeface="Arial" panose="020B0604020202020204" pitchFamily="34" charset="0"/>
              <a:buChar char="•"/>
            </a:pPr>
            <a:r>
              <a:rPr lang="en-GB" sz="1400"/>
              <a:t>Graphs have been created for:</a:t>
            </a:r>
          </a:p>
          <a:p>
            <a:pPr marL="514350" lvl="1" indent="-285750">
              <a:buFont typeface="Arial" panose="020B0604020202020204" pitchFamily="34" charset="0"/>
              <a:buChar char="•"/>
            </a:pPr>
            <a:r>
              <a:rPr lang="en-GB" sz="1400"/>
              <a:t>Different geometries (distances and water body sizes)</a:t>
            </a:r>
          </a:p>
          <a:p>
            <a:pPr marL="514350" lvl="1" indent="-285750">
              <a:buFont typeface="Arial" panose="020B0604020202020204" pitchFamily="34" charset="0"/>
              <a:buChar char="•"/>
            </a:pPr>
            <a:r>
              <a:rPr lang="en-GB" sz="1400"/>
              <a:t>Different drift curves (Pome, Aerial)</a:t>
            </a:r>
          </a:p>
        </p:txBody>
      </p:sp>
      <p:pic>
        <p:nvPicPr>
          <p:cNvPr id="7" name="Picture 6" descr="A chart of different colors&#10;&#10;AI-generated content may be incorrect.">
            <a:extLst>
              <a:ext uri="{FF2B5EF4-FFF2-40B4-BE49-F238E27FC236}">
                <a16:creationId xmlns:a16="http://schemas.microsoft.com/office/drawing/2014/main" id="{94729154-8268-E887-1E6F-87DDD0749A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8945" y="0"/>
            <a:ext cx="8572500"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74168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67B93-5661-B8EC-120B-E0904B6B41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19785-8C19-9ADA-DD19-E032530D3149}"/>
              </a:ext>
            </a:extLst>
          </p:cNvPr>
          <p:cNvSpPr>
            <a:spLocks noGrp="1"/>
          </p:cNvSpPr>
          <p:nvPr>
            <p:ph type="title"/>
          </p:nvPr>
        </p:nvSpPr>
        <p:spPr/>
        <p:txBody>
          <a:bodyPr/>
          <a:lstStyle/>
          <a:p>
            <a:r>
              <a:rPr lang="en-GB"/>
              <a:t>Exploration</a:t>
            </a:r>
          </a:p>
        </p:txBody>
      </p:sp>
      <p:sp>
        <p:nvSpPr>
          <p:cNvPr id="3" name="Footer Placeholder 2">
            <a:extLst>
              <a:ext uri="{FF2B5EF4-FFF2-40B4-BE49-F238E27FC236}">
                <a16:creationId xmlns:a16="http://schemas.microsoft.com/office/drawing/2014/main" id="{808CA89F-14DB-E437-5EEC-6F5E461DBE68}"/>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AAF3E7C5-E25E-1052-ED4B-EE64530A1C35}"/>
              </a:ext>
            </a:extLst>
          </p:cNvPr>
          <p:cNvSpPr>
            <a:spLocks noGrp="1"/>
          </p:cNvSpPr>
          <p:nvPr>
            <p:ph type="sldNum" sz="quarter" idx="12"/>
          </p:nvPr>
        </p:nvSpPr>
        <p:spPr/>
        <p:txBody>
          <a:bodyPr/>
          <a:lstStyle/>
          <a:p>
            <a:fld id="{7695D00A-BA34-4D39-8C84-2534822D6434}" type="slidenum">
              <a:rPr lang="en-GB" smtClean="0"/>
              <a:pPr/>
              <a:t>14</a:t>
            </a:fld>
            <a:endParaRPr lang="en-GB"/>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28B8EFD-E36D-6C91-101D-A4FF3423BB46}"/>
                  </a:ext>
                </a:extLst>
              </p:cNvPr>
              <p:cNvSpPr>
                <a:spLocks noGrp="1"/>
              </p:cNvSpPr>
              <p:nvPr>
                <p:ph type="body" sz="quarter" idx="13"/>
              </p:nvPr>
            </p:nvSpPr>
            <p:spPr>
              <a:xfrm>
                <a:off x="304800" y="1581958"/>
                <a:ext cx="3314145" cy="4666441"/>
              </a:xfrm>
            </p:spPr>
            <p:txBody>
              <a:bodyPr/>
              <a:lstStyle/>
              <a:p>
                <a:pPr marL="285750" indent="-285750">
                  <a:buFont typeface="Arial" panose="020B0604020202020204" pitchFamily="34" charset="0"/>
                  <a:buChar char="•"/>
                </a:pPr>
                <a:r>
                  <a:rPr lang="en-GB" sz="1400" dirty="0"/>
                  <a:t>Crop: Vegetables</a:t>
                </a:r>
              </a:p>
              <a:p>
                <a:pPr marL="514350" lvl="1" indent="-285750">
                  <a:buFont typeface="Arial" panose="020B0604020202020204" pitchFamily="34" charset="0"/>
                  <a:buChar char="•"/>
                </a:pPr>
                <a:r>
                  <a:rPr lang="en-GB" sz="1400" dirty="0"/>
                  <a:t>Rautmann curve “Arable and veg sub 50cm”</a:t>
                </a:r>
              </a:p>
              <a:p>
                <a:pPr marL="514350" lvl="1" indent="-285750">
                  <a:buFont typeface="Arial" panose="020B0604020202020204" pitchFamily="34" charset="0"/>
                  <a:buChar char="•"/>
                </a:pPr>
                <a:r>
                  <a:rPr lang="en-GB" sz="1400" dirty="0"/>
                  <a:t>Distance from crop to bank 0.5 m</a:t>
                </a:r>
              </a:p>
              <a:p>
                <a:pPr marL="285750" indent="-285750">
                  <a:buFont typeface="Arial" panose="020B0604020202020204" pitchFamily="34" charset="0"/>
                  <a:buChar char="•"/>
                </a:pPr>
                <a:r>
                  <a:rPr lang="en-GB" sz="1400" dirty="0"/>
                  <a:t>Water body: “FOCUS Ditch”</a:t>
                </a:r>
              </a:p>
              <a:p>
                <a:pPr marL="514350" lvl="1" indent="-285750">
                  <a:buFont typeface="Arial" panose="020B0604020202020204" pitchFamily="34" charset="0"/>
                  <a:buChar char="•"/>
                </a:pPr>
                <a:r>
                  <a:rPr lang="en-GB" sz="1400" dirty="0"/>
                  <a:t>Width 1m</a:t>
                </a:r>
              </a:p>
              <a:p>
                <a:pPr marL="514350" lvl="1" indent="-285750">
                  <a:buFont typeface="Arial" panose="020B0604020202020204" pitchFamily="34" charset="0"/>
                  <a:buChar char="•"/>
                </a:pPr>
                <a:r>
                  <a:rPr lang="en-GB" sz="1400" dirty="0"/>
                  <a:t>Distance from bank to water body 0.5 m</a:t>
                </a:r>
              </a:p>
              <a:p>
                <a:pPr marL="285750" indent="-285750">
                  <a:buFont typeface="Arial" panose="020B0604020202020204" pitchFamily="34" charset="0"/>
                  <a:buChar char="•"/>
                </a:pPr>
                <a:r>
                  <a:rPr lang="en-GB" sz="1400" dirty="0"/>
                  <a:t>Over growing period, the distance between planted rows </a:t>
                </a:r>
                <a14:m>
                  <m:oMath xmlns:m="http://schemas.openxmlformats.org/officeDocument/2006/math">
                    <m:r>
                      <a:rPr lang="en-GB" sz="1400" i="1" dirty="0" smtClean="0">
                        <a:latin typeface="Cambria Math" panose="02040503050406030204" pitchFamily="18" charset="0"/>
                      </a:rPr>
                      <m:t>𝑑</m:t>
                    </m:r>
                  </m:oMath>
                </a14:m>
                <a:r>
                  <a:rPr lang="en-GB" sz="1400" dirty="0"/>
                  <a:t>  is constant: </a:t>
                </a:r>
                <a14:m>
                  <m:oMath xmlns:m="http://schemas.openxmlformats.org/officeDocument/2006/math">
                    <m:r>
                      <a:rPr lang="en-GB" sz="1400" b="0" i="1" smtClean="0">
                        <a:latin typeface="Cambria Math" panose="02040503050406030204" pitchFamily="18" charset="0"/>
                      </a:rPr>
                      <m:t>𝑟</m:t>
                    </m:r>
                    <m:r>
                      <a:rPr lang="en-GB" sz="1400" b="0" i="1" smtClean="0">
                        <a:latin typeface="Cambria Math" panose="02040503050406030204" pitchFamily="18" charset="0"/>
                      </a:rPr>
                      <m:t>+</m:t>
                    </m:r>
                    <m:r>
                      <a:rPr lang="en-GB" sz="1400" b="0" i="1" smtClean="0">
                        <a:latin typeface="Cambria Math" panose="02040503050406030204" pitchFamily="18" charset="0"/>
                      </a:rPr>
                      <m:t>𝑖</m:t>
                    </m:r>
                    <m:r>
                      <a:rPr lang="en-GB" sz="1400" b="0" i="1" smtClean="0">
                        <a:latin typeface="Cambria Math" panose="02040503050406030204" pitchFamily="18" charset="0"/>
                      </a:rPr>
                      <m:t>=</m:t>
                    </m:r>
                    <m:r>
                      <a:rPr lang="en-GB" sz="1400" b="0" i="1" smtClean="0">
                        <a:latin typeface="Cambria Math" panose="02040503050406030204" pitchFamily="18" charset="0"/>
                      </a:rPr>
                      <m:t>𝑑</m:t>
                    </m:r>
                  </m:oMath>
                </a14:m>
                <a:r>
                  <a:rPr lang="en-GB" sz="1400" dirty="0"/>
                  <a:t> hence  </a:t>
                </a:r>
                <a14:m>
                  <m:oMath xmlns:m="http://schemas.openxmlformats.org/officeDocument/2006/math">
                    <m:r>
                      <a:rPr lang="en-GB" sz="1400" b="0" i="1" smtClean="0">
                        <a:latin typeface="Cambria Math" panose="02040503050406030204" pitchFamily="18" charset="0"/>
                      </a:rPr>
                      <m:t>𝑖</m:t>
                    </m:r>
                    <m:r>
                      <a:rPr lang="en-GB" sz="1400" b="0" i="1" smtClean="0">
                        <a:latin typeface="Cambria Math" panose="02040503050406030204" pitchFamily="18" charset="0"/>
                      </a:rPr>
                      <m:t>=</m:t>
                    </m:r>
                    <m:r>
                      <a:rPr lang="en-GB" sz="1400" b="0" i="1" smtClean="0">
                        <a:latin typeface="Cambria Math" panose="02040503050406030204" pitchFamily="18" charset="0"/>
                      </a:rPr>
                      <m:t>𝑑</m:t>
                    </m:r>
                    <m:r>
                      <a:rPr lang="en-GB" sz="1400" b="0" i="1" smtClean="0">
                        <a:latin typeface="Cambria Math" panose="02040503050406030204" pitchFamily="18" charset="0"/>
                      </a:rPr>
                      <m:t>−</m:t>
                    </m:r>
                    <m:r>
                      <a:rPr lang="en-GB" sz="1400" b="0" i="1" smtClean="0">
                        <a:latin typeface="Cambria Math" panose="02040503050406030204" pitchFamily="18" charset="0"/>
                      </a:rPr>
                      <m:t>𝑟</m:t>
                    </m:r>
                  </m:oMath>
                </a14:m>
                <a:r>
                  <a:rPr lang="en-GB" sz="1400" dirty="0"/>
                  <a:t> which is a straight line.</a:t>
                </a:r>
              </a:p>
              <a:p>
                <a:pPr marL="285750" indent="-285750">
                  <a:buFont typeface="Arial" panose="020B0604020202020204" pitchFamily="34" charset="0"/>
                  <a:buChar char="•"/>
                </a:pPr>
                <a:r>
                  <a:rPr lang="en-GB" sz="1400" b="1" dirty="0"/>
                  <a:t>If you know the distance between rows and the expected crop width you can estimate drift reduction from a banded application</a:t>
                </a:r>
              </a:p>
            </p:txBody>
          </p:sp>
        </mc:Choice>
        <mc:Fallback xmlns="">
          <p:sp>
            <p:nvSpPr>
              <p:cNvPr id="5" name="Text Placeholder 4">
                <a:extLst>
                  <a:ext uri="{FF2B5EF4-FFF2-40B4-BE49-F238E27FC236}">
                    <a16:creationId xmlns:a16="http://schemas.microsoft.com/office/drawing/2014/main" id="{428B8EFD-E36D-6C91-101D-A4FF3423BB46}"/>
                  </a:ext>
                </a:extLst>
              </p:cNvPr>
              <p:cNvSpPr>
                <a:spLocks noGrp="1" noRot="1" noChangeAspect="1" noMove="1" noResize="1" noEditPoints="1" noAdjustHandles="1" noChangeArrowheads="1" noChangeShapeType="1" noTextEdit="1"/>
              </p:cNvSpPr>
              <p:nvPr>
                <p:ph type="body" sz="quarter" idx="13"/>
              </p:nvPr>
            </p:nvSpPr>
            <p:spPr>
              <a:xfrm>
                <a:off x="304800" y="1581958"/>
                <a:ext cx="3314145" cy="4666441"/>
              </a:xfrm>
              <a:blipFill>
                <a:blip r:embed="rId3"/>
                <a:stretch>
                  <a:fillRect l="-2390" t="-1307" r="-184"/>
                </a:stretch>
              </a:blipFill>
            </p:spPr>
            <p:txBody>
              <a:bodyPr/>
              <a:lstStyle/>
              <a:p>
                <a:r>
                  <a:rPr lang="en-GB">
                    <a:noFill/>
                  </a:rPr>
                  <a:t> </a:t>
                </a:r>
              </a:p>
            </p:txBody>
          </p:sp>
        </mc:Fallback>
      </mc:AlternateContent>
      <p:pic>
        <p:nvPicPr>
          <p:cNvPr id="7" name="Picture 6" descr="A chart of different colors&#10;&#10;AI-generated content may be incorrect.">
            <a:extLst>
              <a:ext uri="{FF2B5EF4-FFF2-40B4-BE49-F238E27FC236}">
                <a16:creationId xmlns:a16="http://schemas.microsoft.com/office/drawing/2014/main" id="{65781DE2-CD15-8422-19CB-74DB14E5A6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8945" y="0"/>
            <a:ext cx="8572500" cy="6858000"/>
          </a:xfrm>
          <a:prstGeom prst="rect">
            <a:avLst/>
          </a:prstGeom>
          <a:ln>
            <a:noFill/>
          </a:ln>
          <a:effectLst>
            <a:outerShdw blurRad="292100" dist="139700" dir="2700000" algn="tl" rotWithShape="0">
              <a:srgbClr val="333333">
                <a:alpha val="65000"/>
              </a:srgbClr>
            </a:outerShdw>
          </a:effectLst>
        </p:spPr>
      </p:pic>
      <p:cxnSp>
        <p:nvCxnSpPr>
          <p:cNvPr id="6" name="Straight Arrow Connector 5">
            <a:extLst>
              <a:ext uri="{FF2B5EF4-FFF2-40B4-BE49-F238E27FC236}">
                <a16:creationId xmlns:a16="http://schemas.microsoft.com/office/drawing/2014/main" id="{0461C38D-BEB1-377B-03A2-97F896759C72}"/>
              </a:ext>
            </a:extLst>
          </p:cNvPr>
          <p:cNvCxnSpPr>
            <a:cxnSpLocks/>
          </p:cNvCxnSpPr>
          <p:nvPr/>
        </p:nvCxnSpPr>
        <p:spPr>
          <a:xfrm>
            <a:off x="4687933" y="1124431"/>
            <a:ext cx="4845050" cy="4864100"/>
          </a:xfrm>
          <a:prstGeom prst="straightConnector1">
            <a:avLst/>
          </a:prstGeom>
          <a:ln w="38100">
            <a:solidFill>
              <a:schemeClr val="tx1"/>
            </a:solidFill>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8" name="Oval 7">
            <a:extLst>
              <a:ext uri="{FF2B5EF4-FFF2-40B4-BE49-F238E27FC236}">
                <a16:creationId xmlns:a16="http://schemas.microsoft.com/office/drawing/2014/main" id="{5981F8AD-B8D6-A7AD-96EE-B030D2A2EE30}"/>
              </a:ext>
            </a:extLst>
          </p:cNvPr>
          <p:cNvSpPr/>
          <p:nvPr/>
        </p:nvSpPr>
        <p:spPr>
          <a:xfrm>
            <a:off x="4586333" y="1041881"/>
            <a:ext cx="203200" cy="203200"/>
          </a:xfrm>
          <a:prstGeom prst="ellipse">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27BE0F8E-2C85-6AF1-25E9-163E34E40B6B}"/>
              </a:ext>
            </a:extLst>
          </p:cNvPr>
          <p:cNvSpPr/>
          <p:nvPr/>
        </p:nvSpPr>
        <p:spPr>
          <a:xfrm>
            <a:off x="5227683" y="1664181"/>
            <a:ext cx="203200" cy="203200"/>
          </a:xfrm>
          <a:prstGeom prst="ellipse">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7F2D9488-7FE4-D24C-6CC8-8AFC61726E87}"/>
              </a:ext>
            </a:extLst>
          </p:cNvPr>
          <p:cNvSpPr/>
          <p:nvPr/>
        </p:nvSpPr>
        <p:spPr>
          <a:xfrm>
            <a:off x="5999208" y="2414631"/>
            <a:ext cx="203200" cy="203200"/>
          </a:xfrm>
          <a:prstGeom prst="ellipse">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FFF4B278-CB30-BC77-88AB-F014255BCF5E}"/>
              </a:ext>
            </a:extLst>
          </p:cNvPr>
          <p:cNvSpPr/>
          <p:nvPr/>
        </p:nvSpPr>
        <p:spPr>
          <a:xfrm>
            <a:off x="6316707" y="2724631"/>
            <a:ext cx="203200" cy="203200"/>
          </a:xfrm>
          <a:prstGeom prst="ellipse">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8F2EBE35-370C-B5F1-9CA6-7BC70F8BBC58}"/>
              </a:ext>
            </a:extLst>
          </p:cNvPr>
          <p:cNvSpPr/>
          <p:nvPr/>
        </p:nvSpPr>
        <p:spPr>
          <a:xfrm>
            <a:off x="6627858" y="3054831"/>
            <a:ext cx="203200" cy="203200"/>
          </a:xfrm>
          <a:prstGeom prst="ellipse">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656909C2-4B14-009A-9DF1-98FDE7340BDC}"/>
              </a:ext>
            </a:extLst>
          </p:cNvPr>
          <p:cNvSpPr/>
          <p:nvPr/>
        </p:nvSpPr>
        <p:spPr>
          <a:xfrm>
            <a:off x="6995700" y="3431356"/>
            <a:ext cx="203200" cy="203200"/>
          </a:xfrm>
          <a:prstGeom prst="ellipse">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a:extLst>
              <a:ext uri="{FF2B5EF4-FFF2-40B4-BE49-F238E27FC236}">
                <a16:creationId xmlns:a16="http://schemas.microsoft.com/office/drawing/2014/main" id="{423B5B21-CDA5-C192-BBC2-E2B9E03DFEC2}"/>
              </a:ext>
            </a:extLst>
          </p:cNvPr>
          <p:cNvPicPr>
            <a:picLocks noChangeAspect="1"/>
          </p:cNvPicPr>
          <p:nvPr/>
        </p:nvPicPr>
        <p:blipFill>
          <a:blip r:embed="rId5"/>
          <a:stretch>
            <a:fillRect/>
          </a:stretch>
        </p:blipFill>
        <p:spPr>
          <a:xfrm>
            <a:off x="7526383" y="1819375"/>
            <a:ext cx="1447800" cy="1235456"/>
          </a:xfrm>
          <a:prstGeom prst="rect">
            <a:avLst/>
          </a:prstGeom>
        </p:spPr>
      </p:pic>
      <p:pic>
        <p:nvPicPr>
          <p:cNvPr id="15" name="Picture 14">
            <a:extLst>
              <a:ext uri="{FF2B5EF4-FFF2-40B4-BE49-F238E27FC236}">
                <a16:creationId xmlns:a16="http://schemas.microsoft.com/office/drawing/2014/main" id="{FE003C06-1C01-C099-7913-CAF489761D4B}"/>
              </a:ext>
            </a:extLst>
          </p:cNvPr>
          <p:cNvPicPr>
            <a:picLocks noChangeAspect="1"/>
          </p:cNvPicPr>
          <p:nvPr/>
        </p:nvPicPr>
        <p:blipFill>
          <a:blip r:embed="rId6"/>
          <a:stretch>
            <a:fillRect/>
          </a:stretch>
        </p:blipFill>
        <p:spPr>
          <a:xfrm>
            <a:off x="5604089" y="309941"/>
            <a:ext cx="1628437" cy="1391800"/>
          </a:xfrm>
          <a:prstGeom prst="rect">
            <a:avLst/>
          </a:prstGeom>
        </p:spPr>
      </p:pic>
      <p:pic>
        <p:nvPicPr>
          <p:cNvPr id="16" name="Picture 15">
            <a:extLst>
              <a:ext uri="{FF2B5EF4-FFF2-40B4-BE49-F238E27FC236}">
                <a16:creationId xmlns:a16="http://schemas.microsoft.com/office/drawing/2014/main" id="{E0356CFB-DC46-F10E-249D-9E73C411E236}"/>
              </a:ext>
            </a:extLst>
          </p:cNvPr>
          <p:cNvPicPr>
            <a:picLocks noChangeAspect="1"/>
          </p:cNvPicPr>
          <p:nvPr/>
        </p:nvPicPr>
        <p:blipFill>
          <a:blip r:embed="rId7"/>
          <a:stretch>
            <a:fillRect/>
          </a:stretch>
        </p:blipFill>
        <p:spPr>
          <a:xfrm>
            <a:off x="8656683" y="3448255"/>
            <a:ext cx="1514312" cy="1281562"/>
          </a:xfrm>
          <a:prstGeom prst="rect">
            <a:avLst/>
          </a:prstGeom>
        </p:spPr>
      </p:pic>
      <p:cxnSp>
        <p:nvCxnSpPr>
          <p:cNvPr id="17" name="Straight Arrow Connector 16">
            <a:extLst>
              <a:ext uri="{FF2B5EF4-FFF2-40B4-BE49-F238E27FC236}">
                <a16:creationId xmlns:a16="http://schemas.microsoft.com/office/drawing/2014/main" id="{956F083B-5330-D784-2C35-F3E95F802B37}"/>
              </a:ext>
            </a:extLst>
          </p:cNvPr>
          <p:cNvCxnSpPr>
            <a:cxnSpLocks/>
            <a:stCxn id="15" idx="1"/>
            <a:endCxn id="9" idx="0"/>
          </p:cNvCxnSpPr>
          <p:nvPr/>
        </p:nvCxnSpPr>
        <p:spPr>
          <a:xfrm flipH="1">
            <a:off x="5329283" y="1005841"/>
            <a:ext cx="274806" cy="65834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A012332-A387-F738-084A-4AD511F630C8}"/>
              </a:ext>
            </a:extLst>
          </p:cNvPr>
          <p:cNvCxnSpPr>
            <a:cxnSpLocks/>
            <a:stCxn id="14" idx="1"/>
          </p:cNvCxnSpPr>
          <p:nvPr/>
        </p:nvCxnSpPr>
        <p:spPr>
          <a:xfrm flipH="1">
            <a:off x="7110458" y="2437103"/>
            <a:ext cx="415925" cy="1078863"/>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FC705BC-CAE1-9D40-9FAB-D3D6E50307BE}"/>
              </a:ext>
            </a:extLst>
          </p:cNvPr>
          <p:cNvCxnSpPr>
            <a:cxnSpLocks/>
          </p:cNvCxnSpPr>
          <p:nvPr/>
        </p:nvCxnSpPr>
        <p:spPr>
          <a:xfrm flipH="1">
            <a:off x="8878933" y="4729817"/>
            <a:ext cx="534906" cy="48401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8E9156ED-FDE6-8607-3081-E318E47C6859}"/>
              </a:ext>
            </a:extLst>
          </p:cNvPr>
          <p:cNvSpPr txBox="1"/>
          <p:nvPr/>
        </p:nvSpPr>
        <p:spPr>
          <a:xfrm rot="2700000">
            <a:off x="4521997" y="1632987"/>
            <a:ext cx="995785" cy="369332"/>
          </a:xfrm>
          <a:prstGeom prst="rect">
            <a:avLst/>
          </a:prstGeom>
          <a:noFill/>
        </p:spPr>
        <p:txBody>
          <a:bodyPr wrap="none" rtlCol="0">
            <a:spAutoFit/>
          </a:bodyPr>
          <a:lstStyle/>
          <a:p>
            <a:r>
              <a:rPr lang="en-GB"/>
              <a:t>Planting</a:t>
            </a:r>
          </a:p>
        </p:txBody>
      </p:sp>
      <p:sp>
        <p:nvSpPr>
          <p:cNvPr id="21" name="TextBox 20">
            <a:extLst>
              <a:ext uri="{FF2B5EF4-FFF2-40B4-BE49-F238E27FC236}">
                <a16:creationId xmlns:a16="http://schemas.microsoft.com/office/drawing/2014/main" id="{55C13294-9280-EEAC-7BBE-149E5DF6473B}"/>
              </a:ext>
            </a:extLst>
          </p:cNvPr>
          <p:cNvSpPr txBox="1"/>
          <p:nvPr/>
        </p:nvSpPr>
        <p:spPr>
          <a:xfrm rot="2700000">
            <a:off x="6566378" y="3662164"/>
            <a:ext cx="1003352" cy="369332"/>
          </a:xfrm>
          <a:prstGeom prst="rect">
            <a:avLst/>
          </a:prstGeom>
          <a:noFill/>
        </p:spPr>
        <p:txBody>
          <a:bodyPr wrap="none" rtlCol="0">
            <a:spAutoFit/>
          </a:bodyPr>
          <a:lstStyle/>
          <a:p>
            <a:r>
              <a:rPr lang="en-GB"/>
              <a:t>Maturity</a:t>
            </a:r>
          </a:p>
        </p:txBody>
      </p:sp>
      <p:sp>
        <p:nvSpPr>
          <p:cNvPr id="22" name="Arrow: Up 21">
            <a:extLst>
              <a:ext uri="{FF2B5EF4-FFF2-40B4-BE49-F238E27FC236}">
                <a16:creationId xmlns:a16="http://schemas.microsoft.com/office/drawing/2014/main" id="{71CCB39D-3FD4-0FA0-F923-CA5FC8E8732E}"/>
              </a:ext>
            </a:extLst>
          </p:cNvPr>
          <p:cNvSpPr/>
          <p:nvPr/>
        </p:nvSpPr>
        <p:spPr>
          <a:xfrm rot="8100000">
            <a:off x="5860818" y="2024001"/>
            <a:ext cx="368612" cy="1750613"/>
          </a:xfrm>
          <a:prstGeom prst="upArrow">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81712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E2034-59B6-E3D0-ADF6-7B4F111E67E2}"/>
              </a:ext>
            </a:extLst>
          </p:cNvPr>
          <p:cNvSpPr>
            <a:spLocks noGrp="1"/>
          </p:cNvSpPr>
          <p:nvPr>
            <p:ph type="title"/>
          </p:nvPr>
        </p:nvSpPr>
        <p:spPr/>
        <p:txBody>
          <a:bodyPr/>
          <a:lstStyle/>
          <a:p>
            <a:r>
              <a:rPr lang="en-GB"/>
              <a:t>Next Steps – Explore yourself</a:t>
            </a:r>
          </a:p>
        </p:txBody>
      </p:sp>
      <p:sp>
        <p:nvSpPr>
          <p:cNvPr id="3" name="Footer Placeholder 2">
            <a:extLst>
              <a:ext uri="{FF2B5EF4-FFF2-40B4-BE49-F238E27FC236}">
                <a16:creationId xmlns:a16="http://schemas.microsoft.com/office/drawing/2014/main" id="{7B42FDE1-43E1-6A3C-ABEE-43300C3FA70B}"/>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6CD5E356-5BD1-AF95-BE37-02E7E5149F6C}"/>
              </a:ext>
            </a:extLst>
          </p:cNvPr>
          <p:cNvSpPr>
            <a:spLocks noGrp="1"/>
          </p:cNvSpPr>
          <p:nvPr>
            <p:ph type="sldNum" sz="quarter" idx="12"/>
          </p:nvPr>
        </p:nvSpPr>
        <p:spPr/>
        <p:txBody>
          <a:bodyPr/>
          <a:lstStyle/>
          <a:p>
            <a:fld id="{7695D00A-BA34-4D39-8C84-2534822D6434}" type="slidenum">
              <a:rPr lang="en-GB" smtClean="0"/>
              <a:pPr/>
              <a:t>15</a:t>
            </a:fld>
            <a:endParaRPr lang="en-GB"/>
          </a:p>
        </p:txBody>
      </p:sp>
      <p:sp>
        <p:nvSpPr>
          <p:cNvPr id="5" name="Text Placeholder 4">
            <a:extLst>
              <a:ext uri="{FF2B5EF4-FFF2-40B4-BE49-F238E27FC236}">
                <a16:creationId xmlns:a16="http://schemas.microsoft.com/office/drawing/2014/main" id="{661C256B-D167-BDA5-F359-618EC7AB8380}"/>
              </a:ext>
            </a:extLst>
          </p:cNvPr>
          <p:cNvSpPr>
            <a:spLocks noGrp="1"/>
          </p:cNvSpPr>
          <p:nvPr>
            <p:ph type="body" sz="quarter" idx="13"/>
          </p:nvPr>
        </p:nvSpPr>
        <p:spPr>
          <a:xfrm>
            <a:off x="304800" y="1581958"/>
            <a:ext cx="5031205" cy="4666441"/>
          </a:xfrm>
        </p:spPr>
        <p:txBody>
          <a:bodyPr/>
          <a:lstStyle/>
          <a:p>
            <a:pPr marL="285750" indent="-285750">
              <a:buFont typeface="Arial" panose="020B0604020202020204" pitchFamily="34" charset="0"/>
              <a:buChar char="•"/>
            </a:pPr>
            <a:r>
              <a:rPr lang="en-GB" dirty="0"/>
              <a:t>Open-Source R Shiny app developed to enable exploration of potential spray drift reduction using these methods.</a:t>
            </a:r>
          </a:p>
          <a:p>
            <a:pPr marL="514350" lvl="1" indent="-285750">
              <a:buFont typeface="Arial" panose="020B0604020202020204" pitchFamily="34" charset="0"/>
              <a:buChar char="•"/>
            </a:pPr>
            <a:r>
              <a:rPr lang="en-GB" dirty="0">
                <a:hlinkClick r:id="rId5"/>
              </a:rPr>
              <a:t>Web App</a:t>
            </a:r>
            <a:endParaRPr lang="en-GB" dirty="0"/>
          </a:p>
          <a:p>
            <a:pPr marL="514350" lvl="1" indent="-285750">
              <a:buFont typeface="Arial" panose="020B0604020202020204" pitchFamily="34" charset="0"/>
              <a:buChar char="•"/>
            </a:pPr>
            <a:r>
              <a:rPr lang="en-GB" dirty="0">
                <a:hlinkClick r:id="rId6"/>
              </a:rPr>
              <a:t>Github Link</a:t>
            </a:r>
            <a:r>
              <a:rPr lang="en-GB" dirty="0"/>
              <a:t> </a:t>
            </a:r>
          </a:p>
          <a:p>
            <a:pPr marL="285750" indent="-285750">
              <a:buFont typeface="Arial" panose="020B0604020202020204" pitchFamily="34" charset="0"/>
              <a:buChar char="•"/>
            </a:pPr>
            <a:r>
              <a:rPr lang="en-GB" dirty="0"/>
              <a:t>Try it yourself!</a:t>
            </a:r>
          </a:p>
          <a:p>
            <a:pPr marL="285750" indent="-285750">
              <a:buFont typeface="Arial" panose="020B0604020202020204" pitchFamily="34" charset="0"/>
              <a:buChar char="•"/>
            </a:pPr>
            <a:endParaRPr lang="en-GB" dirty="0"/>
          </a:p>
        </p:txBody>
      </p:sp>
      <p:pic>
        <p:nvPicPr>
          <p:cNvPr id="7" name="Picture 6" descr="A qr code on a white background&#10;&#10;AI-generated content may be incorrect.">
            <a:extLst>
              <a:ext uri="{FF2B5EF4-FFF2-40B4-BE49-F238E27FC236}">
                <a16:creationId xmlns:a16="http://schemas.microsoft.com/office/drawing/2014/main" id="{2572B1C8-FCFD-EDE9-A0D6-B5FBF6CFFE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0503" y="3795524"/>
            <a:ext cx="1918597" cy="1918597"/>
          </a:xfrm>
          <a:prstGeom prst="rect">
            <a:avLst/>
          </a:prstGeom>
          <a:ln>
            <a:noFill/>
          </a:ln>
          <a:effectLst>
            <a:outerShdw blurRad="292100" dist="139700" dir="2700000" algn="tl" rotWithShape="0">
              <a:srgbClr val="333333">
                <a:alpha val="65000"/>
              </a:srgbClr>
            </a:outerShdw>
          </a:effectLst>
        </p:spPr>
      </p:pic>
      <p:pic>
        <p:nvPicPr>
          <p:cNvPr id="8" name="2025-06-02 10-33-26">
            <a:hlinkClick r:id="" action="ppaction://media"/>
            <a:extLst>
              <a:ext uri="{FF2B5EF4-FFF2-40B4-BE49-F238E27FC236}">
                <a16:creationId xmlns:a16="http://schemas.microsoft.com/office/drawing/2014/main" id="{7CB837D6-B395-2701-F7EB-A2EFFE420579}"/>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4900539" y="1621477"/>
            <a:ext cx="7131040" cy="4011210"/>
          </a:xfrm>
          <a:prstGeom prst="rect">
            <a:avLst/>
          </a:prstGeom>
        </p:spPr>
      </p:pic>
      <p:sp>
        <p:nvSpPr>
          <p:cNvPr id="9" name="TextBox 8">
            <a:extLst>
              <a:ext uri="{FF2B5EF4-FFF2-40B4-BE49-F238E27FC236}">
                <a16:creationId xmlns:a16="http://schemas.microsoft.com/office/drawing/2014/main" id="{10977C21-2545-5BD9-F9D1-AA02877D9AFB}"/>
              </a:ext>
            </a:extLst>
          </p:cNvPr>
          <p:cNvSpPr txBox="1"/>
          <p:nvPr/>
        </p:nvSpPr>
        <p:spPr>
          <a:xfrm>
            <a:off x="565400" y="5751769"/>
            <a:ext cx="1873699" cy="336210"/>
          </a:xfrm>
          <a:prstGeom prst="rect">
            <a:avLst/>
          </a:prstGeom>
        </p:spPr>
        <p:txBody>
          <a:bodyPr vert="horz" wrap="none" lIns="0" tIns="0" rIns="0" bIns="0" rtlCol="0">
            <a:noAutofit/>
          </a:bodyPr>
          <a:lstStyle/>
          <a:p>
            <a:pPr algn="l">
              <a:spcBef>
                <a:spcPts val="600"/>
              </a:spcBef>
            </a:pPr>
            <a:r>
              <a:rPr lang="en-GB" sz="1400">
                <a:solidFill>
                  <a:schemeClr val="bg1">
                    <a:lumMod val="50000"/>
                  </a:schemeClr>
                </a:solidFill>
              </a:rPr>
              <a:t>Web App QR</a:t>
            </a:r>
          </a:p>
        </p:txBody>
      </p:sp>
    </p:spTree>
    <p:extLst>
      <p:ext uri="{BB962C8B-B14F-4D97-AF65-F5344CB8AC3E}">
        <p14:creationId xmlns:p14="http://schemas.microsoft.com/office/powerpoint/2010/main" val="2159607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017"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DC65E-340A-688D-2F8B-DEA0988713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CDADB-8F2E-4E9C-1694-2914D22D57C0}"/>
              </a:ext>
            </a:extLst>
          </p:cNvPr>
          <p:cNvSpPr>
            <a:spLocks noGrp="1"/>
          </p:cNvSpPr>
          <p:nvPr>
            <p:ph type="title"/>
          </p:nvPr>
        </p:nvSpPr>
        <p:spPr/>
        <p:txBody>
          <a:bodyPr/>
          <a:lstStyle/>
          <a:p>
            <a:r>
              <a:rPr lang="en-GB"/>
              <a:t>Next Steps – Application in Risk Assessment</a:t>
            </a:r>
          </a:p>
        </p:txBody>
      </p:sp>
      <p:sp>
        <p:nvSpPr>
          <p:cNvPr id="3" name="Footer Placeholder 2">
            <a:extLst>
              <a:ext uri="{FF2B5EF4-FFF2-40B4-BE49-F238E27FC236}">
                <a16:creationId xmlns:a16="http://schemas.microsoft.com/office/drawing/2014/main" id="{63AA9673-6962-1735-8EF3-09A50DFDD0F3}"/>
              </a:ext>
            </a:extLst>
          </p:cNvPr>
          <p:cNvSpPr>
            <a:spLocks noGrp="1"/>
          </p:cNvSpPr>
          <p:nvPr>
            <p:ph type="ftr" sz="quarter" idx="11"/>
          </p:nvPr>
        </p:nvSpPr>
        <p:spPr/>
        <p:txBody>
          <a:bodyPr/>
          <a:lstStyle/>
          <a:p>
            <a:pPr algn="r"/>
            <a:r>
              <a:rPr lang="en-GB" dirty="0"/>
              <a:t>Classification: Public</a:t>
            </a:r>
          </a:p>
        </p:txBody>
      </p:sp>
      <p:sp>
        <p:nvSpPr>
          <p:cNvPr id="4" name="Slide Number Placeholder 3">
            <a:extLst>
              <a:ext uri="{FF2B5EF4-FFF2-40B4-BE49-F238E27FC236}">
                <a16:creationId xmlns:a16="http://schemas.microsoft.com/office/drawing/2014/main" id="{C58022E0-8BD7-1EDF-1061-435548BE9406}"/>
              </a:ext>
            </a:extLst>
          </p:cNvPr>
          <p:cNvSpPr>
            <a:spLocks noGrp="1"/>
          </p:cNvSpPr>
          <p:nvPr>
            <p:ph type="sldNum" sz="quarter" idx="12"/>
          </p:nvPr>
        </p:nvSpPr>
        <p:spPr/>
        <p:txBody>
          <a:bodyPr/>
          <a:lstStyle/>
          <a:p>
            <a:fld id="{7695D00A-BA34-4D39-8C84-2534822D6434}" type="slidenum">
              <a:rPr lang="en-GB" smtClean="0"/>
              <a:pPr/>
              <a:t>16</a:t>
            </a:fld>
            <a:endParaRPr lang="en-GB"/>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AF28E73B-0E18-35F7-5D04-C028765729E9}"/>
                  </a:ext>
                </a:extLst>
              </p:cNvPr>
              <p:cNvSpPr>
                <a:spLocks noGrp="1"/>
              </p:cNvSpPr>
              <p:nvPr>
                <p:ph type="body" sz="quarter" idx="13"/>
              </p:nvPr>
            </p:nvSpPr>
            <p:spPr>
              <a:xfrm>
                <a:off x="304800" y="1335309"/>
                <a:ext cx="5791200" cy="4666441"/>
              </a:xfrm>
            </p:spPr>
            <p:txBody>
              <a:bodyPr/>
              <a:lstStyle/>
              <a:p>
                <a:pPr marL="285750" indent="-285750">
                  <a:buFont typeface="Arial" panose="020B0604020202020204" pitchFamily="34" charset="0"/>
                  <a:buChar char="•"/>
                </a:pPr>
                <a:r>
                  <a:rPr lang="en-GB" dirty="0"/>
                  <a:t>We are currently seeking:</a:t>
                </a:r>
              </a:p>
              <a:p>
                <a:pPr marL="514350" lvl="1" indent="-285750">
                  <a:buFont typeface="Arial" panose="020B0604020202020204" pitchFamily="34" charset="0"/>
                  <a:buChar char="•"/>
                </a:pPr>
                <a:r>
                  <a:rPr lang="en-GB" b="1" dirty="0"/>
                  <a:t>Scrutiny</a:t>
                </a:r>
                <a:r>
                  <a:rPr lang="en-GB" dirty="0"/>
                  <a:t> of our proposed methods</a:t>
                </a:r>
              </a:p>
              <a:p>
                <a:pPr marL="742950" lvl="2" indent="-285750">
                  <a:buFont typeface="Arial" panose="020B0604020202020204" pitchFamily="34" charset="0"/>
                  <a:buChar char="•"/>
                </a:pPr>
                <a:r>
                  <a:rPr lang="en-GB" dirty="0"/>
                  <a:t>Drift curves calculated from </a:t>
                </a:r>
                <a:r>
                  <a:rPr lang="en-GB" b="1" dirty="0"/>
                  <a:t>bare field</a:t>
                </a:r>
                <a:r>
                  <a:rPr lang="en-GB" dirty="0"/>
                  <a:t>; second band onwards have “obstacles” of other bands closer to water body</a:t>
                </a:r>
              </a:p>
              <a:p>
                <a:pPr marL="742950" lvl="2" indent="-285750">
                  <a:buFont typeface="Arial" panose="020B0604020202020204" pitchFamily="34" charset="0"/>
                  <a:buChar char="•"/>
                </a:pPr>
                <a:r>
                  <a:rPr lang="en-GB" dirty="0"/>
                  <a:t>Is Rautmann still appropriate? Should we plug in a different curve?</a:t>
                </a:r>
              </a:p>
              <a:p>
                <a:pPr marL="514350" lvl="1" indent="-285750">
                  <a:buFont typeface="Arial" panose="020B0604020202020204" pitchFamily="34" charset="0"/>
                  <a:buChar char="•"/>
                </a:pPr>
                <a:r>
                  <a:rPr lang="en-GB" b="1" dirty="0"/>
                  <a:t>Thoughts</a:t>
                </a:r>
                <a:r>
                  <a:rPr lang="en-GB" dirty="0"/>
                  <a:t> on turning the theory into practise:</a:t>
                </a:r>
              </a:p>
              <a:p>
                <a:pPr marL="742950" lvl="2" indent="-285750">
                  <a:buFont typeface="Arial" panose="020B0604020202020204" pitchFamily="34" charset="0"/>
                  <a:buChar char="•"/>
                </a:pPr>
                <a:r>
                  <a:rPr lang="en-GB" dirty="0"/>
                  <a:t>How much do we know about row dimensions from real fields?</a:t>
                </a:r>
              </a:p>
              <a:p>
                <a:pPr marL="742950" lvl="2" indent="-285750">
                  <a:buFont typeface="Arial" panose="020B0604020202020204" pitchFamily="34" charset="0"/>
                  <a:buChar char="•"/>
                </a:pPr>
                <a:r>
                  <a:rPr lang="en-GB" dirty="0"/>
                  <a:t>Spot applications likely to be circular, not square use </a:t>
                </a:r>
                <a14:m>
                  <m:oMath xmlns:m="http://schemas.openxmlformats.org/officeDocument/2006/math">
                    <m:r>
                      <a:rPr lang="en-GB" b="0" i="1" smtClean="0">
                        <a:latin typeface="Cambria Math" panose="02040503050406030204" pitchFamily="18" charset="0"/>
                      </a:rPr>
                      <m:t>𝜋</m:t>
                    </m:r>
                    <m:r>
                      <a:rPr lang="en-GB" b="0" i="1" smtClean="0">
                        <a:latin typeface="Cambria Math" panose="02040503050406030204" pitchFamily="18" charset="0"/>
                      </a:rPr>
                      <m:t>/4</m:t>
                    </m:r>
                  </m:oMath>
                </a14:m>
                <a:r>
                  <a:rPr lang="en-GB" dirty="0"/>
                  <a:t> scaling factor?</a:t>
                </a:r>
              </a:p>
              <a:p>
                <a:pPr marL="514350" lvl="1" indent="-285750">
                  <a:buFont typeface="Arial" panose="020B0604020202020204" pitchFamily="34" charset="0"/>
                  <a:buChar char="•"/>
                </a:pPr>
                <a:r>
                  <a:rPr lang="en-GB" b="1" dirty="0"/>
                  <a:t>Direction </a:t>
                </a:r>
                <a:r>
                  <a:rPr lang="en-GB" dirty="0"/>
                  <a:t>on where we should go next</a:t>
                </a:r>
              </a:p>
              <a:p>
                <a:pPr marL="742950" lvl="2" indent="-285750">
                  <a:buFont typeface="Arial" panose="020B0604020202020204" pitchFamily="34" charset="0"/>
                  <a:buChar char="•"/>
                </a:pPr>
                <a:r>
                  <a:rPr lang="en-GB" dirty="0"/>
                  <a:t>Apply to patch application?</a:t>
                </a:r>
              </a:p>
              <a:p>
                <a:pPr marL="742950" lvl="2" indent="-285750">
                  <a:buFont typeface="Arial" panose="020B0604020202020204" pitchFamily="34" charset="0"/>
                  <a:buChar char="•"/>
                </a:pPr>
                <a:r>
                  <a:rPr lang="en-GB" dirty="0"/>
                  <a:t>Regulatory acceptance for registration?</a:t>
                </a:r>
              </a:p>
              <a:p>
                <a:pPr marL="514350" lvl="1" indent="-285750">
                  <a:buFont typeface="Arial" panose="020B0604020202020204" pitchFamily="34" charset="0"/>
                  <a:buChar char="•"/>
                </a:pPr>
                <a:endParaRPr lang="en-GB" dirty="0"/>
              </a:p>
              <a:p>
                <a:pPr marL="742950" lvl="2" indent="-285750">
                  <a:buFont typeface="Arial" panose="020B0604020202020204" pitchFamily="34" charset="0"/>
                  <a:buChar char="•"/>
                </a:pPr>
                <a:endParaRPr lang="en-GB" dirty="0"/>
              </a:p>
            </p:txBody>
          </p:sp>
        </mc:Choice>
        <mc:Fallback xmlns="">
          <p:sp>
            <p:nvSpPr>
              <p:cNvPr id="5" name="Text Placeholder 4">
                <a:extLst>
                  <a:ext uri="{FF2B5EF4-FFF2-40B4-BE49-F238E27FC236}">
                    <a16:creationId xmlns:a16="http://schemas.microsoft.com/office/drawing/2014/main" id="{AF28E73B-0E18-35F7-5D04-C028765729E9}"/>
                  </a:ext>
                </a:extLst>
              </p:cNvPr>
              <p:cNvSpPr>
                <a:spLocks noGrp="1" noRot="1" noChangeAspect="1" noMove="1" noResize="1" noEditPoints="1" noAdjustHandles="1" noChangeArrowheads="1" noChangeShapeType="1" noTextEdit="1"/>
              </p:cNvSpPr>
              <p:nvPr>
                <p:ph type="body" sz="quarter" idx="13"/>
              </p:nvPr>
            </p:nvSpPr>
            <p:spPr>
              <a:xfrm>
                <a:off x="304800" y="1335309"/>
                <a:ext cx="5791200" cy="4666441"/>
              </a:xfrm>
              <a:blipFill>
                <a:blip r:embed="rId3"/>
                <a:stretch>
                  <a:fillRect l="-1789" t="-1697" r="-1053" b="-6005"/>
                </a:stretch>
              </a:blipFill>
            </p:spPr>
            <p:txBody>
              <a:bodyPr/>
              <a:lstStyle/>
              <a:p>
                <a:r>
                  <a:rPr lang="en-GB">
                    <a:noFill/>
                  </a:rPr>
                  <a:t> </a:t>
                </a:r>
              </a:p>
            </p:txBody>
          </p:sp>
        </mc:Fallback>
      </mc:AlternateContent>
      <p:grpSp>
        <p:nvGrpSpPr>
          <p:cNvPr id="7" name="Group 6">
            <a:extLst>
              <a:ext uri="{FF2B5EF4-FFF2-40B4-BE49-F238E27FC236}">
                <a16:creationId xmlns:a16="http://schemas.microsoft.com/office/drawing/2014/main" id="{E642C8D8-7990-F8E4-B4F2-D4FA833B3D29}"/>
              </a:ext>
            </a:extLst>
          </p:cNvPr>
          <p:cNvGrpSpPr/>
          <p:nvPr/>
        </p:nvGrpSpPr>
        <p:grpSpPr>
          <a:xfrm>
            <a:off x="7223102" y="1335309"/>
            <a:ext cx="4335176" cy="4764954"/>
            <a:chOff x="7223102" y="1335309"/>
            <a:chExt cx="4335176" cy="4764954"/>
          </a:xfrm>
        </p:grpSpPr>
        <p:pic>
          <p:nvPicPr>
            <p:cNvPr id="1026" name="Picture 2" descr="Precision Farming - Agrifac United Kingdom">
              <a:extLst>
                <a:ext uri="{FF2B5EF4-FFF2-40B4-BE49-F238E27FC236}">
                  <a16:creationId xmlns:a16="http://schemas.microsoft.com/office/drawing/2014/main" id="{50AAC0EF-45B9-8911-EE12-6DF106B2CEB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048" r="-1"/>
            <a:stretch/>
          </p:blipFill>
          <p:spPr bwMode="auto">
            <a:xfrm>
              <a:off x="7223102" y="1335309"/>
              <a:ext cx="4335176" cy="306410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781E8AC-FB35-15F2-F57D-BB95CD593244}"/>
                </a:ext>
              </a:extLst>
            </p:cNvPr>
            <p:cNvSpPr txBox="1"/>
            <p:nvPr/>
          </p:nvSpPr>
          <p:spPr>
            <a:xfrm>
              <a:off x="7223102" y="4460167"/>
              <a:ext cx="4335176" cy="1640096"/>
            </a:xfrm>
            <a:prstGeom prst="rect">
              <a:avLst/>
            </a:prstGeom>
          </p:spPr>
          <p:txBody>
            <a:bodyPr vert="horz" wrap="square" lIns="0" tIns="0" rIns="0" bIns="0" rtlCol="0">
              <a:noAutofit/>
            </a:bodyPr>
            <a:lstStyle/>
            <a:p>
              <a:pPr algn="l">
                <a:spcBef>
                  <a:spcPts val="600"/>
                </a:spcBef>
              </a:pPr>
              <a:r>
                <a:rPr lang="en-GB" sz="1400"/>
                <a:t>Moonshot idea - for predetermined spray maps (UAV imagery):</a:t>
              </a:r>
            </a:p>
            <a:p>
              <a:pPr marL="342900" indent="-342900" algn="l">
                <a:spcBef>
                  <a:spcPts val="600"/>
                </a:spcBef>
                <a:buFont typeface="+mj-lt"/>
                <a:buAutoNum type="arabicPeriod"/>
              </a:pPr>
              <a:r>
                <a:rPr lang="en-GB" sz="1400"/>
                <a:t>Discretise into many theoretical rows</a:t>
              </a:r>
            </a:p>
            <a:p>
              <a:pPr marL="342900" indent="-342900" algn="l">
                <a:spcBef>
                  <a:spcPts val="600"/>
                </a:spcBef>
                <a:buFont typeface="+mj-lt"/>
                <a:buAutoNum type="arabicPeriod"/>
              </a:pPr>
              <a:r>
                <a:rPr lang="en-GB" sz="1400"/>
                <a:t>Calculate spray drift</a:t>
              </a:r>
            </a:p>
            <a:p>
              <a:pPr marL="342900" indent="-342900" algn="l">
                <a:spcBef>
                  <a:spcPts val="600"/>
                </a:spcBef>
                <a:buFont typeface="+mj-lt"/>
                <a:buAutoNum type="arabicPeriod"/>
              </a:pPr>
              <a:r>
                <a:rPr lang="en-GB" sz="1400"/>
                <a:t>Adjust no-spray buffer as needed for acceptable drift loadings</a:t>
              </a:r>
            </a:p>
          </p:txBody>
        </p:sp>
      </p:grpSp>
    </p:spTree>
    <p:extLst>
      <p:ext uri="{BB962C8B-B14F-4D97-AF65-F5344CB8AC3E}">
        <p14:creationId xmlns:p14="http://schemas.microsoft.com/office/powerpoint/2010/main" val="29430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3081027"/>
      </p:ext>
    </p:extLst>
  </p:cSld>
  <p:clrMapOvr>
    <a:masterClrMapping/>
  </p:clrMapOvr>
</p:sld>
</file>

<file path=ppt/theme/theme1.xml><?xml version="1.0" encoding="utf-8"?>
<a:theme xmlns:a="http://schemas.openxmlformats.org/drawingml/2006/main" name="Inform">
  <a:themeElements>
    <a:clrScheme name="Syngenta VI">
      <a:dk1>
        <a:srgbClr val="000000"/>
      </a:dk1>
      <a:lt1>
        <a:srgbClr val="FFFFFF"/>
      </a:lt1>
      <a:dk2>
        <a:srgbClr val="7FCA3F"/>
      </a:dk2>
      <a:lt2>
        <a:srgbClr val="00CFCD"/>
      </a:lt2>
      <a:accent1>
        <a:srgbClr val="FFBA00"/>
      </a:accent1>
      <a:accent2>
        <a:srgbClr val="FB4593"/>
      </a:accent2>
      <a:accent3>
        <a:srgbClr val="00A0BE"/>
      </a:accent3>
      <a:accent4>
        <a:srgbClr val="5F7800"/>
      </a:accent4>
      <a:accent5>
        <a:srgbClr val="EB8200"/>
      </a:accent5>
      <a:accent6>
        <a:srgbClr val="AB2E78"/>
      </a:accent6>
      <a:hlink>
        <a:srgbClr val="FB4593"/>
      </a:hlink>
      <a:folHlink>
        <a:srgbClr val="000000"/>
      </a:folHlink>
    </a:clrScheme>
    <a:fontScheme name="Syngent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oAutofit/>
      </a:bodyPr>
      <a:lstStyle>
        <a:defPPr marL="292608" indent="-292608" algn="l">
          <a:spcBef>
            <a:spcPts val="600"/>
          </a:spcBef>
          <a:buFont typeface="Arial" panose="020B0604020202020204" pitchFamily="34" charset="0"/>
          <a:buChar char="●"/>
          <a:defRPr sz="1400" dirty="0" err="1" smtClean="0"/>
        </a:defPPr>
      </a:lstStyle>
    </a:txDef>
  </a:objectDefaults>
  <a:extraClrSchemeLst/>
  <a:custClrLst>
    <a:custClr name="Dark Blue">
      <a:srgbClr val="334C56"/>
    </a:custClr>
    <a:custClr name="Dark Green">
      <a:srgbClr val="264600"/>
    </a:custClr>
    <a:custClr name="Dark Orange">
      <a:srgbClr val="BA2C00"/>
    </a:custClr>
    <a:custClr name="Dark Red">
      <a:srgbClr val="6F0055"/>
    </a:custClr>
    <a:custClr name="Custom Color 5">
      <a:srgbClr val="FFFFFF"/>
    </a:custClr>
    <a:custClr name="Custom Color 6">
      <a:srgbClr val="FFFFFF"/>
    </a:custClr>
    <a:custClr name="Custom Color 7">
      <a:srgbClr val="FFFFFF"/>
    </a:custClr>
    <a:custClr name="Custom Color 8">
      <a:srgbClr val="FFFFFF"/>
    </a:custClr>
    <a:custClr name="Custom Color 9">
      <a:srgbClr val="FFFFFF"/>
    </a:custClr>
    <a:custClr name="Custom Color 10">
      <a:srgbClr val="FFFFFF"/>
    </a:custClr>
    <a:custClr name="Light Blue">
      <a:srgbClr val="00E6BE"/>
    </a:custClr>
    <a:custClr name="Light Green">
      <a:srgbClr val="50E600"/>
    </a:custClr>
    <a:custClr name="Light Orange">
      <a:srgbClr val="FCE500"/>
    </a:custClr>
    <a:custClr name="Light Red">
      <a:srgbClr val="FF0064"/>
    </a:custClr>
    <a:custClr name="Custom Color 15">
      <a:srgbClr val="FFFFFF"/>
    </a:custClr>
    <a:custClr name="Custom Color 16">
      <a:srgbClr val="FFFFFF"/>
    </a:custClr>
    <a:custClr name="Custom Color 17">
      <a:srgbClr val="FFFFFF"/>
    </a:custClr>
    <a:custClr name="Custom Color 18">
      <a:srgbClr val="FFFFFF"/>
    </a:custClr>
    <a:custClr name="Custom Color 19">
      <a:srgbClr val="FFFFFF"/>
    </a:custClr>
    <a:custClr name="Custom Color 20">
      <a:srgbClr val="FFFFFF"/>
    </a:custClr>
  </a:custClrLst>
  <a:extLst>
    <a:ext uri="{05A4C25C-085E-4340-85A3-A5531E510DB2}">
      <thm15:themeFamily xmlns:thm15="http://schemas.microsoft.com/office/thememl/2012/main" name="Syngenta Master Template 16x9-optimised.potx  -  Read-Only" id="{F4DF03AC-5A56-4BE9-B56C-2DE81DBDDEF0}" vid="{A2E762B0-067A-492C-A524-5A7B73AD2BC7}"/>
    </a:ext>
  </a:extLst>
</a:theme>
</file>

<file path=ppt/theme/theme2.xml><?xml version="1.0" encoding="utf-8"?>
<a:theme xmlns:a="http://schemas.openxmlformats.org/drawingml/2006/main" name="Inspire">
  <a:themeElements>
    <a:clrScheme name="Syngenta VI">
      <a:dk1>
        <a:srgbClr val="000000"/>
      </a:dk1>
      <a:lt1>
        <a:srgbClr val="FFFFFF"/>
      </a:lt1>
      <a:dk2>
        <a:srgbClr val="7FCA3F"/>
      </a:dk2>
      <a:lt2>
        <a:srgbClr val="00CFCD"/>
      </a:lt2>
      <a:accent1>
        <a:srgbClr val="FFBA00"/>
      </a:accent1>
      <a:accent2>
        <a:srgbClr val="FB4593"/>
      </a:accent2>
      <a:accent3>
        <a:srgbClr val="00A0BE"/>
      </a:accent3>
      <a:accent4>
        <a:srgbClr val="5F7800"/>
      </a:accent4>
      <a:accent5>
        <a:srgbClr val="EB8200"/>
      </a:accent5>
      <a:accent6>
        <a:srgbClr val="AB2E78"/>
      </a:accent6>
      <a:hlink>
        <a:srgbClr val="FB4593"/>
      </a:hlink>
      <a:folHlink>
        <a:srgbClr val="000000"/>
      </a:folHlink>
    </a:clrScheme>
    <a:fontScheme name="Syngent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oAutofit/>
      </a:bodyPr>
      <a:lstStyle>
        <a:defPPr marL="228600" indent="-228600" algn="l">
          <a:spcBef>
            <a:spcPts val="600"/>
          </a:spcBef>
          <a:buFont typeface="Arial" panose="020B0604020202020204" pitchFamily="34" charset="0"/>
          <a:buChar char="●"/>
          <a:defRPr sz="1400" dirty="0" err="1" smtClean="0"/>
        </a:defPPr>
      </a:lstStyle>
    </a:txDef>
  </a:objectDefaults>
  <a:extraClrSchemeLst/>
  <a:custClrLst>
    <a:custClr name="Dark Blue">
      <a:srgbClr val="334C56"/>
    </a:custClr>
    <a:custClr name="Dark Green">
      <a:srgbClr val="264600"/>
    </a:custClr>
    <a:custClr name="Dark Orange">
      <a:srgbClr val="BA2C00"/>
    </a:custClr>
    <a:custClr name="Dark Red">
      <a:srgbClr val="6F0055"/>
    </a:custClr>
    <a:custClr name="Custom Color 5">
      <a:srgbClr val="FFFFFF"/>
    </a:custClr>
    <a:custClr name="Custom Color 6">
      <a:srgbClr val="FFFFFF"/>
    </a:custClr>
    <a:custClr name="Custom Color 7">
      <a:srgbClr val="FFFFFF"/>
    </a:custClr>
    <a:custClr name="Custom Color 8">
      <a:srgbClr val="FFFFFF"/>
    </a:custClr>
    <a:custClr name="Custom Color 9">
      <a:srgbClr val="FFFFFF"/>
    </a:custClr>
    <a:custClr name="Custom Color 10">
      <a:srgbClr val="FFFFFF"/>
    </a:custClr>
    <a:custClr name="Light Blue">
      <a:srgbClr val="00E6BE"/>
    </a:custClr>
    <a:custClr name="Light Green">
      <a:srgbClr val="50E600"/>
    </a:custClr>
    <a:custClr name="Light Orange">
      <a:srgbClr val="FCE500"/>
    </a:custClr>
    <a:custClr name="Light Red">
      <a:srgbClr val="FF0064"/>
    </a:custClr>
    <a:custClr name="Custom Color 15">
      <a:srgbClr val="FFFFFF"/>
    </a:custClr>
    <a:custClr name="Custom Color 16">
      <a:srgbClr val="FFFFFF"/>
    </a:custClr>
    <a:custClr name="Custom Color 17">
      <a:srgbClr val="FFFFFF"/>
    </a:custClr>
    <a:custClr name="Custom Color 18">
      <a:srgbClr val="FFFFFF"/>
    </a:custClr>
    <a:custClr name="Custom Color 19">
      <a:srgbClr val="FFFFFF"/>
    </a:custClr>
    <a:custClr name="Custom Color 20">
      <a:srgbClr val="FFFFFF"/>
    </a:custClr>
  </a:custClrLst>
  <a:extLst>
    <a:ext uri="{05A4C25C-085E-4340-85A3-A5531E510DB2}">
      <thm15:themeFamily xmlns:thm15="http://schemas.microsoft.com/office/thememl/2012/main" name="Syngenta Master Template 16x9-optimised.potx  -  Read-Only" id="{F4DF03AC-5A56-4BE9-B56C-2DE81DBDDEF0}" vid="{0DD172DF-8CC7-43E1-96F8-92572635E4C5}"/>
    </a:ext>
  </a:extLst>
</a:theme>
</file>

<file path=ppt/theme/theme3.xml><?xml version="1.0" encoding="utf-8"?>
<a:theme xmlns:a="http://schemas.openxmlformats.org/drawingml/2006/main" name="Photos">
  <a:themeElements>
    <a:clrScheme name="Custom 4">
      <a:dk1>
        <a:srgbClr val="000000"/>
      </a:dk1>
      <a:lt1>
        <a:srgbClr val="FFFFFF"/>
      </a:lt1>
      <a:dk2>
        <a:srgbClr val="7FCA3F"/>
      </a:dk2>
      <a:lt2>
        <a:srgbClr val="00CFCD"/>
      </a:lt2>
      <a:accent1>
        <a:srgbClr val="FFBA00"/>
      </a:accent1>
      <a:accent2>
        <a:srgbClr val="FB4593"/>
      </a:accent2>
      <a:accent3>
        <a:srgbClr val="00A0BE"/>
      </a:accent3>
      <a:accent4>
        <a:srgbClr val="5F7800"/>
      </a:accent4>
      <a:accent5>
        <a:srgbClr val="EB8200"/>
      </a:accent5>
      <a:accent6>
        <a:srgbClr val="AB2E78"/>
      </a:accent6>
      <a:hlink>
        <a:srgbClr val="FB4593"/>
      </a:hlink>
      <a:folHlink>
        <a:srgbClr val="000000"/>
      </a:folHlink>
    </a:clrScheme>
    <a:fontScheme name="Syngent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oAutofit/>
      </a:bodyPr>
      <a:lstStyle>
        <a:defPPr marL="228600" indent="-228600" algn="l">
          <a:spcBef>
            <a:spcPts val="600"/>
          </a:spcBef>
          <a:buFont typeface="Arial" panose="020B0604020202020204" pitchFamily="34" charset="0"/>
          <a:buChar char="●"/>
          <a:defRPr sz="1400" dirty="0" err="1" smtClean="0"/>
        </a:defPPr>
      </a:lstStyle>
    </a:txDef>
  </a:objectDefaults>
  <a:extraClrSchemeLst/>
  <a:custClrLst>
    <a:custClr name="Air Blue Dark">
      <a:srgbClr val="334C56"/>
    </a:custClr>
    <a:custClr name="Plant Green Dark">
      <a:srgbClr val="264600"/>
    </a:custClr>
    <a:custClr name="Sun Orange Dark">
      <a:srgbClr val="BA2C00"/>
    </a:custClr>
    <a:custClr name="Energy Pink Dark">
      <a:srgbClr val="6F0055"/>
    </a:custClr>
    <a:custClr>
      <a:srgbClr val="FFFFFF"/>
    </a:custClr>
    <a:custClr>
      <a:srgbClr val="FFFFFF"/>
    </a:custClr>
    <a:custClr>
      <a:srgbClr val="FFFFFF"/>
    </a:custClr>
    <a:custClr>
      <a:srgbClr val="FFFFFF"/>
    </a:custClr>
    <a:custClr>
      <a:srgbClr val="FFFFFF"/>
    </a:custClr>
    <a:custClr>
      <a:srgbClr val="FFFFFF"/>
    </a:custClr>
    <a:custClr name="Air Blue Bright">
      <a:srgbClr val="00E6BE"/>
    </a:custClr>
    <a:custClr name="Plant Green Bright">
      <a:srgbClr val="50E600"/>
    </a:custClr>
    <a:custClr name="Sun Orange Bright">
      <a:srgbClr val="FCE500"/>
    </a:custClr>
    <a:custClr name="Energy Pink Bright">
      <a:srgbClr val="FF0064"/>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Syngenta Master Template 16x9-optimised.potx  -  Read-Only" id="{F4DF03AC-5A56-4BE9-B56C-2DE81DBDDEF0}" vid="{88B5BD08-981A-4E9F-9601-B1789D9F5EE0}"/>
    </a:ext>
  </a:extLst>
</a:theme>
</file>

<file path=ppt/theme/theme4.xml><?xml version="1.0" encoding="utf-8"?>
<a:theme xmlns:a="http://schemas.openxmlformats.org/drawingml/2006/main" name="Closing slide">
  <a:themeElements>
    <a:clrScheme name="Syngenta VI">
      <a:dk1>
        <a:srgbClr val="000000"/>
      </a:dk1>
      <a:lt1>
        <a:srgbClr val="FFFFFF"/>
      </a:lt1>
      <a:dk2>
        <a:srgbClr val="7FCA3F"/>
      </a:dk2>
      <a:lt2>
        <a:srgbClr val="00CFCD"/>
      </a:lt2>
      <a:accent1>
        <a:srgbClr val="FFBA00"/>
      </a:accent1>
      <a:accent2>
        <a:srgbClr val="FB4593"/>
      </a:accent2>
      <a:accent3>
        <a:srgbClr val="00A0BE"/>
      </a:accent3>
      <a:accent4>
        <a:srgbClr val="5F7800"/>
      </a:accent4>
      <a:accent5>
        <a:srgbClr val="EB8200"/>
      </a:accent5>
      <a:accent6>
        <a:srgbClr val="AB2E78"/>
      </a:accent6>
      <a:hlink>
        <a:srgbClr val="FB4593"/>
      </a:hlink>
      <a:folHlink>
        <a:srgbClr val="000000"/>
      </a:folHlink>
    </a:clrScheme>
    <a:fontScheme name="Syngent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oAutofit/>
      </a:bodyPr>
      <a:lstStyle>
        <a:defPPr marL="228600" indent="-228600" algn="l">
          <a:spcBef>
            <a:spcPts val="600"/>
          </a:spcBef>
          <a:buFont typeface="Arial" panose="020B0604020202020204" pitchFamily="34" charset="0"/>
          <a:buChar char="●"/>
          <a:defRPr sz="1400" dirty="0" err="1" smtClean="0"/>
        </a:defPPr>
      </a:lstStyle>
    </a:txDef>
  </a:objectDefaults>
  <a:extraClrSchemeLst/>
  <a:custClrLst>
    <a:custClr name="Dark Blue">
      <a:srgbClr val="334C56"/>
    </a:custClr>
    <a:custClr name="Dark Green">
      <a:srgbClr val="264600"/>
    </a:custClr>
    <a:custClr name="Dark Orange">
      <a:srgbClr val="BA2C00"/>
    </a:custClr>
    <a:custClr name="Dark Red">
      <a:srgbClr val="6F0055"/>
    </a:custClr>
    <a:custClr name="Custom Color 5">
      <a:srgbClr val="FFFFFF"/>
    </a:custClr>
    <a:custClr name="Custom Color 6">
      <a:srgbClr val="FFFFFF"/>
    </a:custClr>
    <a:custClr name="Custom Color 7">
      <a:srgbClr val="FFFFFF"/>
    </a:custClr>
    <a:custClr name="Custom Color 8">
      <a:srgbClr val="FFFFFF"/>
    </a:custClr>
    <a:custClr name="Custom Color 9">
      <a:srgbClr val="FFFFFF"/>
    </a:custClr>
    <a:custClr name="Custom Color 10">
      <a:srgbClr val="FFFFFF"/>
    </a:custClr>
    <a:custClr name="Light Blue">
      <a:srgbClr val="00E6BE"/>
    </a:custClr>
    <a:custClr name="Light Green">
      <a:srgbClr val="50E600"/>
    </a:custClr>
    <a:custClr name="Light Orange">
      <a:srgbClr val="FCE500"/>
    </a:custClr>
    <a:custClr name="Light Red">
      <a:srgbClr val="FF0064"/>
    </a:custClr>
    <a:custClr name="Custom Color 15">
      <a:srgbClr val="FFFFFF"/>
    </a:custClr>
    <a:custClr name="Custom Color 16">
      <a:srgbClr val="FFFFFF"/>
    </a:custClr>
    <a:custClr name="Custom Color 17">
      <a:srgbClr val="FFFFFF"/>
    </a:custClr>
    <a:custClr name="Custom Color 18">
      <a:srgbClr val="FFFFFF"/>
    </a:custClr>
    <a:custClr name="Custom Color 19">
      <a:srgbClr val="FFFFFF"/>
    </a:custClr>
    <a:custClr name="Custom Color 20">
      <a:srgbClr val="FFFFFF"/>
    </a:custClr>
  </a:custClrLst>
  <a:extLst>
    <a:ext uri="{05A4C25C-085E-4340-85A3-A5531E510DB2}">
      <thm15:themeFamily xmlns:thm15="http://schemas.microsoft.com/office/thememl/2012/main" name="Syngenta Master Template 16x9-optimised.potx  -  Read-Only" id="{F4DF03AC-5A56-4BE9-B56C-2DE81DBDDEF0}" vid="{96A31EDF-DCB0-4A20-B00A-7F6FBEFFCA1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Blue">
      <a:srgbClr val="23BAB0"/>
    </a:custClr>
    <a:custClr name="Dark Green">
      <a:srgbClr val="57B524"/>
    </a:custClr>
    <a:custClr name="Dark Orange">
      <a:srgbClr val="ED773B"/>
    </a:custClr>
    <a:custClr name="Dark Red">
      <a:srgbClr val="D62F7D"/>
    </a:custClr>
    <a:custClr>
      <a:srgbClr val="FFFFFF"/>
    </a:custClr>
    <a:custClr>
      <a:srgbClr val="FFFFFF"/>
    </a:custClr>
    <a:custClr>
      <a:srgbClr val="FFFFFF"/>
    </a:custClr>
    <a:custClr>
      <a:srgbClr val="FFFFFF"/>
    </a:custClr>
    <a:custClr>
      <a:srgbClr val="FFFFFF"/>
    </a:custClr>
    <a:custClr>
      <a:srgbClr val="FFFFFF"/>
    </a:custClr>
    <a:custClr name="Light Blue">
      <a:srgbClr val="9DFCDE"/>
    </a:custClr>
    <a:custClr name="Light Green">
      <a:srgbClr val="7DFA98"/>
    </a:custClr>
    <a:custClr name="Light Orange">
      <a:srgbClr val="FCA2A2"/>
    </a:custClr>
    <a:custClr name="Light Red">
      <a:srgbClr val="FF96C0"/>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9880ba1-2657-4f1e-87f9-d3542849127a" xsi:nil="true"/>
    <lcf76f155ced4ddcb4097134ff3c332f xmlns="7723dd0f-c4de-4132-b54e-2acf05a66b8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AF28DEBC67ECA488BE85E67D9CCF131" ma:contentTypeVersion="17" ma:contentTypeDescription="Create a new document." ma:contentTypeScope="" ma:versionID="c9bbdc2bff1b3e6f72db67d3bda420ed">
  <xsd:schema xmlns:xsd="http://www.w3.org/2001/XMLSchema" xmlns:xs="http://www.w3.org/2001/XMLSchema" xmlns:p="http://schemas.microsoft.com/office/2006/metadata/properties" xmlns:ns2="7723dd0f-c4de-4132-b54e-2acf05a66b8e" xmlns:ns3="69880ba1-2657-4f1e-87f9-d3542849127a" targetNamespace="http://schemas.microsoft.com/office/2006/metadata/properties" ma:root="true" ma:fieldsID="786c0d5746c944a48725a3cb57d4dddc" ns2:_="" ns3:_="">
    <xsd:import namespace="7723dd0f-c4de-4132-b54e-2acf05a66b8e"/>
    <xsd:import namespace="69880ba1-2657-4f1e-87f9-d3542849127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OCR"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23dd0f-c4de-4132-b54e-2acf05a66b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a62b72aa-f2ad-421f-b636-7f0f87e2f2b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9880ba1-2657-4f1e-87f9-d3542849127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56987c1d-e004-463b-8edf-4ed3567aee98}" ma:internalName="TaxCatchAll" ma:showField="CatchAllData" ma:web="69880ba1-2657-4f1e-87f9-d3542849127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3C8089-3905-4174-9195-B25EF4B5FA9A}">
  <ds:schemaRefs>
    <ds:schemaRef ds:uri="http://schemas.openxmlformats.org/package/2006/metadata/core-properties"/>
    <ds:schemaRef ds:uri="http://www.w3.org/XML/1998/namespace"/>
    <ds:schemaRef ds:uri="http://schemas.microsoft.com/office/2006/documentManagement/types"/>
    <ds:schemaRef ds:uri="http://purl.org/dc/dcmitype/"/>
    <ds:schemaRef ds:uri="http://purl.org/dc/elements/1.1/"/>
    <ds:schemaRef ds:uri="http://schemas.microsoft.com/office/2006/metadata/properties"/>
    <ds:schemaRef ds:uri="http://schemas.microsoft.com/office/infopath/2007/PartnerControls"/>
    <ds:schemaRef ds:uri="http://purl.org/dc/terms/"/>
    <ds:schemaRef ds:uri="05e3c019-dfbc-4b7f-bf9a-66128645235e"/>
    <ds:schemaRef ds:uri="d9e40a87-f1e2-40e3-80dd-7e02bb1426b6"/>
    <ds:schemaRef ds:uri="69880ba1-2657-4f1e-87f9-d3542849127a"/>
    <ds:schemaRef ds:uri="7723dd0f-c4de-4132-b54e-2acf05a66b8e"/>
  </ds:schemaRefs>
</ds:datastoreItem>
</file>

<file path=customXml/itemProps2.xml><?xml version="1.0" encoding="utf-8"?>
<ds:datastoreItem xmlns:ds="http://schemas.openxmlformats.org/officeDocument/2006/customXml" ds:itemID="{5BF2C88D-7929-46EE-BC4A-ED7D97B881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23dd0f-c4de-4132-b54e-2acf05a66b8e"/>
    <ds:schemaRef ds:uri="69880ba1-2657-4f1e-87f9-d3542849127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15AEE06-97AB-41A5-9E3A-7819FA4597F4}">
  <ds:schemaRefs>
    <ds:schemaRef ds:uri="http://schemas.microsoft.com/sharepoint/v3/contenttype/forms"/>
  </ds:schemaRefs>
</ds:datastoreItem>
</file>

<file path=docMetadata/LabelInfo.xml><?xml version="1.0" encoding="utf-8"?>
<clbl:labelList xmlns:clbl="http://schemas.microsoft.com/office/2020/mipLabelMetadata">
  <clbl:label id="{ed006307-e4a9-430f-af16-eea280431306}" enabled="1" method="Standard" siteId="{06219a4a-a835-44d5-afaf-3926343bfb89}" removed="0"/>
</clbl:labelList>
</file>

<file path=docProps/app.xml><?xml version="1.0" encoding="utf-8"?>
<Properties xmlns="http://schemas.openxmlformats.org/officeDocument/2006/extended-properties" xmlns:vt="http://schemas.openxmlformats.org/officeDocument/2006/docPropsVTypes">
  <Template>_Syngenta Master Template 16x9</Template>
  <TotalTime>590</TotalTime>
  <Words>2501</Words>
  <Application>Microsoft Office PowerPoint</Application>
  <PresentationFormat>Widescreen</PresentationFormat>
  <Paragraphs>265</Paragraphs>
  <Slides>17</Slides>
  <Notes>16</Notes>
  <HiddenSlides>0</HiddenSlides>
  <MMClips>1</MMClips>
  <ScaleCrop>false</ScaleCrop>
  <HeadingPairs>
    <vt:vector size="8" baseType="variant">
      <vt:variant>
        <vt:lpstr>Fonts Used</vt:lpstr>
      </vt:variant>
      <vt:variant>
        <vt:i4>4</vt:i4>
      </vt:variant>
      <vt:variant>
        <vt:lpstr>Theme</vt:lpstr>
      </vt:variant>
      <vt:variant>
        <vt:i4>4</vt:i4>
      </vt:variant>
      <vt:variant>
        <vt:lpstr>Embedded OLE Servers</vt:lpstr>
      </vt:variant>
      <vt:variant>
        <vt:i4>1</vt:i4>
      </vt:variant>
      <vt:variant>
        <vt:lpstr>Slide Titles</vt:lpstr>
      </vt:variant>
      <vt:variant>
        <vt:i4>17</vt:i4>
      </vt:variant>
    </vt:vector>
  </HeadingPairs>
  <TitlesOfParts>
    <vt:vector size="26" baseType="lpstr">
      <vt:lpstr>Arial</vt:lpstr>
      <vt:lpstr>Calibri</vt:lpstr>
      <vt:lpstr>Cambria Math</vt:lpstr>
      <vt:lpstr>Courier New</vt:lpstr>
      <vt:lpstr>Inform</vt:lpstr>
      <vt:lpstr>Inspire</vt:lpstr>
      <vt:lpstr>Photos</vt:lpstr>
      <vt:lpstr>Closing slide</vt:lpstr>
      <vt:lpstr>Acrobat Document</vt:lpstr>
      <vt:lpstr>Spray Drift from Banded and Regular Spot Applications</vt:lpstr>
      <vt:lpstr>Agenda</vt:lpstr>
      <vt:lpstr>Context - Inspiration</vt:lpstr>
      <vt:lpstr>Context - Objectives</vt:lpstr>
      <vt:lpstr>Theory – Drift Deposition Curves</vt:lpstr>
      <vt:lpstr>Theory – Perpendicular Band, old idea</vt:lpstr>
      <vt:lpstr>Theory – Parallel Bands, Novel Idea</vt:lpstr>
      <vt:lpstr>Theory – Parallel Bands, Novel Idea</vt:lpstr>
      <vt:lpstr>Theory – Parallel Bands, Novel Idea</vt:lpstr>
      <vt:lpstr>Theory – Parallel Bands, Novel Idea</vt:lpstr>
      <vt:lpstr>Theory – Regular Spot, Combine Parallel and Perpendicular</vt:lpstr>
      <vt:lpstr>Exploration</vt:lpstr>
      <vt:lpstr>Exploration</vt:lpstr>
      <vt:lpstr>Exploration</vt:lpstr>
      <vt:lpstr>Next Steps – Explore yourself</vt:lpstr>
      <vt:lpstr>Next Steps – Application in Risk Assessment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Bird Michael GBJH</dc:creator>
  <cp:lastModifiedBy>Bird Michael GBJH</cp:lastModifiedBy>
  <cp:revision>2</cp:revision>
  <dcterms:created xsi:type="dcterms:W3CDTF">2025-06-04T09:30:08Z</dcterms:created>
  <dcterms:modified xsi:type="dcterms:W3CDTF">2025-06-25T10:42:26Z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0x010100BAF28DEBC67ECA488BE85E67D9CCF131</vt:lpwstr>
  </property>
</Properties>
</file>